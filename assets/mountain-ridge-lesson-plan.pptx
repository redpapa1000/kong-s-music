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99" r:id="rId2"/>
    <p:sldId id="295" r:id="rId3"/>
    <p:sldId id="335" r:id="rId4"/>
    <p:sldId id="324" r:id="rId5"/>
    <p:sldId id="280" r:id="rId6"/>
    <p:sldId id="336" r:id="rId7"/>
    <p:sldId id="337" r:id="rId8"/>
    <p:sldId id="338" r:id="rId9"/>
    <p:sldId id="339" r:id="rId10"/>
    <p:sldId id="327" r:id="rId11"/>
    <p:sldId id="340" r:id="rId12"/>
    <p:sldId id="330" r:id="rId13"/>
    <p:sldId id="341" r:id="rId14"/>
    <p:sldId id="333" r:id="rId15"/>
    <p:sldId id="342" r:id="rId16"/>
    <p:sldId id="334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98" userDrawn="1">
          <p15:clr>
            <a:srgbClr val="A4A3A4"/>
          </p15:clr>
        </p15:guide>
        <p15:guide id="4" pos="733" userDrawn="1">
          <p15:clr>
            <a:srgbClr val="A4A3A4"/>
          </p15:clr>
        </p15:guide>
        <p15:guide id="5" orient="horz" pos="28" userDrawn="1">
          <p15:clr>
            <a:srgbClr val="A4A3A4"/>
          </p15:clr>
        </p15:guide>
        <p15:guide id="6" orient="horz" pos="119" userDrawn="1">
          <p15:clr>
            <a:srgbClr val="A4A3A4"/>
          </p15:clr>
        </p15:guide>
        <p15:guide id="7" pos="415" userDrawn="1">
          <p15:clr>
            <a:srgbClr val="A4A3A4"/>
          </p15:clr>
        </p15:guide>
        <p15:guide id="8" pos="8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EFFC"/>
    <a:srgbClr val="FDF2DF"/>
    <a:srgbClr val="1B4297"/>
    <a:srgbClr val="64B1F5"/>
    <a:srgbClr val="E9F3FD"/>
    <a:srgbClr val="EBF2DF"/>
    <a:srgbClr val="FDF1D9"/>
    <a:srgbClr val="EB7F95"/>
    <a:srgbClr val="408BD5"/>
    <a:srgbClr val="ED81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7384" autoAdjust="0"/>
  </p:normalViewPr>
  <p:slideViewPr>
    <p:cSldViewPr snapToGrid="0" showGuides="1">
      <p:cViewPr varScale="1">
        <p:scale>
          <a:sx n="82" d="100"/>
          <a:sy n="82" d="100"/>
        </p:scale>
        <p:origin x="720" y="72"/>
      </p:cViewPr>
      <p:guideLst>
        <p:guide orient="horz" pos="2183"/>
        <p:guide pos="3840"/>
        <p:guide pos="98"/>
        <p:guide pos="733"/>
        <p:guide orient="horz" pos="28"/>
        <p:guide orient="horz" pos="119"/>
        <p:guide pos="415"/>
        <p:guide pos="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DE612-B7D2-45DA-96AA-BA057B5DC7A0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97B2CD-1C3D-4FE3-AABC-8D8C481859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7148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88769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42505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33CF1-6744-B2F2-43FC-553FBA0E7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1AE263-A70C-88C0-998C-996F80E0B6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61B574-C5A5-49DA-849E-D818AA3DD5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233169-2D34-ACEB-92B4-2F7A9BD8CC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92666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47F7A-9D8C-8E1D-0F82-E933DC2CD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AE34175-C99C-F4B5-42D0-AF68C9C850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7C9A16F-1F9D-4273-A56D-958F17E76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3E5869-73DE-3E9E-17CD-43EB1D5F8C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8695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u="sng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8954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074E9-7A2E-AD3E-D354-EF674CA50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3257021-09AD-844F-D250-E0DCE0C0E7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DD7563-5CFF-F756-4D5E-EAFC685346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C29878-0442-B78A-547A-473D779F02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30717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8DE6C-2441-B3BE-F0E8-4ACF8566E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14089E9-F7E2-4659-6427-4377D069BA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603D71B-369B-DE2B-4F7A-B70EC1FB76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C6DDA8-FD03-F0FC-513D-6162BF43E5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30099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163FB-2789-AA4F-739E-2B0D0F7A8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EB4EFCF-4698-9916-CB3A-2158D1A1BE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E129B72-1777-F5B1-2DDA-02CBBC24C9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E3C442-027A-D07C-CAEA-A371B6258F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83556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83F1C-059B-2C8F-DCB3-7C41D9D6E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977D26-59BA-B78B-A3F8-7D45EC5556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F050EFF-F6F7-FF23-43D6-C0CE87669E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D3D7DE-71B4-8BC6-94CA-0F3365D4B2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25121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F0DB6-E0F8-8ABB-7EB7-16A57C9B5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2E6A934-CC54-1D10-6BA9-9A3D927314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8ED4308-A797-7CD2-201C-0B7C33DC1C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FC358D-6603-6B37-A354-92FA210472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52858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BE5DA-5B59-E871-D76D-0F5C8326D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91A5725-26EC-DE06-E562-EB5B02A331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B7411D-5FDC-36FA-C72E-905745313A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4BA887-8286-3B5B-4B94-8F781F0757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5231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BD6D6-5AC1-FB94-94FE-A1A46B11D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8541AC-E001-9E6F-E332-226C70256D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AAB5AC-8179-06B5-37EF-B0F83763F4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F60CC9-CF3B-4A4C-CF6C-B6E662FA67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76286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585C9-69C5-23AE-0735-BE724052C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D21E94-C852-B4B2-757C-BFE1FD8AF6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4667AD0-8570-3F01-C234-D5E174CC4B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2ED211-892E-D16C-EEE6-295E9966A8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91575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A1EE7-8D8A-D0B7-7DAE-A77642AD5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39B937B-1722-2C1E-410E-1F70460CA3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F513E11-6512-AB1B-148C-1542018ABD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3A29BB-3B75-717A-89C6-FBBDD5CFE7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48820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19991-9569-B222-AD18-168895591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3881FA-48E6-35A1-0A2F-B591116F85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51F8C27-942C-16CB-0508-3AB5CFEA59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73A62E-711B-D5D6-E702-7FE765BFF0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59362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F2B32-3F47-9515-E52F-D22F88444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EF757E2-CC58-3BF2-ABF1-31B418EF8E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C796FE-F7C5-7871-A51C-B5674AF6D9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BD80C5-47F5-91F2-3607-D99B708538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1582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84EE7F-5019-51FD-F585-334D89AC5A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9D8F150-4DD3-29D1-6BFD-BC3DECD0BB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E03465-50BF-F70C-3F6D-8B7294DEE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95E3-34BC-4396-B45F-EF0AAF9E6027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4EA91D-0CC4-99BF-C475-421B02C72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B58F6D-9861-CB43-7A44-217CC74AD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809E-7578-4A4B-AA12-040E945D0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8925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081EBF-56A6-1035-D6B4-87ACB75DB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9FB4CB-C540-21E6-8EE3-D69DF00D8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45ECF4-F31F-CC87-B20E-CF8F4CB3F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95E3-34BC-4396-B45F-EF0AAF9E6027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1F44A4-50C3-C6A9-0D52-85D8320EF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434221-276E-2B88-E680-1976F7B55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809E-7578-4A4B-AA12-040E945D0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9652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33203B-4F0D-FEB8-E927-B3BB48C23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604055-435B-2E71-8CCC-320701F0E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3223A0-F63A-31BC-D262-7CBA4F384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95E3-34BC-4396-B45F-EF0AAF9E6027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D637FC-007A-3193-97AC-E19CE1B43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AB89A4-A036-232C-D54F-8C861E5CD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809E-7578-4A4B-AA12-040E945D0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3039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1BEAC0-FC80-48F6-B8F1-0ECDBAB98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CECEEA-462E-A67E-B3DB-5B2DCE56A2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AEB0395-9F47-291E-BFF6-B62657C54D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A21520-C793-35D9-BAD7-16BD6A9E2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95E3-34BC-4396-B45F-EF0AAF9E6027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A2EB31-89A3-7F90-05FF-3CEE9650E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145B45-0986-D21D-118D-12B1FBC23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809E-7578-4A4B-AA12-040E945D0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056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B6F2BA-D368-B79F-A7A5-337EF0286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EAFB0E-3415-056B-A34A-BC48DE629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E74E3A-BD3B-1D1A-AB97-6C0710DD56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AA242B-750B-D37D-EEC3-4DCCF80F83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A238F2E-6D75-6E52-293B-9A79E94BEB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59E7E7E-0768-0C74-ECBB-3FF8FD7EF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95E3-34BC-4396-B45F-EF0AAF9E6027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BB9B65C-F5CA-CA65-29B7-20C6BB89E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0445717-DC9E-84DD-2FE1-CFEA68867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809E-7578-4A4B-AA12-040E945D0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4940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CE497E-D1B0-16C6-3882-DBEDACCA7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F768D92-25A7-80F0-3413-4073C18E7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95E3-34BC-4396-B45F-EF0AAF9E6027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801139F-CA59-4C89-BCF5-E7D7784A2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3E5C100-FD39-42B0-FFDA-807CF1FA6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809E-7578-4A4B-AA12-040E945D0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871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1A71C1D-0F6B-8CE6-961A-19054ADCD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95E3-34BC-4396-B45F-EF0AAF9E6027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D2A246B-D80B-3F73-0269-19E31CD11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FD8C24-DBEF-1996-F207-638610B58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809E-7578-4A4B-AA12-040E945D0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9602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E807FD-388B-8FF8-6320-856A8A55B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98A3CA-F743-0F68-DD3D-DE1A7E650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A1716C0-482A-E6E1-06B9-8A839271F4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89150F1-F850-F27E-2F11-862EB20C5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95E3-34BC-4396-B45F-EF0AAF9E6027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4B6F012-9BB1-24A3-0F39-CCDC7D747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70206F-BB12-8B43-719D-193110490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809E-7578-4A4B-AA12-040E945D0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3867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4DF096-3992-AED8-55E2-145D64F2B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D8996AE-72DB-D8C4-9C62-09A76AD1EF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B2365BF-AE57-0CAF-270B-6E31A50126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9BC8F2-4A95-F19A-91C8-A4BD7C3C9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95E3-34BC-4396-B45F-EF0AAF9E6027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B6DB06C-1088-0875-0B53-9EA52E3F2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E93AEB-5036-B09A-2E3C-CE32C9EC1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809E-7578-4A4B-AA12-040E945D0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7315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C8D691-D605-F47C-996A-243F0ABF4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5210630-95CC-DDA8-F3EA-E582C23B35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291212-F4B6-8E71-A5C3-E2B0D8D55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95E3-34BC-4396-B45F-EF0AAF9E6027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01F2CD-E260-AB57-AB31-C6B0789CD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08E102-856E-4080-1C69-E93DC9A26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809E-7578-4A4B-AA12-040E945D0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415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405DCFC-0F23-7016-D12E-97922FE42B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C37D2D8-AA95-EFB1-3937-4CA733F68F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F43AB3-BDD0-902A-6F5F-EC17F721C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95E3-34BC-4396-B45F-EF0AAF9E6027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C8F5A4-20AE-AB2E-1EC0-E5C1E30FA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D66819-2444-DDCE-B5ED-4A201BBD4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809E-7578-4A4B-AA12-040E945D0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3229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47F5BBF-C720-915C-26D0-0BA86381C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01773C7-6427-EDA4-0863-6D4489203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FDE384-56B2-EAA7-3DDD-A62163E26A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AB95E3-34BC-4396-B45F-EF0AAF9E6027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82F2FE-ECD4-87D9-EC46-042BAE0E32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F97072-27DE-110A-0FBB-F744B39B5F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56809E-7578-4A4B-AA12-040E945D0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7084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image" Target="../media/image1.png"/><Relationship Id="rId7" Type="http://schemas.openxmlformats.org/officeDocument/2006/relationships/slide" Target="slide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4.xml"/><Relationship Id="rId11" Type="http://schemas.openxmlformats.org/officeDocument/2006/relationships/image" Target="../media/image2.jpg"/><Relationship Id="rId5" Type="http://schemas.openxmlformats.org/officeDocument/2006/relationships/slide" Target="slide2.xml"/><Relationship Id="rId10" Type="http://schemas.openxmlformats.org/officeDocument/2006/relationships/slide" Target="slide16.xml"/><Relationship Id="rId4" Type="http://schemas.openxmlformats.org/officeDocument/2006/relationships/slide" Target="slide1.xml"/><Relationship Id="rId9" Type="http://schemas.openxmlformats.org/officeDocument/2006/relationships/slide" Target="slide1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13" Type="http://schemas.openxmlformats.org/officeDocument/2006/relationships/image" Target="../media/image6.jpg"/><Relationship Id="rId3" Type="http://schemas.openxmlformats.org/officeDocument/2006/relationships/slide" Target="slide1.xml"/><Relationship Id="rId7" Type="http://schemas.openxmlformats.org/officeDocument/2006/relationships/slide" Target="slide6.xml"/><Relationship Id="rId12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5.xml"/><Relationship Id="rId11" Type="http://schemas.openxmlformats.org/officeDocument/2006/relationships/image" Target="../media/image4.png"/><Relationship Id="rId5" Type="http://schemas.openxmlformats.org/officeDocument/2006/relationships/slide" Target="slide4.xml"/><Relationship Id="rId10" Type="http://schemas.openxmlformats.org/officeDocument/2006/relationships/image" Target="../media/image3.jpg"/><Relationship Id="rId4" Type="http://schemas.openxmlformats.org/officeDocument/2006/relationships/slide" Target="slide2.xml"/><Relationship Id="rId9" Type="http://schemas.openxmlformats.org/officeDocument/2006/relationships/slide" Target="slide1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openxmlformats.org/officeDocument/2006/relationships/slide" Target="slide1.xml"/><Relationship Id="rId7" Type="http://schemas.openxmlformats.org/officeDocument/2006/relationships/slide" Target="slide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5.xml"/><Relationship Id="rId11" Type="http://schemas.openxmlformats.org/officeDocument/2006/relationships/image" Target="../media/image7.png"/><Relationship Id="rId5" Type="http://schemas.openxmlformats.org/officeDocument/2006/relationships/slide" Target="slide4.xml"/><Relationship Id="rId10" Type="http://schemas.openxmlformats.org/officeDocument/2006/relationships/image" Target="../media/image3.jpg"/><Relationship Id="rId4" Type="http://schemas.openxmlformats.org/officeDocument/2006/relationships/slide" Target="slide2.xml"/><Relationship Id="rId9" Type="http://schemas.openxmlformats.org/officeDocument/2006/relationships/slide" Target="slide1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image" Target="../media/image8.jpg"/><Relationship Id="rId7" Type="http://schemas.openxmlformats.org/officeDocument/2006/relationships/slide" Target="slide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slide" Target="slide4.xml"/><Relationship Id="rId5" Type="http://schemas.openxmlformats.org/officeDocument/2006/relationships/slide" Target="slide2.xml"/><Relationship Id="rId10" Type="http://schemas.openxmlformats.org/officeDocument/2006/relationships/slide" Target="slide16.xml"/><Relationship Id="rId4" Type="http://schemas.openxmlformats.org/officeDocument/2006/relationships/slide" Target="slide1.xml"/><Relationship Id="rId9" Type="http://schemas.openxmlformats.org/officeDocument/2006/relationships/slide" Target="slide1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openxmlformats.org/officeDocument/2006/relationships/hyperlink" Target="https://viewer.vivasam.com/VS/ES/MUS/106537/QR/%5b&#48708;&#49345;&#44368;&#50977;%5d(QR)%20&#52488;&#46321;_&#51020;&#50501;6_1_12p_&#49328;&#47560;&#47336;&#50640;&#49436;/index.html" TargetMode="External"/><Relationship Id="rId7" Type="http://schemas.openxmlformats.org/officeDocument/2006/relationships/slide" Target="slide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11" Type="http://schemas.openxmlformats.org/officeDocument/2006/relationships/slide" Target="slide16.xml"/><Relationship Id="rId5" Type="http://schemas.openxmlformats.org/officeDocument/2006/relationships/slide" Target="slide1.xml"/><Relationship Id="rId10" Type="http://schemas.openxmlformats.org/officeDocument/2006/relationships/slide" Target="slide14.xml"/><Relationship Id="rId4" Type="http://schemas.openxmlformats.org/officeDocument/2006/relationships/image" Target="../media/image9.png"/><Relationship Id="rId9" Type="http://schemas.openxmlformats.org/officeDocument/2006/relationships/slide" Target="slide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slide" Target="slide1.xml"/><Relationship Id="rId18" Type="http://schemas.openxmlformats.org/officeDocument/2006/relationships/slide" Target="slide16.xml"/><Relationship Id="rId3" Type="http://schemas.openxmlformats.org/officeDocument/2006/relationships/slideLayout" Target="../slideLayouts/slideLayout1.xml"/><Relationship Id="rId7" Type="http://schemas.openxmlformats.org/officeDocument/2006/relationships/slide" Target="slide9.xml"/><Relationship Id="rId12" Type="http://schemas.openxmlformats.org/officeDocument/2006/relationships/image" Target="../media/image14.png"/><Relationship Id="rId17" Type="http://schemas.openxmlformats.org/officeDocument/2006/relationships/slide" Target="slide14.xml"/><Relationship Id="rId2" Type="http://schemas.openxmlformats.org/officeDocument/2006/relationships/audio" Target="../media/media1.mp3"/><Relationship Id="rId16" Type="http://schemas.openxmlformats.org/officeDocument/2006/relationships/slide" Target="slide5.xml"/><Relationship Id="rId1" Type="http://schemas.microsoft.com/office/2007/relationships/media" Target="../media/media1.mp3"/><Relationship Id="rId6" Type="http://schemas.openxmlformats.org/officeDocument/2006/relationships/image" Target="../media/image11.jpg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5" Type="http://schemas.openxmlformats.org/officeDocument/2006/relationships/slide" Target="slide4.xml"/><Relationship Id="rId10" Type="http://schemas.openxmlformats.org/officeDocument/2006/relationships/slide" Target="slide6.xml"/><Relationship Id="rId4" Type="http://schemas.openxmlformats.org/officeDocument/2006/relationships/notesSlide" Target="../notesSlides/notesSlide6.xml"/><Relationship Id="rId9" Type="http://schemas.openxmlformats.org/officeDocument/2006/relationships/slide" Target="slide7.xml"/><Relationship Id="rId14" Type="http://schemas.openxmlformats.org/officeDocument/2006/relationships/slide" Target="slide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slide" Target="slide4.xml"/><Relationship Id="rId18" Type="http://schemas.openxmlformats.org/officeDocument/2006/relationships/image" Target="../media/image16.png"/><Relationship Id="rId3" Type="http://schemas.microsoft.com/office/2007/relationships/media" Target="../media/media3.mp3"/><Relationship Id="rId7" Type="http://schemas.openxmlformats.org/officeDocument/2006/relationships/image" Target="../media/image11.jpg"/><Relationship Id="rId12" Type="http://schemas.openxmlformats.org/officeDocument/2006/relationships/slide" Target="slide2.xml"/><Relationship Id="rId17" Type="http://schemas.openxmlformats.org/officeDocument/2006/relationships/slide" Target="slide16.xml"/><Relationship Id="rId2" Type="http://schemas.openxmlformats.org/officeDocument/2006/relationships/audio" Target="../media/media2.mp3"/><Relationship Id="rId16" Type="http://schemas.openxmlformats.org/officeDocument/2006/relationships/slide" Target="slide14.xml"/><Relationship Id="rId1" Type="http://schemas.microsoft.com/office/2007/relationships/media" Target="../media/media2.mp3"/><Relationship Id="rId6" Type="http://schemas.openxmlformats.org/officeDocument/2006/relationships/notesSlide" Target="../notesSlides/notesSlide7.xml"/><Relationship Id="rId11" Type="http://schemas.openxmlformats.org/officeDocument/2006/relationships/slide" Target="slide1.xml"/><Relationship Id="rId5" Type="http://schemas.openxmlformats.org/officeDocument/2006/relationships/slideLayout" Target="../slideLayouts/slideLayout1.xml"/><Relationship Id="rId15" Type="http://schemas.openxmlformats.org/officeDocument/2006/relationships/slide" Target="slide6.xml"/><Relationship Id="rId10" Type="http://schemas.openxmlformats.org/officeDocument/2006/relationships/image" Target="../media/image13.png"/><Relationship Id="rId19" Type="http://schemas.openxmlformats.org/officeDocument/2006/relationships/slide" Target="slide7.xml"/><Relationship Id="rId4" Type="http://schemas.openxmlformats.org/officeDocument/2006/relationships/audio" Target="../media/media3.mp3"/><Relationship Id="rId9" Type="http://schemas.openxmlformats.org/officeDocument/2006/relationships/image" Target="../media/image15.png"/><Relationship Id="rId14" Type="http://schemas.openxmlformats.org/officeDocument/2006/relationships/slide" Target="slide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slide" Target="slide4.xml"/><Relationship Id="rId3" Type="http://schemas.openxmlformats.org/officeDocument/2006/relationships/image" Target="../media/image17.jpg"/><Relationship Id="rId7" Type="http://schemas.openxmlformats.org/officeDocument/2006/relationships/image" Target="../media/image19.png"/><Relationship Id="rId12" Type="http://schemas.openxmlformats.org/officeDocument/2006/relationships/slide" Target="slide2.xml"/><Relationship Id="rId17" Type="http://schemas.openxmlformats.org/officeDocument/2006/relationships/slide" Target="slide16.xml"/><Relationship Id="rId2" Type="http://schemas.openxmlformats.org/officeDocument/2006/relationships/notesSlide" Target="../notesSlides/notesSlide8.xml"/><Relationship Id="rId16" Type="http://schemas.openxmlformats.org/officeDocument/2006/relationships/slide" Target="slide14.xml"/><Relationship Id="rId1" Type="http://schemas.openxmlformats.org/officeDocument/2006/relationships/slideLayout" Target="../slideLayouts/slideLayout1.xml"/><Relationship Id="rId6" Type="http://schemas.openxmlformats.org/officeDocument/2006/relationships/slide" Target="slide8.xml"/><Relationship Id="rId11" Type="http://schemas.openxmlformats.org/officeDocument/2006/relationships/slide" Target="slide1.xml"/><Relationship Id="rId5" Type="http://schemas.openxmlformats.org/officeDocument/2006/relationships/slide" Target="slide9.xml"/><Relationship Id="rId15" Type="http://schemas.openxmlformats.org/officeDocument/2006/relationships/slide" Target="slide6.xml"/><Relationship Id="rId10" Type="http://schemas.openxmlformats.org/officeDocument/2006/relationships/image" Target="../media/image22.png"/><Relationship Id="rId4" Type="http://schemas.openxmlformats.org/officeDocument/2006/relationships/image" Target="../media/image18.png"/><Relationship Id="rId9" Type="http://schemas.openxmlformats.org/officeDocument/2006/relationships/image" Target="../media/image21.png"/><Relationship Id="rId14" Type="http://schemas.openxmlformats.org/officeDocument/2006/relationships/slide" Target="slide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slide" Target="slide1.xml"/><Relationship Id="rId18" Type="http://schemas.openxmlformats.org/officeDocument/2006/relationships/slide" Target="slide14.xml"/><Relationship Id="rId3" Type="http://schemas.microsoft.com/office/2007/relationships/media" Target="../media/media3.mp3"/><Relationship Id="rId7" Type="http://schemas.openxmlformats.org/officeDocument/2006/relationships/image" Target="../media/image17.jpg"/><Relationship Id="rId12" Type="http://schemas.openxmlformats.org/officeDocument/2006/relationships/image" Target="../media/image13.png"/><Relationship Id="rId17" Type="http://schemas.openxmlformats.org/officeDocument/2006/relationships/slide" Target="slide6.xml"/><Relationship Id="rId2" Type="http://schemas.openxmlformats.org/officeDocument/2006/relationships/audio" Target="../media/media2.mp3"/><Relationship Id="rId16" Type="http://schemas.openxmlformats.org/officeDocument/2006/relationships/slide" Target="slide5.xml"/><Relationship Id="rId1" Type="http://schemas.microsoft.com/office/2007/relationships/media" Target="../media/media2.mp3"/><Relationship Id="rId6" Type="http://schemas.openxmlformats.org/officeDocument/2006/relationships/notesSlide" Target="../notesSlides/notesSlide9.xml"/><Relationship Id="rId11" Type="http://schemas.openxmlformats.org/officeDocument/2006/relationships/image" Target="../media/image24.png"/><Relationship Id="rId5" Type="http://schemas.openxmlformats.org/officeDocument/2006/relationships/slideLayout" Target="../slideLayouts/slideLayout1.xml"/><Relationship Id="rId15" Type="http://schemas.openxmlformats.org/officeDocument/2006/relationships/slide" Target="slide4.xml"/><Relationship Id="rId10" Type="http://schemas.openxmlformats.org/officeDocument/2006/relationships/slide" Target="slide8.xml"/><Relationship Id="rId19" Type="http://schemas.openxmlformats.org/officeDocument/2006/relationships/slide" Target="slide16.xml"/><Relationship Id="rId4" Type="http://schemas.openxmlformats.org/officeDocument/2006/relationships/audio" Target="../media/media3.mp3"/><Relationship Id="rId9" Type="http://schemas.openxmlformats.org/officeDocument/2006/relationships/slide" Target="slide9.xml"/><Relationship Id="rId14" Type="http://schemas.openxmlformats.org/officeDocument/2006/relationships/slide" Target="slide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jpg"/><Relationship Id="rId18" Type="http://schemas.openxmlformats.org/officeDocument/2006/relationships/slide" Target="slide1.xml"/><Relationship Id="rId3" Type="http://schemas.microsoft.com/office/2007/relationships/media" Target="../media/media3.mp3"/><Relationship Id="rId21" Type="http://schemas.openxmlformats.org/officeDocument/2006/relationships/slide" Target="slide5.xml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slide" Target="slide10.xml"/><Relationship Id="rId2" Type="http://schemas.openxmlformats.org/officeDocument/2006/relationships/audio" Target="../media/media2.mp3"/><Relationship Id="rId16" Type="http://schemas.openxmlformats.org/officeDocument/2006/relationships/slide" Target="slide11.xml"/><Relationship Id="rId20" Type="http://schemas.openxmlformats.org/officeDocument/2006/relationships/slide" Target="slide4.xml"/><Relationship Id="rId1" Type="http://schemas.microsoft.com/office/2007/relationships/media" Target="../media/media2.mp3"/><Relationship Id="rId6" Type="http://schemas.openxmlformats.org/officeDocument/2006/relationships/notesSlide" Target="../notesSlides/notesSlide10.xml"/><Relationship Id="rId11" Type="http://schemas.openxmlformats.org/officeDocument/2006/relationships/image" Target="../media/image29.png"/><Relationship Id="rId24" Type="http://schemas.openxmlformats.org/officeDocument/2006/relationships/slide" Target="slide16.xml"/><Relationship Id="rId5" Type="http://schemas.openxmlformats.org/officeDocument/2006/relationships/slideLayout" Target="../slideLayouts/slideLayout1.xml"/><Relationship Id="rId15" Type="http://schemas.openxmlformats.org/officeDocument/2006/relationships/image" Target="../media/image32.png"/><Relationship Id="rId23" Type="http://schemas.openxmlformats.org/officeDocument/2006/relationships/slide" Target="slide14.xml"/><Relationship Id="rId10" Type="http://schemas.openxmlformats.org/officeDocument/2006/relationships/image" Target="../media/image28.png"/><Relationship Id="rId19" Type="http://schemas.openxmlformats.org/officeDocument/2006/relationships/slide" Target="slide2.xml"/><Relationship Id="rId4" Type="http://schemas.openxmlformats.org/officeDocument/2006/relationships/audio" Target="../media/media3.mp3"/><Relationship Id="rId9" Type="http://schemas.openxmlformats.org/officeDocument/2006/relationships/image" Target="../media/image27.png"/><Relationship Id="rId14" Type="http://schemas.openxmlformats.org/officeDocument/2006/relationships/image" Target="../media/image13.png"/><Relationship Id="rId22" Type="http://schemas.openxmlformats.org/officeDocument/2006/relationships/slide" Target="slide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13" Type="http://schemas.openxmlformats.org/officeDocument/2006/relationships/slide" Target="slide14.xml"/><Relationship Id="rId3" Type="http://schemas.openxmlformats.org/officeDocument/2006/relationships/image" Target="../media/image31.jpg"/><Relationship Id="rId7" Type="http://schemas.openxmlformats.org/officeDocument/2006/relationships/image" Target="../media/image34.jpg"/><Relationship Id="rId12" Type="http://schemas.openxmlformats.org/officeDocument/2006/relationships/slide" Target="slide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0.xml"/><Relationship Id="rId11" Type="http://schemas.openxmlformats.org/officeDocument/2006/relationships/slide" Target="slide5.xml"/><Relationship Id="rId5" Type="http://schemas.openxmlformats.org/officeDocument/2006/relationships/slide" Target="slide11.xml"/><Relationship Id="rId10" Type="http://schemas.openxmlformats.org/officeDocument/2006/relationships/slide" Target="slide4.xml"/><Relationship Id="rId4" Type="http://schemas.openxmlformats.org/officeDocument/2006/relationships/image" Target="../media/image33.png"/><Relationship Id="rId9" Type="http://schemas.openxmlformats.org/officeDocument/2006/relationships/slide" Target="slide2.xml"/><Relationship Id="rId14" Type="http://schemas.openxmlformats.org/officeDocument/2006/relationships/slide" Target="slide1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13" Type="http://schemas.openxmlformats.org/officeDocument/2006/relationships/slide" Target="slide14.xml"/><Relationship Id="rId3" Type="http://schemas.openxmlformats.org/officeDocument/2006/relationships/image" Target="../media/image35.jpg"/><Relationship Id="rId7" Type="http://schemas.openxmlformats.org/officeDocument/2006/relationships/image" Target="../media/image37.png"/><Relationship Id="rId12" Type="http://schemas.openxmlformats.org/officeDocument/2006/relationships/slide" Target="slide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2.xml"/><Relationship Id="rId11" Type="http://schemas.openxmlformats.org/officeDocument/2006/relationships/slide" Target="slide5.xml"/><Relationship Id="rId5" Type="http://schemas.openxmlformats.org/officeDocument/2006/relationships/slide" Target="slide13.xml"/><Relationship Id="rId10" Type="http://schemas.openxmlformats.org/officeDocument/2006/relationships/slide" Target="slide4.xml"/><Relationship Id="rId4" Type="http://schemas.openxmlformats.org/officeDocument/2006/relationships/image" Target="../media/image36.png"/><Relationship Id="rId9" Type="http://schemas.openxmlformats.org/officeDocument/2006/relationships/slide" Target="slide2.xml"/><Relationship Id="rId14" Type="http://schemas.openxmlformats.org/officeDocument/2006/relationships/slide" Target="slide1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slide" Target="slide4.xml"/><Relationship Id="rId3" Type="http://schemas.openxmlformats.org/officeDocument/2006/relationships/image" Target="../media/image35.jpg"/><Relationship Id="rId7" Type="http://schemas.openxmlformats.org/officeDocument/2006/relationships/image" Target="../media/image39.png"/><Relationship Id="rId12" Type="http://schemas.openxmlformats.org/officeDocument/2006/relationships/slide" Target="slide2.xml"/><Relationship Id="rId17" Type="http://schemas.openxmlformats.org/officeDocument/2006/relationships/slide" Target="slide16.xml"/><Relationship Id="rId2" Type="http://schemas.openxmlformats.org/officeDocument/2006/relationships/notesSlide" Target="../notesSlides/notesSlide13.xml"/><Relationship Id="rId16" Type="http://schemas.openxmlformats.org/officeDocument/2006/relationships/slide" Target="slide14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2.xml"/><Relationship Id="rId11" Type="http://schemas.openxmlformats.org/officeDocument/2006/relationships/slide" Target="slide1.xml"/><Relationship Id="rId5" Type="http://schemas.openxmlformats.org/officeDocument/2006/relationships/slide" Target="slide13.xml"/><Relationship Id="rId15" Type="http://schemas.openxmlformats.org/officeDocument/2006/relationships/slide" Target="slide6.xml"/><Relationship Id="rId10" Type="http://schemas.openxmlformats.org/officeDocument/2006/relationships/image" Target="../media/image42.png"/><Relationship Id="rId4" Type="http://schemas.openxmlformats.org/officeDocument/2006/relationships/image" Target="../media/image38.png"/><Relationship Id="rId9" Type="http://schemas.openxmlformats.org/officeDocument/2006/relationships/image" Target="../media/image41.png"/><Relationship Id="rId14" Type="http://schemas.openxmlformats.org/officeDocument/2006/relationships/slide" Target="slide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openxmlformats.org/officeDocument/2006/relationships/image" Target="../media/image43.jpg"/><Relationship Id="rId7" Type="http://schemas.openxmlformats.org/officeDocument/2006/relationships/slide" Target="slide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11" Type="http://schemas.openxmlformats.org/officeDocument/2006/relationships/slide" Target="slide16.xml"/><Relationship Id="rId5" Type="http://schemas.openxmlformats.org/officeDocument/2006/relationships/slide" Target="slide1.xml"/><Relationship Id="rId10" Type="http://schemas.openxmlformats.org/officeDocument/2006/relationships/slide" Target="slide14.xml"/><Relationship Id="rId4" Type="http://schemas.openxmlformats.org/officeDocument/2006/relationships/image" Target="../media/image44.png"/><Relationship Id="rId9" Type="http://schemas.openxmlformats.org/officeDocument/2006/relationships/slide" Target="slide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13" Type="http://schemas.openxmlformats.org/officeDocument/2006/relationships/slide" Target="slide14.xml"/><Relationship Id="rId3" Type="http://schemas.openxmlformats.org/officeDocument/2006/relationships/image" Target="../media/image43.jpg"/><Relationship Id="rId7" Type="http://schemas.openxmlformats.org/officeDocument/2006/relationships/image" Target="../media/image47.jpg"/><Relationship Id="rId12" Type="http://schemas.openxmlformats.org/officeDocument/2006/relationships/slide" Target="slide6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11" Type="http://schemas.openxmlformats.org/officeDocument/2006/relationships/slide" Target="slide5.xml"/><Relationship Id="rId5" Type="http://schemas.openxmlformats.org/officeDocument/2006/relationships/image" Target="../media/image45.png"/><Relationship Id="rId10" Type="http://schemas.openxmlformats.org/officeDocument/2006/relationships/slide" Target="slide4.xml"/><Relationship Id="rId4" Type="http://schemas.openxmlformats.org/officeDocument/2006/relationships/image" Target="../media/image44.png"/><Relationship Id="rId9" Type="http://schemas.openxmlformats.org/officeDocument/2006/relationships/slide" Target="slide2.xml"/><Relationship Id="rId14" Type="http://schemas.openxmlformats.org/officeDocument/2006/relationships/slide" Target="slide1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openxmlformats.org/officeDocument/2006/relationships/image" Target="../media/image48.jpg"/><Relationship Id="rId7" Type="http://schemas.openxmlformats.org/officeDocument/2006/relationships/slide" Target="slide4.xml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11" Type="http://schemas.openxmlformats.org/officeDocument/2006/relationships/slide" Target="slide16.xml"/><Relationship Id="rId5" Type="http://schemas.openxmlformats.org/officeDocument/2006/relationships/slide" Target="slide1.xml"/><Relationship Id="rId10" Type="http://schemas.openxmlformats.org/officeDocument/2006/relationships/slide" Target="slide14.xml"/><Relationship Id="rId4" Type="http://schemas.openxmlformats.org/officeDocument/2006/relationships/image" Target="../media/image49.jpg"/><Relationship Id="rId9" Type="http://schemas.openxmlformats.org/officeDocument/2006/relationships/slide" Target="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F2B73-AD40-D7EB-AD9D-5CB501E58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90B894DF-37AD-CE03-5CCA-66145CD78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54"/>
            <a:ext cx="12192000" cy="6445174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30E1A350-9DCA-183C-F075-148453FB1AF6}"/>
              </a:ext>
            </a:extLst>
          </p:cNvPr>
          <p:cNvGrpSpPr/>
          <p:nvPr/>
        </p:nvGrpSpPr>
        <p:grpSpPr>
          <a:xfrm>
            <a:off x="10635" y="6456572"/>
            <a:ext cx="4460412" cy="394389"/>
            <a:chOff x="10635" y="6456572"/>
            <a:chExt cx="4460412" cy="394389"/>
          </a:xfrm>
        </p:grpSpPr>
        <p:sp>
          <p:nvSpPr>
            <p:cNvPr id="11" name="사각형: 둥근 모서리 10">
              <a:hlinkClick r:id="rId4" action="ppaction://hlinksldjump"/>
              <a:extLst>
                <a:ext uri="{FF2B5EF4-FFF2-40B4-BE49-F238E27FC236}">
                  <a16:creationId xmlns:a16="http://schemas.microsoft.com/office/drawing/2014/main" id="{FF4FEBAA-E8C2-E66E-AAEB-86390B9B3FAB}"/>
                </a:ext>
              </a:extLst>
            </p:cNvPr>
            <p:cNvSpPr/>
            <p:nvPr/>
          </p:nvSpPr>
          <p:spPr>
            <a:xfrm>
              <a:off x="10635" y="6457680"/>
              <a:ext cx="654820" cy="393281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bg1"/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12" name="사각형: 둥근 모서리 11">
              <a:hlinkClick r:id="rId5" action="ppaction://hlinksldjump"/>
              <a:extLst>
                <a:ext uri="{FF2B5EF4-FFF2-40B4-BE49-F238E27FC236}">
                  <a16:creationId xmlns:a16="http://schemas.microsoft.com/office/drawing/2014/main" id="{8C2B58D7-37B5-AB59-40B1-66C617D92B80}"/>
                </a:ext>
              </a:extLst>
            </p:cNvPr>
            <p:cNvSpPr/>
            <p:nvPr/>
          </p:nvSpPr>
          <p:spPr>
            <a:xfrm>
              <a:off x="665455" y="6457680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도입</a:t>
              </a:r>
            </a:p>
          </p:txBody>
        </p:sp>
        <p:sp>
          <p:nvSpPr>
            <p:cNvPr id="13" name="사각형: 둥근 모서리 12">
              <a:hlinkClick r:id="rId6" action="ppaction://hlinksldjump"/>
              <a:extLst>
                <a:ext uri="{FF2B5EF4-FFF2-40B4-BE49-F238E27FC236}">
                  <a16:creationId xmlns:a16="http://schemas.microsoft.com/office/drawing/2014/main" id="{4E5FBA84-3A84-4817-F6A3-05B7429A7ED8}"/>
                </a:ext>
              </a:extLst>
            </p:cNvPr>
            <p:cNvSpPr/>
            <p:nvPr/>
          </p:nvSpPr>
          <p:spPr>
            <a:xfrm>
              <a:off x="1246439" y="6457680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14" name="사각형: 둥근 모서리 13">
              <a:hlinkClick r:id="rId7" action="ppaction://hlinksldjump"/>
              <a:extLst>
                <a:ext uri="{FF2B5EF4-FFF2-40B4-BE49-F238E27FC236}">
                  <a16:creationId xmlns:a16="http://schemas.microsoft.com/office/drawing/2014/main" id="{061A0A75-C5EC-D9E0-57CA-F6E494F862C5}"/>
                </a:ext>
              </a:extLst>
            </p:cNvPr>
            <p:cNvSpPr/>
            <p:nvPr/>
          </p:nvSpPr>
          <p:spPr>
            <a:xfrm>
              <a:off x="1901259" y="6457680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16" name="사각형: 둥근 모서리 15">
              <a:hlinkClick r:id="rId8" action="ppaction://hlinksldjump"/>
              <a:extLst>
                <a:ext uri="{FF2B5EF4-FFF2-40B4-BE49-F238E27FC236}">
                  <a16:creationId xmlns:a16="http://schemas.microsoft.com/office/drawing/2014/main" id="{4B36FABA-F8F9-28F2-927E-D7D19360FD82}"/>
                </a:ext>
              </a:extLst>
            </p:cNvPr>
            <p:cNvSpPr/>
            <p:nvPr/>
          </p:nvSpPr>
          <p:spPr>
            <a:xfrm>
              <a:off x="2652422" y="6457680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17" name="사각형: 둥근 모서리 16">
              <a:hlinkClick r:id="rId9" action="ppaction://hlinksldjump"/>
              <a:extLst>
                <a:ext uri="{FF2B5EF4-FFF2-40B4-BE49-F238E27FC236}">
                  <a16:creationId xmlns:a16="http://schemas.microsoft.com/office/drawing/2014/main" id="{A9B90BBB-F8FB-A2B2-DD97-047B09800E1F}"/>
                </a:ext>
              </a:extLst>
            </p:cNvPr>
            <p:cNvSpPr/>
            <p:nvPr/>
          </p:nvSpPr>
          <p:spPr>
            <a:xfrm>
              <a:off x="3233406" y="6456572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정리</a:t>
              </a:r>
            </a:p>
          </p:txBody>
        </p:sp>
        <p:sp>
          <p:nvSpPr>
            <p:cNvPr id="18" name="사각형: 둥근 모서리 17">
              <a:hlinkClick r:id="rId10" action="ppaction://hlinksldjump"/>
              <a:extLst>
                <a:ext uri="{FF2B5EF4-FFF2-40B4-BE49-F238E27FC236}">
                  <a16:creationId xmlns:a16="http://schemas.microsoft.com/office/drawing/2014/main" id="{346619DF-D0F2-66C7-EA62-40BFA547B8DA}"/>
                </a:ext>
              </a:extLst>
            </p:cNvPr>
            <p:cNvSpPr/>
            <p:nvPr/>
          </p:nvSpPr>
          <p:spPr>
            <a:xfrm>
              <a:off x="3816227" y="645657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FF405DBA-3EDE-B99A-8D5A-BE8E396DE4C9}"/>
              </a:ext>
            </a:extLst>
          </p:cNvPr>
          <p:cNvGrpSpPr/>
          <p:nvPr/>
        </p:nvGrpSpPr>
        <p:grpSpPr>
          <a:xfrm>
            <a:off x="5518298" y="6435306"/>
            <a:ext cx="1265273" cy="414547"/>
            <a:chOff x="5518298" y="6435306"/>
            <a:chExt cx="1265273" cy="414547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A9BCBE43-AD51-EA75-3F20-A30991033AE2}"/>
                </a:ext>
              </a:extLst>
            </p:cNvPr>
            <p:cNvSpPr/>
            <p:nvPr/>
          </p:nvSpPr>
          <p:spPr>
            <a:xfrm>
              <a:off x="5518298" y="6456572"/>
              <a:ext cx="1265273" cy="39328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/ 10</a:t>
              </a:r>
              <a:endParaRPr lang="ko-KR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7CC3C471-AB29-098E-D6A5-F487BFC401A5}"/>
                </a:ext>
              </a:extLst>
            </p:cNvPr>
            <p:cNvSpPr/>
            <p:nvPr/>
          </p:nvSpPr>
          <p:spPr>
            <a:xfrm>
              <a:off x="5589581" y="6435306"/>
              <a:ext cx="364651" cy="39328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700" b="1" dirty="0">
                  <a:solidFill>
                    <a:schemeClr val="tx1"/>
                  </a:solidFill>
                  <a:latin typeface="+mn-ea"/>
                </a:rPr>
                <a:t>1</a:t>
              </a:r>
              <a:endParaRPr lang="ko-KR" altLang="en-US" sz="17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BCA129E7-8D63-D9A9-0DEB-356F440CE391}"/>
              </a:ext>
            </a:extLst>
          </p:cNvPr>
          <p:cNvGrpSpPr/>
          <p:nvPr/>
        </p:nvGrpSpPr>
        <p:grpSpPr>
          <a:xfrm>
            <a:off x="2857861" y="1656019"/>
            <a:ext cx="7413523" cy="3265665"/>
            <a:chOff x="3440020" y="1758656"/>
            <a:chExt cx="7413523" cy="3265665"/>
          </a:xfrm>
        </p:grpSpPr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9A406101-5897-BD16-F5AE-27C7513B9E46}"/>
                </a:ext>
              </a:extLst>
            </p:cNvPr>
            <p:cNvGrpSpPr/>
            <p:nvPr/>
          </p:nvGrpSpPr>
          <p:grpSpPr>
            <a:xfrm>
              <a:off x="4942703" y="1758656"/>
              <a:ext cx="4973595" cy="3206198"/>
              <a:chOff x="4942703" y="1785551"/>
              <a:chExt cx="4973595" cy="3206198"/>
            </a:xfrm>
          </p:grpSpPr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70C49CA8-270B-D510-0AF6-89FA425BBD08}"/>
                  </a:ext>
                </a:extLst>
              </p:cNvPr>
              <p:cNvSpPr/>
              <p:nvPr/>
            </p:nvSpPr>
            <p:spPr>
              <a:xfrm>
                <a:off x="4942703" y="1785551"/>
                <a:ext cx="4862383" cy="80936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4400" b="1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BBDC21F-EEE2-B208-DB2B-8B399D94BEE4}"/>
                  </a:ext>
                </a:extLst>
              </p:cNvPr>
              <p:cNvSpPr txBox="1"/>
              <p:nvPr/>
            </p:nvSpPr>
            <p:spPr>
              <a:xfrm>
                <a:off x="8034294" y="4689659"/>
                <a:ext cx="1171624" cy="30209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endParaRPr lang="ko-KR" altLang="en-US" sz="4000" dirty="0">
                  <a:solidFill>
                    <a:srgbClr val="4F9475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155EB758-0A7D-4D8F-D960-3F4B407DC78E}"/>
                  </a:ext>
                </a:extLst>
              </p:cNvPr>
              <p:cNvSpPr/>
              <p:nvPr/>
            </p:nvSpPr>
            <p:spPr>
              <a:xfrm>
                <a:off x="5107460" y="2667000"/>
                <a:ext cx="4808838" cy="92263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4400" b="1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endParaRPr>
              </a:p>
            </p:txBody>
          </p:sp>
        </p:grp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BC1DB7F6-D8BA-8E78-3104-55ECFF8D8760}"/>
                </a:ext>
              </a:extLst>
            </p:cNvPr>
            <p:cNvGrpSpPr/>
            <p:nvPr/>
          </p:nvGrpSpPr>
          <p:grpSpPr>
            <a:xfrm>
              <a:off x="3440020" y="1997653"/>
              <a:ext cx="7413523" cy="3026668"/>
              <a:chOff x="3440020" y="1997653"/>
              <a:chExt cx="7413523" cy="3026668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A2A58AD-0CE9-4225-2706-892E2E7F7395}"/>
                  </a:ext>
                </a:extLst>
              </p:cNvPr>
              <p:cNvSpPr txBox="1"/>
              <p:nvPr/>
            </p:nvSpPr>
            <p:spPr>
              <a:xfrm>
                <a:off x="3440020" y="1997653"/>
                <a:ext cx="7413523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4400" b="1" dirty="0">
                    <a:latin typeface="휴먼모음T" panose="02030504000101010101" pitchFamily="18" charset="-127"/>
                    <a:ea typeface="휴먼모음T" panose="02030504000101010101" pitchFamily="18" charset="-127"/>
                  </a:rPr>
                  <a:t>노래는 자신감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C709FFC-6D0D-B4CB-A18E-2F3F728703CD}"/>
                  </a:ext>
                </a:extLst>
              </p:cNvPr>
              <p:cNvSpPr txBox="1"/>
              <p:nvPr/>
            </p:nvSpPr>
            <p:spPr>
              <a:xfrm>
                <a:off x="7585173" y="4562656"/>
                <a:ext cx="17304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400" dirty="0">
                    <a:solidFill>
                      <a:srgbClr val="7F70C3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12~13</a:t>
                </a:r>
                <a:r>
                  <a:rPr lang="ko-KR" altLang="en-US" sz="2400" dirty="0">
                    <a:solidFill>
                      <a:srgbClr val="7F70C3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쪽</a:t>
                </a:r>
              </a:p>
            </p:txBody>
          </p:sp>
          <p:grpSp>
            <p:nvGrpSpPr>
              <p:cNvPr id="41" name="그룹 40">
                <a:extLst>
                  <a:ext uri="{FF2B5EF4-FFF2-40B4-BE49-F238E27FC236}">
                    <a16:creationId xmlns:a16="http://schemas.microsoft.com/office/drawing/2014/main" id="{C8DBF663-48FE-D62B-F07A-54C49D544412}"/>
                  </a:ext>
                </a:extLst>
              </p:cNvPr>
              <p:cNvGrpSpPr/>
              <p:nvPr/>
            </p:nvGrpSpPr>
            <p:grpSpPr>
              <a:xfrm>
                <a:off x="5518298" y="2832528"/>
                <a:ext cx="3478428" cy="726485"/>
                <a:chOff x="5518298" y="2832528"/>
                <a:chExt cx="3478428" cy="726485"/>
              </a:xfrm>
            </p:grpSpPr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098154AB-2549-7675-2A37-7B6C3E9244FC}"/>
                    </a:ext>
                  </a:extLst>
                </p:cNvPr>
                <p:cNvSpPr txBox="1"/>
                <p:nvPr/>
              </p:nvSpPr>
              <p:spPr>
                <a:xfrm>
                  <a:off x="5913514" y="2832528"/>
                  <a:ext cx="3083212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4000" dirty="0">
                      <a:solidFill>
                        <a:srgbClr val="4F9475"/>
                      </a:solidFill>
                      <a:latin typeface="HY견고딕" panose="02030600000101010101" pitchFamily="18" charset="-127"/>
                      <a:ea typeface="HY견고딕" panose="02030600000101010101" pitchFamily="18" charset="-127"/>
                    </a:rPr>
                    <a:t>산마루에서</a:t>
                  </a:r>
                </a:p>
              </p:txBody>
            </p:sp>
            <p:cxnSp>
              <p:nvCxnSpPr>
                <p:cNvPr id="36" name="직선 연결선 35">
                  <a:extLst>
                    <a:ext uri="{FF2B5EF4-FFF2-40B4-BE49-F238E27FC236}">
                      <a16:creationId xmlns:a16="http://schemas.microsoft.com/office/drawing/2014/main" id="{0420E88A-AE4B-A9D6-7B2D-239E819AEA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518298" y="3540414"/>
                  <a:ext cx="3374215" cy="18599"/>
                </a:xfrm>
                <a:prstGeom prst="line">
                  <a:avLst/>
                </a:prstGeom>
                <a:ln w="38100">
                  <a:solidFill>
                    <a:srgbClr val="CAE3A2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39" name="그림 38" descr="텍스트, 만화 영화, 클립아트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91D7524E-B629-549F-0E4B-2EBF4DAAB0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7749" t="42772" r="49008" b="48967"/>
                <a:stretch>
                  <a:fillRect/>
                </a:stretch>
              </p:blipFill>
              <p:spPr>
                <a:xfrm>
                  <a:off x="5592438" y="2965725"/>
                  <a:ext cx="395416" cy="535070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1027569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FD96F-C589-9F51-29C7-0870EAA8A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6322A495-C01B-4251-7D9C-4537B6ACEA0E}"/>
              </a:ext>
            </a:extLst>
          </p:cNvPr>
          <p:cNvGrpSpPr/>
          <p:nvPr/>
        </p:nvGrpSpPr>
        <p:grpSpPr>
          <a:xfrm>
            <a:off x="5518298" y="6435306"/>
            <a:ext cx="1265273" cy="414547"/>
            <a:chOff x="5518298" y="6435306"/>
            <a:chExt cx="1265273" cy="414547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922DEFE3-D6CC-98A8-C7DB-40406B295D54}"/>
                </a:ext>
              </a:extLst>
            </p:cNvPr>
            <p:cNvSpPr/>
            <p:nvPr/>
          </p:nvSpPr>
          <p:spPr>
            <a:xfrm>
              <a:off x="5518298" y="6456572"/>
              <a:ext cx="1265273" cy="39328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/ 10</a:t>
              </a:r>
              <a:endParaRPr lang="ko-KR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D030CB1C-E23C-BBCB-A534-4BED6B87764A}"/>
                </a:ext>
              </a:extLst>
            </p:cNvPr>
            <p:cNvSpPr/>
            <p:nvPr/>
          </p:nvSpPr>
          <p:spPr>
            <a:xfrm>
              <a:off x="5589581" y="6435306"/>
              <a:ext cx="364651" cy="39328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700" b="1" dirty="0">
                  <a:solidFill>
                    <a:schemeClr val="tx1"/>
                  </a:solidFill>
                  <a:latin typeface="+mn-ea"/>
                </a:rPr>
                <a:t>2</a:t>
              </a:r>
              <a:endParaRPr lang="ko-KR" altLang="en-US" sz="17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858FAEDA-2A2E-E7B9-994F-46C52A5DA321}"/>
              </a:ext>
            </a:extLst>
          </p:cNvPr>
          <p:cNvGrpSpPr/>
          <p:nvPr/>
        </p:nvGrpSpPr>
        <p:grpSpPr>
          <a:xfrm>
            <a:off x="10635" y="6456572"/>
            <a:ext cx="4460412" cy="394389"/>
            <a:chOff x="10635" y="6456572"/>
            <a:chExt cx="4460412" cy="394389"/>
          </a:xfrm>
        </p:grpSpPr>
        <p:sp>
          <p:nvSpPr>
            <p:cNvPr id="13" name="사각형: 둥근 모서리 12">
              <a:hlinkClick r:id="rId3" action="ppaction://hlinksldjump"/>
              <a:extLst>
                <a:ext uri="{FF2B5EF4-FFF2-40B4-BE49-F238E27FC236}">
                  <a16:creationId xmlns:a16="http://schemas.microsoft.com/office/drawing/2014/main" id="{624E1BF8-DC95-8D82-6F8D-43509E106261}"/>
                </a:ext>
              </a:extLst>
            </p:cNvPr>
            <p:cNvSpPr/>
            <p:nvPr/>
          </p:nvSpPr>
          <p:spPr>
            <a:xfrm>
              <a:off x="10635" y="6457680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16" name="사각형: 둥근 모서리 15">
              <a:hlinkClick r:id="rId4" action="ppaction://hlinksldjump"/>
              <a:extLst>
                <a:ext uri="{FF2B5EF4-FFF2-40B4-BE49-F238E27FC236}">
                  <a16:creationId xmlns:a16="http://schemas.microsoft.com/office/drawing/2014/main" id="{92518C6C-0422-129F-7D91-B6DE1D28C5AF}"/>
                </a:ext>
              </a:extLst>
            </p:cNvPr>
            <p:cNvSpPr/>
            <p:nvPr/>
          </p:nvSpPr>
          <p:spPr>
            <a:xfrm>
              <a:off x="665455" y="6457680"/>
              <a:ext cx="580984" cy="393281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도입</a:t>
              </a:r>
            </a:p>
          </p:txBody>
        </p:sp>
        <p:sp>
          <p:nvSpPr>
            <p:cNvPr id="17" name="사각형: 둥근 모서리 16">
              <a:hlinkClick r:id="rId5" action="ppaction://hlinksldjump"/>
              <a:extLst>
                <a:ext uri="{FF2B5EF4-FFF2-40B4-BE49-F238E27FC236}">
                  <a16:creationId xmlns:a16="http://schemas.microsoft.com/office/drawing/2014/main" id="{B7EB325E-7049-ADE4-FC51-3EF5E2DDD799}"/>
                </a:ext>
              </a:extLst>
            </p:cNvPr>
            <p:cNvSpPr/>
            <p:nvPr/>
          </p:nvSpPr>
          <p:spPr>
            <a:xfrm>
              <a:off x="1246439" y="6457680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18" name="사각형: 둥근 모서리 17">
              <a:hlinkClick r:id="rId6" action="ppaction://hlinksldjump"/>
              <a:extLst>
                <a:ext uri="{FF2B5EF4-FFF2-40B4-BE49-F238E27FC236}">
                  <a16:creationId xmlns:a16="http://schemas.microsoft.com/office/drawing/2014/main" id="{55E9B711-A42B-E4E4-8710-90C2EE0CF1DF}"/>
                </a:ext>
              </a:extLst>
            </p:cNvPr>
            <p:cNvSpPr/>
            <p:nvPr/>
          </p:nvSpPr>
          <p:spPr>
            <a:xfrm>
              <a:off x="1901259" y="6457680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21" name="사각형: 둥근 모서리 20">
              <a:hlinkClick r:id="rId7" action="ppaction://hlinksldjump"/>
              <a:extLst>
                <a:ext uri="{FF2B5EF4-FFF2-40B4-BE49-F238E27FC236}">
                  <a16:creationId xmlns:a16="http://schemas.microsoft.com/office/drawing/2014/main" id="{1B779A2C-D27F-883F-3E01-EA91BEA8CC5B}"/>
                </a:ext>
              </a:extLst>
            </p:cNvPr>
            <p:cNvSpPr/>
            <p:nvPr/>
          </p:nvSpPr>
          <p:spPr>
            <a:xfrm>
              <a:off x="2652422" y="6457680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22" name="사각형: 둥근 모서리 21">
              <a:hlinkClick r:id="rId8" action="ppaction://hlinksldjump"/>
              <a:extLst>
                <a:ext uri="{FF2B5EF4-FFF2-40B4-BE49-F238E27FC236}">
                  <a16:creationId xmlns:a16="http://schemas.microsoft.com/office/drawing/2014/main" id="{77361D4F-74ED-20FE-784B-E6AB3B048AC0}"/>
                </a:ext>
              </a:extLst>
            </p:cNvPr>
            <p:cNvSpPr/>
            <p:nvPr/>
          </p:nvSpPr>
          <p:spPr>
            <a:xfrm>
              <a:off x="3233406" y="6456572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정리</a:t>
              </a:r>
            </a:p>
          </p:txBody>
        </p:sp>
        <p:sp>
          <p:nvSpPr>
            <p:cNvPr id="23" name="사각형: 둥근 모서리 22">
              <a:hlinkClick r:id="rId9" action="ppaction://hlinksldjump"/>
              <a:extLst>
                <a:ext uri="{FF2B5EF4-FFF2-40B4-BE49-F238E27FC236}">
                  <a16:creationId xmlns:a16="http://schemas.microsoft.com/office/drawing/2014/main" id="{0AA71678-A8C3-DB36-C599-A906A4A2A4A0}"/>
                </a:ext>
              </a:extLst>
            </p:cNvPr>
            <p:cNvSpPr/>
            <p:nvPr/>
          </p:nvSpPr>
          <p:spPr>
            <a:xfrm>
              <a:off x="3816227" y="645657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DA77D50C-1CAB-925F-1C37-E40597C47197}"/>
              </a:ext>
            </a:extLst>
          </p:cNvPr>
          <p:cNvGrpSpPr/>
          <p:nvPr/>
        </p:nvGrpSpPr>
        <p:grpSpPr>
          <a:xfrm>
            <a:off x="2065" y="0"/>
            <a:ext cx="12192000" cy="1218189"/>
            <a:chOff x="2065" y="0"/>
            <a:chExt cx="12192000" cy="1218189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BB6FDED3-B00F-7956-8BBD-6341B4B87CA7}"/>
                </a:ext>
              </a:extLst>
            </p:cNvPr>
            <p:cNvGrpSpPr/>
            <p:nvPr/>
          </p:nvGrpSpPr>
          <p:grpSpPr>
            <a:xfrm>
              <a:off x="2065" y="0"/>
              <a:ext cx="12192000" cy="1181100"/>
              <a:chOff x="-10635" y="0"/>
              <a:chExt cx="12192000" cy="1181100"/>
            </a:xfrm>
          </p:grpSpPr>
          <p:pic>
            <p:nvPicPr>
              <p:cNvPr id="11" name="그림 10" descr="텍스트, 스크린샷, 소프트웨어, 운영 체제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5ED5383B-8136-2DD1-D2E9-4E56BF1581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81764"/>
              <a:stretch>
                <a:fillRect/>
              </a:stretch>
            </p:blipFill>
            <p:spPr>
              <a:xfrm>
                <a:off x="-10635" y="0"/>
                <a:ext cx="12192000" cy="1181100"/>
              </a:xfrm>
              <a:prstGeom prst="rect">
                <a:avLst/>
              </a:prstGeom>
            </p:spPr>
          </p:pic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89677418-DAC9-39B4-09B0-2A167C2791DA}"/>
                  </a:ext>
                </a:extLst>
              </p:cNvPr>
              <p:cNvSpPr/>
              <p:nvPr/>
            </p:nvSpPr>
            <p:spPr>
              <a:xfrm>
                <a:off x="1031789" y="123569"/>
                <a:ext cx="8791833" cy="54768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5813B6C-DA4B-404F-9DF6-A9B05544198D}"/>
                </a:ext>
              </a:extLst>
            </p:cNvPr>
            <p:cNvSpPr txBox="1"/>
            <p:nvPr/>
          </p:nvSpPr>
          <p:spPr>
            <a:xfrm>
              <a:off x="1044489" y="86480"/>
              <a:ext cx="1067178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spc="-2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노래 부르는 사람을 응원해 본 경험이 있나요</a:t>
              </a:r>
              <a:r>
                <a:rPr lang="en-US" altLang="ko-KR" sz="3200" spc="-2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?</a:t>
              </a:r>
              <a:endParaRPr lang="ko-KR" altLang="en-US" sz="3200" spc="-2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C3A2C16F-4D0D-8444-79C9-A36FBC1F6A72}"/>
                </a:ext>
              </a:extLst>
            </p:cNvPr>
            <p:cNvSpPr/>
            <p:nvPr/>
          </p:nvSpPr>
          <p:spPr>
            <a:xfrm>
              <a:off x="9209314" y="796290"/>
              <a:ext cx="2506957" cy="4218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4649087-CAC2-95F7-9BD4-3D0E92B2990D}"/>
              </a:ext>
            </a:extLst>
          </p:cNvPr>
          <p:cNvSpPr txBox="1"/>
          <p:nvPr/>
        </p:nvSpPr>
        <p:spPr>
          <a:xfrm>
            <a:off x="540959" y="1248677"/>
            <a:ext cx="10461893" cy="668148"/>
          </a:xfrm>
          <a:prstGeom prst="rect">
            <a:avLst/>
          </a:prstGeom>
          <a:noFill/>
        </p:spPr>
        <p:txBody>
          <a:bodyPr wrap="square" lIns="36000" tIns="36000" rIns="36000" bIns="36000">
            <a:noAutofit/>
          </a:bodyPr>
          <a:lstStyle/>
          <a:p>
            <a:pPr marL="179388" indent="-179388">
              <a:lnSpc>
                <a:spcPct val="150000"/>
              </a:lnSpc>
              <a:buClr>
                <a:srgbClr val="E28508"/>
              </a:buClr>
              <a:buFont typeface="Arial" panose="020B0604020202020204" pitchFamily="34" charset="0"/>
              <a:buChar char="•"/>
            </a:pPr>
            <a:r>
              <a:rPr lang="ko-KR" altLang="en-US" sz="2800" b="1" dirty="0">
                <a:solidFill>
                  <a:srgbClr val="211D1E"/>
                </a:solidFill>
                <a:latin typeface="+mn-ea"/>
              </a:rPr>
              <a:t>노래 공연을 본 적이 있는지 이야기해 봅시다</a:t>
            </a:r>
            <a:r>
              <a:rPr lang="en-US" altLang="ko-KR" sz="2800" b="1" dirty="0">
                <a:solidFill>
                  <a:srgbClr val="211D1E"/>
                </a:solidFill>
                <a:latin typeface="+mn-ea"/>
              </a:rPr>
              <a:t>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727C3D9-1A5E-A975-E324-458DD6BCD625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1540"/>
          <a:stretch>
            <a:fillRect/>
          </a:stretch>
        </p:blipFill>
        <p:spPr>
          <a:xfrm>
            <a:off x="4140200" y="2404715"/>
            <a:ext cx="4008120" cy="3760053"/>
          </a:xfrm>
          <a:prstGeom prst="rect">
            <a:avLst/>
          </a:prstGeom>
        </p:spPr>
      </p:pic>
      <p:grpSp>
        <p:nvGrpSpPr>
          <p:cNvPr id="35" name="그룹 34">
            <a:extLst>
              <a:ext uri="{FF2B5EF4-FFF2-40B4-BE49-F238E27FC236}">
                <a16:creationId xmlns:a16="http://schemas.microsoft.com/office/drawing/2014/main" id="{800FDE80-A9E3-BC28-9AE0-ADEC0304A7FC}"/>
              </a:ext>
            </a:extLst>
          </p:cNvPr>
          <p:cNvGrpSpPr/>
          <p:nvPr/>
        </p:nvGrpSpPr>
        <p:grpSpPr>
          <a:xfrm>
            <a:off x="8740087" y="2155006"/>
            <a:ext cx="3227865" cy="2630354"/>
            <a:chOff x="8740087" y="2155006"/>
            <a:chExt cx="3227865" cy="2630354"/>
          </a:xfrm>
        </p:grpSpPr>
        <p:sp>
          <p:nvSpPr>
            <p:cNvPr id="29" name="말풍선: 모서리가 둥근 사각형 28">
              <a:extLst>
                <a:ext uri="{FF2B5EF4-FFF2-40B4-BE49-F238E27FC236}">
                  <a16:creationId xmlns:a16="http://schemas.microsoft.com/office/drawing/2014/main" id="{82176788-0E5A-813B-EB00-2B626BBE228D}"/>
                </a:ext>
              </a:extLst>
            </p:cNvPr>
            <p:cNvSpPr/>
            <p:nvPr/>
          </p:nvSpPr>
          <p:spPr>
            <a:xfrm>
              <a:off x="8740087" y="2155006"/>
              <a:ext cx="3227865" cy="2630354"/>
            </a:xfrm>
            <a:prstGeom prst="wedgeRoundRectCallout">
              <a:avLst>
                <a:gd name="adj1" fmla="val -65476"/>
                <a:gd name="adj2" fmla="val 20494"/>
                <a:gd name="adj3" fmla="val 16667"/>
              </a:avLst>
            </a:prstGeom>
            <a:solidFill>
              <a:srgbClr val="FDF1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ct val="50000"/>
                </a:spcBef>
              </a:pPr>
              <a:r>
                <a:rPr lang="ko-KR" altLang="en-US" sz="2400" spc="-200" dirty="0">
                  <a:solidFill>
                    <a:schemeClr val="tx1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공연장에서 노래하는 것을 봤어요</a:t>
              </a:r>
              <a:r>
                <a:rPr lang="en-US" altLang="ko-KR" sz="2400" spc="-200" dirty="0">
                  <a:solidFill>
                    <a:schemeClr val="tx1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.</a:t>
              </a:r>
            </a:p>
            <a:p>
              <a:pPr algn="ctr">
                <a:spcBef>
                  <a:spcPct val="50000"/>
                </a:spcBef>
              </a:pPr>
              <a:endParaRPr lang="en-US" altLang="ko-KR" sz="2400" spc="-200" dirty="0">
                <a:solidFill>
                  <a:schemeClr val="tx1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pPr algn="ctr">
                <a:spcBef>
                  <a:spcPct val="50000"/>
                </a:spcBef>
              </a:pPr>
              <a:endParaRPr lang="en-US" altLang="ko-KR" sz="2400" spc="-200" dirty="0">
                <a:solidFill>
                  <a:schemeClr val="tx1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pPr algn="ctr">
                <a:spcBef>
                  <a:spcPct val="50000"/>
                </a:spcBef>
              </a:pPr>
              <a:endParaRPr lang="ko-KR" altLang="en-US" sz="2400" spc="-200" dirty="0">
                <a:solidFill>
                  <a:schemeClr val="tx1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pic>
          <p:nvPicPr>
            <p:cNvPr id="31" name="그림 30" descr="콘서트, 음악가, 공연, 예술가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C904580B-6C2C-9833-79A6-D663015EE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5133"/>
            <a:stretch>
              <a:fillRect/>
            </a:stretch>
          </p:blipFill>
          <p:spPr>
            <a:xfrm>
              <a:off x="9794718" y="3117580"/>
              <a:ext cx="1254735" cy="1576340"/>
            </a:xfrm>
            <a:prstGeom prst="rect">
              <a:avLst/>
            </a:prstGeom>
          </p:spPr>
        </p:pic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52F398D4-3A42-666D-54E6-76FE11574638}"/>
              </a:ext>
            </a:extLst>
          </p:cNvPr>
          <p:cNvGrpSpPr/>
          <p:nvPr/>
        </p:nvGrpSpPr>
        <p:grpSpPr>
          <a:xfrm>
            <a:off x="838207" y="2155006"/>
            <a:ext cx="2976183" cy="2538914"/>
            <a:chOff x="838207" y="2155006"/>
            <a:chExt cx="2976183" cy="2538914"/>
          </a:xfrm>
        </p:grpSpPr>
        <p:sp>
          <p:nvSpPr>
            <p:cNvPr id="28" name="말풍선: 모서리가 둥근 사각형 27">
              <a:extLst>
                <a:ext uri="{FF2B5EF4-FFF2-40B4-BE49-F238E27FC236}">
                  <a16:creationId xmlns:a16="http://schemas.microsoft.com/office/drawing/2014/main" id="{D5547BD2-C50F-1550-A518-845E7F5E0E97}"/>
                </a:ext>
              </a:extLst>
            </p:cNvPr>
            <p:cNvSpPr/>
            <p:nvPr/>
          </p:nvSpPr>
          <p:spPr>
            <a:xfrm>
              <a:off x="838207" y="2155006"/>
              <a:ext cx="2976183" cy="2538914"/>
            </a:xfrm>
            <a:prstGeom prst="wedgeRoundRectCallout">
              <a:avLst>
                <a:gd name="adj1" fmla="val 63171"/>
                <a:gd name="adj2" fmla="val 16052"/>
                <a:gd name="adj3" fmla="val 16667"/>
              </a:avLst>
            </a:prstGeom>
            <a:solidFill>
              <a:srgbClr val="DBF1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ct val="50000"/>
                </a:spcBef>
              </a:pPr>
              <a:r>
                <a:rPr lang="ko-KR" altLang="en-US" sz="2400" spc="-200" dirty="0">
                  <a:solidFill>
                    <a:schemeClr val="tx1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거리에서 버스킹 공연하는 것을 봤어요</a:t>
              </a:r>
              <a:r>
                <a:rPr lang="en-US" altLang="ko-KR" sz="2400" spc="-200" dirty="0">
                  <a:solidFill>
                    <a:schemeClr val="tx1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.</a:t>
              </a:r>
            </a:p>
            <a:p>
              <a:pPr algn="ctr">
                <a:spcBef>
                  <a:spcPct val="50000"/>
                </a:spcBef>
              </a:pPr>
              <a:endParaRPr lang="en-US" altLang="ko-KR" sz="2400" spc="-200" dirty="0">
                <a:solidFill>
                  <a:schemeClr val="tx1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pPr algn="ctr">
                <a:spcBef>
                  <a:spcPct val="50000"/>
                </a:spcBef>
              </a:pPr>
              <a:endParaRPr lang="en-US" altLang="ko-KR" sz="2400" spc="-200" dirty="0">
                <a:solidFill>
                  <a:schemeClr val="tx1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pPr algn="ctr">
                <a:spcBef>
                  <a:spcPct val="50000"/>
                </a:spcBef>
              </a:pPr>
              <a:endParaRPr lang="ko-KR" altLang="en-US" sz="2400" spc="-200" dirty="0">
                <a:solidFill>
                  <a:schemeClr val="tx1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pic>
          <p:nvPicPr>
            <p:cNvPr id="33" name="그림 32" descr="의류, 사람, 음악, 악기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47E8A3BA-7C45-926B-B96B-07C339DB6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9276" y="3121505"/>
              <a:ext cx="2093654" cy="13957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51072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D7787-7F78-75FA-A859-520478E0B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74D69B5B-1FA4-C811-252B-30EF5BBD6F82}"/>
              </a:ext>
            </a:extLst>
          </p:cNvPr>
          <p:cNvGrpSpPr/>
          <p:nvPr/>
        </p:nvGrpSpPr>
        <p:grpSpPr>
          <a:xfrm>
            <a:off x="5518298" y="6435306"/>
            <a:ext cx="1265273" cy="414547"/>
            <a:chOff x="5518298" y="6435306"/>
            <a:chExt cx="1265273" cy="414547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8C5CEDE3-0585-01AF-DEB4-3AFACD6A83E3}"/>
                </a:ext>
              </a:extLst>
            </p:cNvPr>
            <p:cNvSpPr/>
            <p:nvPr/>
          </p:nvSpPr>
          <p:spPr>
            <a:xfrm>
              <a:off x="5518298" y="6456572"/>
              <a:ext cx="1265273" cy="39328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/ 10</a:t>
              </a:r>
              <a:endParaRPr lang="ko-KR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9846CA64-B956-C84E-A4DC-44D5D6896186}"/>
                </a:ext>
              </a:extLst>
            </p:cNvPr>
            <p:cNvSpPr/>
            <p:nvPr/>
          </p:nvSpPr>
          <p:spPr>
            <a:xfrm>
              <a:off x="5589581" y="6435306"/>
              <a:ext cx="364651" cy="39328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700" b="1" dirty="0">
                  <a:solidFill>
                    <a:schemeClr val="tx1"/>
                  </a:solidFill>
                  <a:latin typeface="+mn-ea"/>
                </a:rPr>
                <a:t>2</a:t>
              </a:r>
              <a:endParaRPr lang="ko-KR" altLang="en-US" sz="17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AEFF9950-CF62-C4C4-FEAB-88D40AE6815D}"/>
              </a:ext>
            </a:extLst>
          </p:cNvPr>
          <p:cNvGrpSpPr/>
          <p:nvPr/>
        </p:nvGrpSpPr>
        <p:grpSpPr>
          <a:xfrm>
            <a:off x="10635" y="6456572"/>
            <a:ext cx="4460412" cy="394389"/>
            <a:chOff x="10635" y="6456572"/>
            <a:chExt cx="4460412" cy="394389"/>
          </a:xfrm>
        </p:grpSpPr>
        <p:sp>
          <p:nvSpPr>
            <p:cNvPr id="13" name="사각형: 둥근 모서리 12">
              <a:hlinkClick r:id="rId3" action="ppaction://hlinksldjump"/>
              <a:extLst>
                <a:ext uri="{FF2B5EF4-FFF2-40B4-BE49-F238E27FC236}">
                  <a16:creationId xmlns:a16="http://schemas.microsoft.com/office/drawing/2014/main" id="{A634164F-8F43-C394-0F67-61108426EA93}"/>
                </a:ext>
              </a:extLst>
            </p:cNvPr>
            <p:cNvSpPr/>
            <p:nvPr/>
          </p:nvSpPr>
          <p:spPr>
            <a:xfrm>
              <a:off x="10635" y="6457680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16" name="사각형: 둥근 모서리 15">
              <a:hlinkClick r:id="rId4" action="ppaction://hlinksldjump"/>
              <a:extLst>
                <a:ext uri="{FF2B5EF4-FFF2-40B4-BE49-F238E27FC236}">
                  <a16:creationId xmlns:a16="http://schemas.microsoft.com/office/drawing/2014/main" id="{F0A4CFD1-7B87-BA6C-94F4-BB2FC97D5BFF}"/>
                </a:ext>
              </a:extLst>
            </p:cNvPr>
            <p:cNvSpPr/>
            <p:nvPr/>
          </p:nvSpPr>
          <p:spPr>
            <a:xfrm>
              <a:off x="665455" y="6457680"/>
              <a:ext cx="580984" cy="393281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도입</a:t>
              </a:r>
            </a:p>
          </p:txBody>
        </p:sp>
        <p:sp>
          <p:nvSpPr>
            <p:cNvPr id="17" name="사각형: 둥근 모서리 16">
              <a:hlinkClick r:id="rId5" action="ppaction://hlinksldjump"/>
              <a:extLst>
                <a:ext uri="{FF2B5EF4-FFF2-40B4-BE49-F238E27FC236}">
                  <a16:creationId xmlns:a16="http://schemas.microsoft.com/office/drawing/2014/main" id="{9CAA7EEC-6F5C-1956-B289-C02D60864F6D}"/>
                </a:ext>
              </a:extLst>
            </p:cNvPr>
            <p:cNvSpPr/>
            <p:nvPr/>
          </p:nvSpPr>
          <p:spPr>
            <a:xfrm>
              <a:off x="1246439" y="6457680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18" name="사각형: 둥근 모서리 17">
              <a:hlinkClick r:id="rId6" action="ppaction://hlinksldjump"/>
              <a:extLst>
                <a:ext uri="{FF2B5EF4-FFF2-40B4-BE49-F238E27FC236}">
                  <a16:creationId xmlns:a16="http://schemas.microsoft.com/office/drawing/2014/main" id="{32F5AA05-B928-C888-74E2-95824888DC89}"/>
                </a:ext>
              </a:extLst>
            </p:cNvPr>
            <p:cNvSpPr/>
            <p:nvPr/>
          </p:nvSpPr>
          <p:spPr>
            <a:xfrm>
              <a:off x="1901259" y="6457680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21" name="사각형: 둥근 모서리 20">
              <a:hlinkClick r:id="rId7" action="ppaction://hlinksldjump"/>
              <a:extLst>
                <a:ext uri="{FF2B5EF4-FFF2-40B4-BE49-F238E27FC236}">
                  <a16:creationId xmlns:a16="http://schemas.microsoft.com/office/drawing/2014/main" id="{34C003F4-20E1-4651-7A7E-450A47CA31E5}"/>
                </a:ext>
              </a:extLst>
            </p:cNvPr>
            <p:cNvSpPr/>
            <p:nvPr/>
          </p:nvSpPr>
          <p:spPr>
            <a:xfrm>
              <a:off x="2652422" y="6457680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22" name="사각형: 둥근 모서리 21">
              <a:hlinkClick r:id="rId8" action="ppaction://hlinksldjump"/>
              <a:extLst>
                <a:ext uri="{FF2B5EF4-FFF2-40B4-BE49-F238E27FC236}">
                  <a16:creationId xmlns:a16="http://schemas.microsoft.com/office/drawing/2014/main" id="{CB098234-EAE4-7B1F-E529-D99A68E99B8E}"/>
                </a:ext>
              </a:extLst>
            </p:cNvPr>
            <p:cNvSpPr/>
            <p:nvPr/>
          </p:nvSpPr>
          <p:spPr>
            <a:xfrm>
              <a:off x="3233406" y="6456572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정리</a:t>
              </a:r>
            </a:p>
          </p:txBody>
        </p:sp>
        <p:sp>
          <p:nvSpPr>
            <p:cNvPr id="23" name="사각형: 둥근 모서리 22">
              <a:hlinkClick r:id="rId9" action="ppaction://hlinksldjump"/>
              <a:extLst>
                <a:ext uri="{FF2B5EF4-FFF2-40B4-BE49-F238E27FC236}">
                  <a16:creationId xmlns:a16="http://schemas.microsoft.com/office/drawing/2014/main" id="{ED4E7B06-4C86-C23F-D9CD-1433DF54C0E9}"/>
                </a:ext>
              </a:extLst>
            </p:cNvPr>
            <p:cNvSpPr/>
            <p:nvPr/>
          </p:nvSpPr>
          <p:spPr>
            <a:xfrm>
              <a:off x="3816227" y="645657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77AE4C8D-A9FF-ADBB-56D8-1E96CA64FB72}"/>
              </a:ext>
            </a:extLst>
          </p:cNvPr>
          <p:cNvGrpSpPr/>
          <p:nvPr/>
        </p:nvGrpSpPr>
        <p:grpSpPr>
          <a:xfrm>
            <a:off x="2065" y="0"/>
            <a:ext cx="12192000" cy="1218189"/>
            <a:chOff x="2065" y="0"/>
            <a:chExt cx="12192000" cy="1218189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B42FF593-D144-D064-7D19-155C17A12F81}"/>
                </a:ext>
              </a:extLst>
            </p:cNvPr>
            <p:cNvGrpSpPr/>
            <p:nvPr/>
          </p:nvGrpSpPr>
          <p:grpSpPr>
            <a:xfrm>
              <a:off x="2065" y="0"/>
              <a:ext cx="12192000" cy="1181100"/>
              <a:chOff x="-10635" y="0"/>
              <a:chExt cx="12192000" cy="1181100"/>
            </a:xfrm>
          </p:grpSpPr>
          <p:pic>
            <p:nvPicPr>
              <p:cNvPr id="11" name="그림 10" descr="텍스트, 스크린샷, 소프트웨어, 운영 체제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BE3C7E62-A44E-4D9F-53B6-8D3EBB8AFE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81764"/>
              <a:stretch>
                <a:fillRect/>
              </a:stretch>
            </p:blipFill>
            <p:spPr>
              <a:xfrm>
                <a:off x="-10635" y="0"/>
                <a:ext cx="12192000" cy="1181100"/>
              </a:xfrm>
              <a:prstGeom prst="rect">
                <a:avLst/>
              </a:prstGeom>
            </p:spPr>
          </p:pic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7D4DA6C8-AE4F-B811-D794-6649135C16FD}"/>
                  </a:ext>
                </a:extLst>
              </p:cNvPr>
              <p:cNvSpPr/>
              <p:nvPr/>
            </p:nvSpPr>
            <p:spPr>
              <a:xfrm>
                <a:off x="1031789" y="123569"/>
                <a:ext cx="8791833" cy="54768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1D54600-FACC-BCA1-1A3E-D469BF0D8CEE}"/>
                </a:ext>
              </a:extLst>
            </p:cNvPr>
            <p:cNvSpPr txBox="1"/>
            <p:nvPr/>
          </p:nvSpPr>
          <p:spPr>
            <a:xfrm>
              <a:off x="1044489" y="86480"/>
              <a:ext cx="1067178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spc="-2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노래 부르는 사람을 응원해 본 경험이 있나요</a:t>
              </a:r>
              <a:r>
                <a:rPr lang="en-US" altLang="ko-KR" sz="3200" spc="-2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?</a:t>
              </a:r>
              <a:endParaRPr lang="ko-KR" altLang="en-US" sz="3200" spc="-2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44237031-7DE2-345E-F367-F770EF550A4D}"/>
                </a:ext>
              </a:extLst>
            </p:cNvPr>
            <p:cNvSpPr/>
            <p:nvPr/>
          </p:nvSpPr>
          <p:spPr>
            <a:xfrm>
              <a:off x="9209314" y="796290"/>
              <a:ext cx="2506957" cy="4218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03C0528-1535-2B7D-EF23-5F2501183298}"/>
              </a:ext>
            </a:extLst>
          </p:cNvPr>
          <p:cNvSpPr txBox="1"/>
          <p:nvPr/>
        </p:nvSpPr>
        <p:spPr>
          <a:xfrm>
            <a:off x="540959" y="1248677"/>
            <a:ext cx="10461893" cy="668148"/>
          </a:xfrm>
          <a:prstGeom prst="rect">
            <a:avLst/>
          </a:prstGeom>
          <a:noFill/>
        </p:spPr>
        <p:txBody>
          <a:bodyPr wrap="square" lIns="36000" tIns="36000" rIns="36000" bIns="36000">
            <a:noAutofit/>
          </a:bodyPr>
          <a:lstStyle/>
          <a:p>
            <a:pPr marL="179388" indent="-179388">
              <a:lnSpc>
                <a:spcPct val="150000"/>
              </a:lnSpc>
              <a:buClr>
                <a:srgbClr val="E28508"/>
              </a:buClr>
              <a:buFont typeface="Arial" panose="020B0604020202020204" pitchFamily="34" charset="0"/>
              <a:buChar char="•"/>
            </a:pPr>
            <a:r>
              <a:rPr lang="ko-KR" altLang="en-US" sz="2800" b="1" dirty="0">
                <a:solidFill>
                  <a:srgbClr val="211D1E"/>
                </a:solidFill>
                <a:latin typeface="+mn-ea"/>
              </a:rPr>
              <a:t>노래 부르는 사람을 응원하고 싶었던 이유를 이야기해 봅시다</a:t>
            </a:r>
            <a:r>
              <a:rPr lang="en-US" altLang="ko-KR" sz="2800" b="1" dirty="0">
                <a:solidFill>
                  <a:srgbClr val="211D1E"/>
                </a:solidFill>
                <a:latin typeface="+mn-ea"/>
              </a:rPr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FFDF149-7189-0033-A2EE-F5AB67DFAB1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64407" y="2324251"/>
            <a:ext cx="8979650" cy="337533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A61EA3EE-3617-F447-C9CE-5D24ACBBEB66}"/>
              </a:ext>
            </a:extLst>
          </p:cNvPr>
          <p:cNvSpPr/>
          <p:nvPr/>
        </p:nvSpPr>
        <p:spPr>
          <a:xfrm>
            <a:off x="1985481" y="3286416"/>
            <a:ext cx="3279837" cy="1450999"/>
          </a:xfrm>
          <a:prstGeom prst="rect">
            <a:avLst/>
          </a:prstGeom>
          <a:solidFill>
            <a:srgbClr val="FDF2DF"/>
          </a:solidFill>
          <a:ln>
            <a:solidFill>
              <a:srgbClr val="FDF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>
                <a:solidFill>
                  <a:srgbClr val="C00000"/>
                </a:solidFill>
              </a:rPr>
              <a:t>정성을 다해</a:t>
            </a:r>
            <a:endParaRPr lang="en-US" altLang="ko-KR" sz="2800" b="1" dirty="0">
              <a:solidFill>
                <a:srgbClr val="C00000"/>
              </a:solidFill>
            </a:endParaRPr>
          </a:p>
          <a:p>
            <a:pPr algn="ctr"/>
            <a:r>
              <a:rPr lang="ko-KR" altLang="en-US" sz="2800" b="1" dirty="0">
                <a:solidFill>
                  <a:srgbClr val="C00000"/>
                </a:solidFill>
              </a:rPr>
              <a:t>노래 부르는 것에 감동받았어요</a:t>
            </a:r>
            <a:r>
              <a:rPr lang="en-US" altLang="ko-KR" sz="2800" b="1" dirty="0">
                <a:solidFill>
                  <a:srgbClr val="C00000"/>
                </a:solidFill>
              </a:rPr>
              <a:t>.</a:t>
            </a:r>
            <a:endParaRPr lang="ko-KR" altLang="en-US" sz="2800" b="1" dirty="0">
              <a:solidFill>
                <a:srgbClr val="C00000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F1AB22E-59D5-1967-831E-1550E030B29C}"/>
              </a:ext>
            </a:extLst>
          </p:cNvPr>
          <p:cNvSpPr/>
          <p:nvPr/>
        </p:nvSpPr>
        <p:spPr>
          <a:xfrm>
            <a:off x="6556485" y="3286416"/>
            <a:ext cx="3279837" cy="1450999"/>
          </a:xfrm>
          <a:prstGeom prst="rect">
            <a:avLst/>
          </a:prstGeom>
          <a:solidFill>
            <a:srgbClr val="FDF2DF"/>
          </a:solidFill>
          <a:ln>
            <a:solidFill>
              <a:srgbClr val="FDF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>
                <a:solidFill>
                  <a:srgbClr val="C00000"/>
                </a:solidFill>
              </a:rPr>
              <a:t>더 힘내서</a:t>
            </a:r>
            <a:endParaRPr lang="en-US" altLang="ko-KR" sz="2800" b="1" dirty="0">
              <a:solidFill>
                <a:srgbClr val="C00000"/>
              </a:solidFill>
            </a:endParaRPr>
          </a:p>
          <a:p>
            <a:pPr algn="ctr"/>
            <a:r>
              <a:rPr lang="ko-KR" altLang="en-US" sz="2800" b="1" dirty="0">
                <a:solidFill>
                  <a:srgbClr val="C00000"/>
                </a:solidFill>
              </a:rPr>
              <a:t>노래 부르기를</a:t>
            </a:r>
            <a:endParaRPr lang="en-US" altLang="ko-KR" sz="2800" b="1" dirty="0">
              <a:solidFill>
                <a:srgbClr val="C00000"/>
              </a:solidFill>
            </a:endParaRPr>
          </a:p>
          <a:p>
            <a:pPr algn="ctr"/>
            <a:r>
              <a:rPr lang="ko-KR" altLang="en-US" sz="2800" b="1" dirty="0">
                <a:solidFill>
                  <a:srgbClr val="C00000"/>
                </a:solidFill>
              </a:rPr>
              <a:t>바랐어요</a:t>
            </a:r>
            <a:r>
              <a:rPr lang="en-US" altLang="ko-KR" sz="2800" b="1" dirty="0">
                <a:solidFill>
                  <a:srgbClr val="C00000"/>
                </a:solidFill>
              </a:rPr>
              <a:t>.</a:t>
            </a:r>
            <a:endParaRPr lang="ko-KR" altLang="en-US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5562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9D724-764D-4A3B-27F0-A4FF750AB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그룹 18">
            <a:extLst>
              <a:ext uri="{FF2B5EF4-FFF2-40B4-BE49-F238E27FC236}">
                <a16:creationId xmlns:a16="http://schemas.microsoft.com/office/drawing/2014/main" id="{494973D5-116B-1D51-64BD-538559AA3D39}"/>
              </a:ext>
            </a:extLst>
          </p:cNvPr>
          <p:cNvGrpSpPr/>
          <p:nvPr/>
        </p:nvGrpSpPr>
        <p:grpSpPr>
          <a:xfrm>
            <a:off x="5518298" y="6435306"/>
            <a:ext cx="1265273" cy="414547"/>
            <a:chOff x="5518298" y="6435306"/>
            <a:chExt cx="1265273" cy="414547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97778AB9-1380-2A23-3D34-71E91C4094CF}"/>
                </a:ext>
              </a:extLst>
            </p:cNvPr>
            <p:cNvSpPr/>
            <p:nvPr/>
          </p:nvSpPr>
          <p:spPr>
            <a:xfrm>
              <a:off x="5518298" y="6456572"/>
              <a:ext cx="1265273" cy="39328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/ 10</a:t>
              </a:r>
              <a:endParaRPr lang="ko-KR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2DEC35B9-52DD-D1C9-0B5D-DCCA29C3052E}"/>
                </a:ext>
              </a:extLst>
            </p:cNvPr>
            <p:cNvSpPr/>
            <p:nvPr/>
          </p:nvSpPr>
          <p:spPr>
            <a:xfrm>
              <a:off x="5589581" y="6435306"/>
              <a:ext cx="364651" cy="39328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700" b="1" dirty="0">
                  <a:solidFill>
                    <a:schemeClr val="tx1"/>
                  </a:solidFill>
                  <a:latin typeface="+mn-ea"/>
                </a:rPr>
                <a:t>3</a:t>
              </a:r>
              <a:endParaRPr lang="ko-KR" altLang="en-US" sz="17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185FAE2-5327-629E-2ADB-B4E68A84021B}"/>
              </a:ext>
            </a:extLst>
          </p:cNvPr>
          <p:cNvGrpSpPr/>
          <p:nvPr/>
        </p:nvGrpSpPr>
        <p:grpSpPr>
          <a:xfrm>
            <a:off x="10635" y="-32643"/>
            <a:ext cx="12192000" cy="6477000"/>
            <a:chOff x="10635" y="-14713"/>
            <a:chExt cx="12192000" cy="6477000"/>
          </a:xfrm>
        </p:grpSpPr>
        <p:pic>
          <p:nvPicPr>
            <p:cNvPr id="12" name="그림 11" descr="텍스트, 스크린샷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7AA68AC1-4003-E5C3-8638-BF1F6037BA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35" y="-14713"/>
              <a:ext cx="12192000" cy="6477000"/>
            </a:xfrm>
            <a:prstGeom prst="rect">
              <a:avLst/>
            </a:prstGeom>
          </p:spPr>
        </p:pic>
        <p:pic>
          <p:nvPicPr>
            <p:cNvPr id="13" name="그림 12" descr="텍스트, 스크린샷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41D3E5A6-67D3-9641-807A-6B1E539191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579" t="10423" r="77448" b="80656"/>
            <a:stretch>
              <a:fillRect/>
            </a:stretch>
          </p:blipFill>
          <p:spPr>
            <a:xfrm>
              <a:off x="10263665" y="660400"/>
              <a:ext cx="1337785" cy="577850"/>
            </a:xfrm>
            <a:prstGeom prst="rect">
              <a:avLst/>
            </a:prstGeom>
          </p:spPr>
        </p:pic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8224559-F404-3FB1-098C-2D5A0C98827B}"/>
                </a:ext>
              </a:extLst>
            </p:cNvPr>
            <p:cNvSpPr/>
            <p:nvPr/>
          </p:nvSpPr>
          <p:spPr>
            <a:xfrm>
              <a:off x="10263665" y="631825"/>
              <a:ext cx="1258410" cy="1206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D617D4A9-70EF-02A1-9D5E-773B53B13B41}"/>
                </a:ext>
              </a:extLst>
            </p:cNvPr>
            <p:cNvSpPr/>
            <p:nvPr/>
          </p:nvSpPr>
          <p:spPr>
            <a:xfrm>
              <a:off x="876300" y="1554480"/>
              <a:ext cx="10149840" cy="2080260"/>
            </a:xfrm>
            <a:prstGeom prst="rect">
              <a:avLst/>
            </a:prstGeom>
            <a:solidFill>
              <a:srgbClr val="FEF7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7" name="그림 16" descr="텍스트, 스크린샷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2022BEC4-83B6-A583-05E5-1911D83141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42" t="12188" r="78004" b="74675"/>
            <a:stretch>
              <a:fillRect/>
            </a:stretch>
          </p:blipFill>
          <p:spPr>
            <a:xfrm flipH="1" flipV="1">
              <a:off x="9518650" y="5419300"/>
              <a:ext cx="2298700" cy="85090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820A75D3-B31F-C9E3-CD0D-07FF0B6AA258}"/>
              </a:ext>
            </a:extLst>
          </p:cNvPr>
          <p:cNvGrpSpPr/>
          <p:nvPr/>
        </p:nvGrpSpPr>
        <p:grpSpPr>
          <a:xfrm>
            <a:off x="1038590" y="1714855"/>
            <a:ext cx="9972311" cy="1323439"/>
            <a:chOff x="1038590" y="1714855"/>
            <a:chExt cx="9972311" cy="1323439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5AA3DE3-A728-289A-7293-0C00E8FC6F0C}"/>
                </a:ext>
              </a:extLst>
            </p:cNvPr>
            <p:cNvSpPr txBox="1"/>
            <p:nvPr/>
          </p:nvSpPr>
          <p:spPr>
            <a:xfrm>
              <a:off x="1672203" y="1714855"/>
              <a:ext cx="9338698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40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노래의 특징을 살려 활기차게 노래 불러 봅시다</a:t>
              </a:r>
              <a:r>
                <a:rPr lang="en-US" altLang="ko-KR" sz="40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.</a:t>
              </a:r>
              <a:endParaRPr lang="ko-KR" altLang="en-US" sz="40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pic>
          <p:nvPicPr>
            <p:cNvPr id="29" name="그림 28" descr="텍스트, 스크린샷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71BFE71B-0172-C906-0091-1CA9A95DB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66" t="25404" r="87115" b="62714"/>
            <a:stretch>
              <a:fillRect/>
            </a:stretch>
          </p:blipFill>
          <p:spPr>
            <a:xfrm>
              <a:off x="1038590" y="1744980"/>
              <a:ext cx="575310" cy="769620"/>
            </a:xfrm>
            <a:prstGeom prst="rect">
              <a:avLst/>
            </a:prstGeom>
          </p:spPr>
        </p:pic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79E17EC1-2DAB-400A-D108-01002AF2C7DA}"/>
              </a:ext>
            </a:extLst>
          </p:cNvPr>
          <p:cNvGrpSpPr/>
          <p:nvPr/>
        </p:nvGrpSpPr>
        <p:grpSpPr>
          <a:xfrm>
            <a:off x="1038590" y="3133395"/>
            <a:ext cx="9972311" cy="1323439"/>
            <a:chOff x="1038590" y="3006712"/>
            <a:chExt cx="9972311" cy="1323439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15BFDA0-15FE-1837-8A45-F55E3AD77DE2}"/>
                </a:ext>
              </a:extLst>
            </p:cNvPr>
            <p:cNvSpPr txBox="1"/>
            <p:nvPr/>
          </p:nvSpPr>
          <p:spPr>
            <a:xfrm>
              <a:off x="1672203" y="3006712"/>
              <a:ext cx="9338698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40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노래를 발표하고 기준을 정하여 평가해 봅시다</a:t>
              </a:r>
              <a:r>
                <a:rPr lang="en-US" altLang="ko-KR" sz="40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.</a:t>
              </a:r>
              <a:endParaRPr lang="ko-KR" altLang="en-US" sz="40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pic>
          <p:nvPicPr>
            <p:cNvPr id="32" name="그림 31" descr="텍스트, 스크린샷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F97FE3CA-80BF-41F6-F3D4-ADED6620E8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66" t="25404" r="87115" b="62714"/>
            <a:stretch>
              <a:fillRect/>
            </a:stretch>
          </p:blipFill>
          <p:spPr>
            <a:xfrm>
              <a:off x="1038590" y="3055620"/>
              <a:ext cx="575310" cy="769620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ADC381DE-6D4C-39AD-2164-597D3A8B5875}"/>
              </a:ext>
            </a:extLst>
          </p:cNvPr>
          <p:cNvGrpSpPr/>
          <p:nvPr/>
        </p:nvGrpSpPr>
        <p:grpSpPr>
          <a:xfrm>
            <a:off x="10635" y="6456572"/>
            <a:ext cx="4460412" cy="394389"/>
            <a:chOff x="10635" y="6456572"/>
            <a:chExt cx="4460412" cy="394389"/>
          </a:xfrm>
        </p:grpSpPr>
        <p:sp>
          <p:nvSpPr>
            <p:cNvPr id="3" name="사각형: 둥근 모서리 2">
              <a:hlinkClick r:id="rId4" action="ppaction://hlinksldjump"/>
              <a:extLst>
                <a:ext uri="{FF2B5EF4-FFF2-40B4-BE49-F238E27FC236}">
                  <a16:creationId xmlns:a16="http://schemas.microsoft.com/office/drawing/2014/main" id="{AFDAC0B0-C078-0408-6AE9-A0915265D87F}"/>
                </a:ext>
              </a:extLst>
            </p:cNvPr>
            <p:cNvSpPr/>
            <p:nvPr/>
          </p:nvSpPr>
          <p:spPr>
            <a:xfrm>
              <a:off x="10635" y="6457680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5" name="사각형: 둥근 모서리 4">
              <a:hlinkClick r:id="rId5" action="ppaction://hlinksldjump"/>
              <a:extLst>
                <a:ext uri="{FF2B5EF4-FFF2-40B4-BE49-F238E27FC236}">
                  <a16:creationId xmlns:a16="http://schemas.microsoft.com/office/drawing/2014/main" id="{DC690238-C157-9917-EB5E-F79D50BA4027}"/>
                </a:ext>
              </a:extLst>
            </p:cNvPr>
            <p:cNvSpPr/>
            <p:nvPr/>
          </p:nvSpPr>
          <p:spPr>
            <a:xfrm>
              <a:off x="665455" y="6457680"/>
              <a:ext cx="580984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도입</a:t>
              </a:r>
            </a:p>
          </p:txBody>
        </p:sp>
        <p:sp>
          <p:nvSpPr>
            <p:cNvPr id="6" name="사각형: 둥근 모서리 5">
              <a:hlinkClick r:id="rId6" action="ppaction://hlinksldjump"/>
              <a:extLst>
                <a:ext uri="{FF2B5EF4-FFF2-40B4-BE49-F238E27FC236}">
                  <a16:creationId xmlns:a16="http://schemas.microsoft.com/office/drawing/2014/main" id="{77DF1327-E367-AE19-0E00-F24062910624}"/>
                </a:ext>
              </a:extLst>
            </p:cNvPr>
            <p:cNvSpPr/>
            <p:nvPr/>
          </p:nvSpPr>
          <p:spPr>
            <a:xfrm>
              <a:off x="1246439" y="6457680"/>
              <a:ext cx="654820" cy="393281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8" name="사각형: 둥근 모서리 7">
              <a:hlinkClick r:id="rId7" action="ppaction://hlinksldjump"/>
              <a:extLst>
                <a:ext uri="{FF2B5EF4-FFF2-40B4-BE49-F238E27FC236}">
                  <a16:creationId xmlns:a16="http://schemas.microsoft.com/office/drawing/2014/main" id="{7CB2B29C-84DC-4CD3-7C35-E7D3C4EE1ED8}"/>
                </a:ext>
              </a:extLst>
            </p:cNvPr>
            <p:cNvSpPr/>
            <p:nvPr/>
          </p:nvSpPr>
          <p:spPr>
            <a:xfrm>
              <a:off x="1901259" y="6457680"/>
              <a:ext cx="751163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9" name="사각형: 둥근 모서리 8">
              <a:hlinkClick r:id="rId8" action="ppaction://hlinksldjump"/>
              <a:extLst>
                <a:ext uri="{FF2B5EF4-FFF2-40B4-BE49-F238E27FC236}">
                  <a16:creationId xmlns:a16="http://schemas.microsoft.com/office/drawing/2014/main" id="{072B0AFB-A72B-EEAC-418C-BC78DC420C3F}"/>
                </a:ext>
              </a:extLst>
            </p:cNvPr>
            <p:cNvSpPr/>
            <p:nvPr/>
          </p:nvSpPr>
          <p:spPr>
            <a:xfrm>
              <a:off x="2652422" y="6457680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10" name="사각형: 둥근 모서리 9">
              <a:hlinkClick r:id="rId9" action="ppaction://hlinksldjump"/>
              <a:extLst>
                <a:ext uri="{FF2B5EF4-FFF2-40B4-BE49-F238E27FC236}">
                  <a16:creationId xmlns:a16="http://schemas.microsoft.com/office/drawing/2014/main" id="{561EB9A2-0D81-3EE5-6233-F30261590296}"/>
                </a:ext>
              </a:extLst>
            </p:cNvPr>
            <p:cNvSpPr/>
            <p:nvPr/>
          </p:nvSpPr>
          <p:spPr>
            <a:xfrm>
              <a:off x="3233406" y="6456572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정리</a:t>
              </a:r>
            </a:p>
          </p:txBody>
        </p:sp>
        <p:sp>
          <p:nvSpPr>
            <p:cNvPr id="15" name="사각형: 둥근 모서리 14">
              <a:hlinkClick r:id="rId10" action="ppaction://hlinksldjump"/>
              <a:extLst>
                <a:ext uri="{FF2B5EF4-FFF2-40B4-BE49-F238E27FC236}">
                  <a16:creationId xmlns:a16="http://schemas.microsoft.com/office/drawing/2014/main" id="{FBD8E622-BA1A-B967-257F-5EB9BF850046}"/>
                </a:ext>
              </a:extLst>
            </p:cNvPr>
            <p:cNvSpPr/>
            <p:nvPr/>
          </p:nvSpPr>
          <p:spPr>
            <a:xfrm>
              <a:off x="3816227" y="6456572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09160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BFD14-E076-DB60-6E9C-E358849E1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4F14956D-7C3E-B7E4-9E39-15CD18A22B94}"/>
              </a:ext>
            </a:extLst>
          </p:cNvPr>
          <p:cNvGrpSpPr/>
          <p:nvPr/>
        </p:nvGrpSpPr>
        <p:grpSpPr>
          <a:xfrm>
            <a:off x="5518298" y="6435306"/>
            <a:ext cx="1265273" cy="414547"/>
            <a:chOff x="5518298" y="6435306"/>
            <a:chExt cx="1265273" cy="414547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E6C9A293-0983-4459-D650-F9ECA563C7CD}"/>
                </a:ext>
              </a:extLst>
            </p:cNvPr>
            <p:cNvSpPr/>
            <p:nvPr/>
          </p:nvSpPr>
          <p:spPr>
            <a:xfrm>
              <a:off x="5518298" y="6456572"/>
              <a:ext cx="1265273" cy="39328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/ 10</a:t>
              </a:r>
              <a:endParaRPr lang="ko-KR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6F99C784-0C2B-E25C-562E-85A245DE416E}"/>
                </a:ext>
              </a:extLst>
            </p:cNvPr>
            <p:cNvSpPr/>
            <p:nvPr/>
          </p:nvSpPr>
          <p:spPr>
            <a:xfrm>
              <a:off x="5589581" y="6435306"/>
              <a:ext cx="364651" cy="39328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700" b="1" dirty="0">
                  <a:solidFill>
                    <a:schemeClr val="tx1"/>
                  </a:solidFill>
                  <a:latin typeface="+mn-ea"/>
                </a:rPr>
                <a:t>4</a:t>
              </a:r>
              <a:endParaRPr lang="ko-KR" altLang="en-US" sz="17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pic>
        <p:nvPicPr>
          <p:cNvPr id="6" name="그림 5">
            <a:hlinkClick r:id="rId3"/>
            <a:extLst>
              <a:ext uri="{FF2B5EF4-FFF2-40B4-BE49-F238E27FC236}">
                <a16:creationId xmlns:a16="http://schemas.microsoft.com/office/drawing/2014/main" id="{0759DA79-083A-32CC-A180-8D40452785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039"/>
            <a:ext cx="12181365" cy="642715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898138D8-40C8-466C-F28C-2CFC31FF1DC9}"/>
              </a:ext>
            </a:extLst>
          </p:cNvPr>
          <p:cNvGrpSpPr/>
          <p:nvPr/>
        </p:nvGrpSpPr>
        <p:grpSpPr>
          <a:xfrm>
            <a:off x="10635" y="6456572"/>
            <a:ext cx="4460412" cy="394389"/>
            <a:chOff x="10635" y="6456572"/>
            <a:chExt cx="4460412" cy="394389"/>
          </a:xfrm>
        </p:grpSpPr>
        <p:sp>
          <p:nvSpPr>
            <p:cNvPr id="8" name="사각형: 둥근 모서리 7">
              <a:hlinkClick r:id="rId5" action="ppaction://hlinksldjump"/>
              <a:extLst>
                <a:ext uri="{FF2B5EF4-FFF2-40B4-BE49-F238E27FC236}">
                  <a16:creationId xmlns:a16="http://schemas.microsoft.com/office/drawing/2014/main" id="{7D87DB4E-D10C-31D9-996C-C8C35CFDF8DC}"/>
                </a:ext>
              </a:extLst>
            </p:cNvPr>
            <p:cNvSpPr/>
            <p:nvPr/>
          </p:nvSpPr>
          <p:spPr>
            <a:xfrm>
              <a:off x="10635" y="6457680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9" name="사각형: 둥근 모서리 8">
              <a:hlinkClick r:id="rId6" action="ppaction://hlinksldjump"/>
              <a:extLst>
                <a:ext uri="{FF2B5EF4-FFF2-40B4-BE49-F238E27FC236}">
                  <a16:creationId xmlns:a16="http://schemas.microsoft.com/office/drawing/2014/main" id="{4DB01C91-4090-043A-6D62-C99764910BA7}"/>
                </a:ext>
              </a:extLst>
            </p:cNvPr>
            <p:cNvSpPr/>
            <p:nvPr/>
          </p:nvSpPr>
          <p:spPr>
            <a:xfrm>
              <a:off x="665455" y="6457680"/>
              <a:ext cx="580984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도입</a:t>
              </a:r>
            </a:p>
          </p:txBody>
        </p:sp>
        <p:sp>
          <p:nvSpPr>
            <p:cNvPr id="10" name="사각형: 둥근 모서리 9">
              <a:hlinkClick r:id="rId7" action="ppaction://hlinksldjump"/>
              <a:extLst>
                <a:ext uri="{FF2B5EF4-FFF2-40B4-BE49-F238E27FC236}">
                  <a16:creationId xmlns:a16="http://schemas.microsoft.com/office/drawing/2014/main" id="{ED0B27F0-DCBE-6541-B55F-F3326A7649C6}"/>
                </a:ext>
              </a:extLst>
            </p:cNvPr>
            <p:cNvSpPr/>
            <p:nvPr/>
          </p:nvSpPr>
          <p:spPr>
            <a:xfrm>
              <a:off x="1246439" y="6457680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12" name="사각형: 둥근 모서리 11">
              <a:hlinkClick r:id="rId8" action="ppaction://hlinksldjump"/>
              <a:extLst>
                <a:ext uri="{FF2B5EF4-FFF2-40B4-BE49-F238E27FC236}">
                  <a16:creationId xmlns:a16="http://schemas.microsoft.com/office/drawing/2014/main" id="{7A7C4C89-D216-529E-4061-C61515678BD1}"/>
                </a:ext>
              </a:extLst>
            </p:cNvPr>
            <p:cNvSpPr/>
            <p:nvPr/>
          </p:nvSpPr>
          <p:spPr>
            <a:xfrm>
              <a:off x="1901259" y="6457680"/>
              <a:ext cx="751163" cy="393281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22" name="사각형: 둥근 모서리 21">
              <a:hlinkClick r:id="rId9" action="ppaction://hlinksldjump"/>
              <a:extLst>
                <a:ext uri="{FF2B5EF4-FFF2-40B4-BE49-F238E27FC236}">
                  <a16:creationId xmlns:a16="http://schemas.microsoft.com/office/drawing/2014/main" id="{30E4961D-F35E-A69D-8070-069D9608008F}"/>
                </a:ext>
              </a:extLst>
            </p:cNvPr>
            <p:cNvSpPr/>
            <p:nvPr/>
          </p:nvSpPr>
          <p:spPr>
            <a:xfrm>
              <a:off x="2652422" y="6457680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23" name="사각형: 둥근 모서리 22">
              <a:hlinkClick r:id="rId10" action="ppaction://hlinksldjump"/>
              <a:extLst>
                <a:ext uri="{FF2B5EF4-FFF2-40B4-BE49-F238E27FC236}">
                  <a16:creationId xmlns:a16="http://schemas.microsoft.com/office/drawing/2014/main" id="{786E0BB6-6ABB-A01A-D280-D3E43704C535}"/>
                </a:ext>
              </a:extLst>
            </p:cNvPr>
            <p:cNvSpPr/>
            <p:nvPr/>
          </p:nvSpPr>
          <p:spPr>
            <a:xfrm>
              <a:off x="3233406" y="6456572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정리</a:t>
              </a:r>
            </a:p>
          </p:txBody>
        </p:sp>
        <p:sp>
          <p:nvSpPr>
            <p:cNvPr id="24" name="사각형: 둥근 모서리 23">
              <a:hlinkClick r:id="rId11" action="ppaction://hlinksldjump"/>
              <a:extLst>
                <a:ext uri="{FF2B5EF4-FFF2-40B4-BE49-F238E27FC236}">
                  <a16:creationId xmlns:a16="http://schemas.microsoft.com/office/drawing/2014/main" id="{4B106328-DA8D-6000-4D8C-BF8EE433AE25}"/>
                </a:ext>
              </a:extLst>
            </p:cNvPr>
            <p:cNvSpPr/>
            <p:nvPr/>
          </p:nvSpPr>
          <p:spPr>
            <a:xfrm>
              <a:off x="3816227" y="6456572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12562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F3F45-D4F2-0B59-D1BB-FE83FB586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그림 31">
            <a:extLst>
              <a:ext uri="{FF2B5EF4-FFF2-40B4-BE49-F238E27FC236}">
                <a16:creationId xmlns:a16="http://schemas.microsoft.com/office/drawing/2014/main" id="{CE54A15C-3FDA-6767-A864-8B1C56AD6E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90677"/>
            <a:ext cx="5323840" cy="1460050"/>
          </a:xfrm>
          <a:prstGeom prst="rect">
            <a:avLst/>
          </a:prstGeom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EA52C9AF-ED27-09F8-BC93-F0D5305D729F}"/>
              </a:ext>
            </a:extLst>
          </p:cNvPr>
          <p:cNvGrpSpPr/>
          <p:nvPr/>
        </p:nvGrpSpPr>
        <p:grpSpPr>
          <a:xfrm>
            <a:off x="5518298" y="6435306"/>
            <a:ext cx="1265273" cy="414547"/>
            <a:chOff x="5518298" y="6435306"/>
            <a:chExt cx="1265273" cy="414547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E9F6F8C1-0DEF-1F0D-C12E-54DD453F3419}"/>
                </a:ext>
              </a:extLst>
            </p:cNvPr>
            <p:cNvSpPr/>
            <p:nvPr/>
          </p:nvSpPr>
          <p:spPr>
            <a:xfrm>
              <a:off x="5518298" y="6456572"/>
              <a:ext cx="1265273" cy="39328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/ 10</a:t>
              </a:r>
              <a:endParaRPr lang="ko-KR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9FF72BB6-59ED-7D94-669D-8D34EEC22DB6}"/>
                </a:ext>
              </a:extLst>
            </p:cNvPr>
            <p:cNvSpPr/>
            <p:nvPr/>
          </p:nvSpPr>
          <p:spPr>
            <a:xfrm>
              <a:off x="5589581" y="6435306"/>
              <a:ext cx="364651" cy="39328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700" b="1" dirty="0">
                  <a:solidFill>
                    <a:schemeClr val="tx1"/>
                  </a:solidFill>
                  <a:latin typeface="+mn-ea"/>
                </a:rPr>
                <a:t>5</a:t>
              </a:r>
              <a:endParaRPr lang="ko-KR" altLang="en-US" sz="17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33AEAEC8-8758-40EA-E609-787B5CA9C97A}"/>
              </a:ext>
            </a:extLst>
          </p:cNvPr>
          <p:cNvGrpSpPr/>
          <p:nvPr/>
        </p:nvGrpSpPr>
        <p:grpSpPr>
          <a:xfrm>
            <a:off x="0" y="-1587"/>
            <a:ext cx="12192000" cy="1182687"/>
            <a:chOff x="0" y="-1587"/>
            <a:chExt cx="12192000" cy="1182687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27AC35DE-5ACE-465B-5170-7B5F03A061E1}"/>
                </a:ext>
              </a:extLst>
            </p:cNvPr>
            <p:cNvGrpSpPr/>
            <p:nvPr/>
          </p:nvGrpSpPr>
          <p:grpSpPr>
            <a:xfrm>
              <a:off x="0" y="-1587"/>
              <a:ext cx="12192000" cy="1182687"/>
              <a:chOff x="0" y="-1587"/>
              <a:chExt cx="12192000" cy="1182687"/>
            </a:xfrm>
          </p:grpSpPr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DCFE119B-00B1-A800-4EBD-1B5A69314E25}"/>
                  </a:ext>
                </a:extLst>
              </p:cNvPr>
              <p:cNvGrpSpPr/>
              <p:nvPr/>
            </p:nvGrpSpPr>
            <p:grpSpPr>
              <a:xfrm>
                <a:off x="0" y="-1587"/>
                <a:ext cx="12192000" cy="1182687"/>
                <a:chOff x="0" y="-1587"/>
                <a:chExt cx="12192000" cy="1182687"/>
              </a:xfrm>
            </p:grpSpPr>
            <p:pic>
              <p:nvPicPr>
                <p:cNvPr id="12" name="그림 11" descr="텍스트, 스크린샷, 폰트, 음악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43F65A8F-2DA5-C250-C328-0BD7161A791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-1" b="81741"/>
                <a:stretch>
                  <a:fillRect/>
                </a:stretch>
              </p:blipFill>
              <p:spPr>
                <a:xfrm>
                  <a:off x="0" y="-1587"/>
                  <a:ext cx="12192000" cy="1182687"/>
                </a:xfrm>
                <a:prstGeom prst="rect">
                  <a:avLst/>
                </a:prstGeom>
              </p:spPr>
            </p:pic>
            <p:sp>
              <p:nvSpPr>
                <p:cNvPr id="14" name="직사각형 13">
                  <a:extLst>
                    <a:ext uri="{FF2B5EF4-FFF2-40B4-BE49-F238E27FC236}">
                      <a16:creationId xmlns:a16="http://schemas.microsoft.com/office/drawing/2014/main" id="{7C8A58A1-269D-CD08-508C-E9835DDD2997}"/>
                    </a:ext>
                  </a:extLst>
                </p:cNvPr>
                <p:cNvSpPr/>
                <p:nvPr/>
              </p:nvSpPr>
              <p:spPr>
                <a:xfrm>
                  <a:off x="1060450" y="135070"/>
                  <a:ext cx="9055100" cy="50524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0C74160-ADD5-B0F9-B488-065E93EFEFA3}"/>
                  </a:ext>
                </a:extLst>
              </p:cNvPr>
              <p:cNvSpPr txBox="1"/>
              <p:nvPr/>
            </p:nvSpPr>
            <p:spPr>
              <a:xfrm>
                <a:off x="955947" y="116994"/>
                <a:ext cx="1067178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3200" spc="-200" dirty="0"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노랫말의 느낌을 살려 활기차게 노래 불러 봅시다</a:t>
                </a:r>
                <a:r>
                  <a:rPr lang="en-US" altLang="ko-KR" sz="3200" spc="-200" dirty="0"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.</a:t>
                </a:r>
                <a:endParaRPr lang="ko-KR" altLang="en-US" sz="3200" spc="-200" dirty="0"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</p:txBody>
          </p:sp>
        </p:grpSp>
        <p:sp>
          <p:nvSpPr>
            <p:cNvPr id="29" name="직사각형 28">
              <a:hlinkClick r:id="rId7" action="ppaction://hlinksldjump"/>
              <a:extLst>
                <a:ext uri="{FF2B5EF4-FFF2-40B4-BE49-F238E27FC236}">
                  <a16:creationId xmlns:a16="http://schemas.microsoft.com/office/drawing/2014/main" id="{550FCB0F-F2AE-C209-6473-1ABC4FC3860B}"/>
                </a:ext>
              </a:extLst>
            </p:cNvPr>
            <p:cNvSpPr/>
            <p:nvPr/>
          </p:nvSpPr>
          <p:spPr>
            <a:xfrm>
              <a:off x="10424288" y="781048"/>
              <a:ext cx="1262887" cy="3587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73FE6E4E-F941-2D82-3F06-7078F03ADDB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098972" y="770249"/>
              <a:ext cx="3588204" cy="373771"/>
            </a:xfrm>
            <a:prstGeom prst="rect">
              <a:avLst/>
            </a:prstGeom>
          </p:spPr>
        </p:pic>
      </p:grpSp>
      <p:sp>
        <p:nvSpPr>
          <p:cNvPr id="5" name="직사각형 4">
            <a:hlinkClick r:id="rId9" action="ppaction://hlinksldjump"/>
            <a:extLst>
              <a:ext uri="{FF2B5EF4-FFF2-40B4-BE49-F238E27FC236}">
                <a16:creationId xmlns:a16="http://schemas.microsoft.com/office/drawing/2014/main" id="{D2449D21-DC84-C1A3-5403-3ED479A13AAC}"/>
              </a:ext>
            </a:extLst>
          </p:cNvPr>
          <p:cNvSpPr/>
          <p:nvPr/>
        </p:nvSpPr>
        <p:spPr>
          <a:xfrm>
            <a:off x="9436616" y="787383"/>
            <a:ext cx="2203069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hlinkClick r:id="rId10" action="ppaction://hlinksldjump"/>
            <a:extLst>
              <a:ext uri="{FF2B5EF4-FFF2-40B4-BE49-F238E27FC236}">
                <a16:creationId xmlns:a16="http://schemas.microsoft.com/office/drawing/2014/main" id="{A20F7800-3CD4-98FD-722F-41055493263E}"/>
              </a:ext>
            </a:extLst>
          </p:cNvPr>
          <p:cNvSpPr/>
          <p:nvPr/>
        </p:nvSpPr>
        <p:spPr>
          <a:xfrm>
            <a:off x="8173729" y="798679"/>
            <a:ext cx="1262887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3A2E32-541B-B7F8-CCD0-AE7D03F6F260}"/>
              </a:ext>
            </a:extLst>
          </p:cNvPr>
          <p:cNvSpPr txBox="1"/>
          <p:nvPr/>
        </p:nvSpPr>
        <p:spPr>
          <a:xfrm>
            <a:off x="723285" y="1199176"/>
            <a:ext cx="10461893" cy="668148"/>
          </a:xfrm>
          <a:prstGeom prst="rect">
            <a:avLst/>
          </a:prstGeom>
          <a:noFill/>
        </p:spPr>
        <p:txBody>
          <a:bodyPr wrap="square" lIns="36000" tIns="36000" rIns="36000" bIns="36000">
            <a:noAutofit/>
          </a:bodyPr>
          <a:lstStyle/>
          <a:p>
            <a:pPr marL="179388" indent="-179388">
              <a:lnSpc>
                <a:spcPct val="150000"/>
              </a:lnSpc>
              <a:buClr>
                <a:srgbClr val="E28508"/>
              </a:buClr>
              <a:buFont typeface="Arial" panose="020B0604020202020204" pitchFamily="34" charset="0"/>
              <a:buChar char="•"/>
            </a:pPr>
            <a:r>
              <a:rPr lang="ko-KR" altLang="en-US" sz="2800" b="1" dirty="0">
                <a:solidFill>
                  <a:srgbClr val="211D1E"/>
                </a:solidFill>
                <a:latin typeface="+mn-ea"/>
              </a:rPr>
              <a:t>노랫말을 읽고 떠오르는 느낌과 생각을 이야기해 보세요</a:t>
            </a:r>
            <a:r>
              <a:rPr lang="en-US" altLang="ko-KR" sz="2800" b="1" dirty="0">
                <a:solidFill>
                  <a:srgbClr val="211D1E"/>
                </a:solidFill>
                <a:latin typeface="+mn-ea"/>
              </a:rPr>
              <a:t>.</a:t>
            </a:r>
          </a:p>
        </p:txBody>
      </p:sp>
      <p:pic>
        <p:nvPicPr>
          <p:cNvPr id="9" name="6_1_3T_3">
            <a:hlinkClick r:id="" action="ppaction://media"/>
            <a:extLst>
              <a:ext uri="{FF2B5EF4-FFF2-40B4-BE49-F238E27FC236}">
                <a16:creationId xmlns:a16="http://schemas.microsoft.com/office/drawing/2014/main" id="{0D75D418-35F2-BBBE-5986-0CB13CAFCA9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0941497" y="1885400"/>
            <a:ext cx="487362" cy="48736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B522C90E-3CA0-24A5-4D42-355EE872DF15}"/>
              </a:ext>
            </a:extLst>
          </p:cNvPr>
          <p:cNvSpPr txBox="1"/>
          <p:nvPr/>
        </p:nvSpPr>
        <p:spPr>
          <a:xfrm>
            <a:off x="3041277" y="2556924"/>
            <a:ext cx="610944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800" b="1" dirty="0">
                <a:solidFill>
                  <a:schemeClr val="accent2">
                    <a:lumMod val="50000"/>
                  </a:schemeClr>
                </a:solidFill>
              </a:rPr>
              <a:t>산마루에서</a:t>
            </a:r>
            <a:endParaRPr lang="en-US" altLang="ko-KR" sz="2800" b="1" dirty="0">
              <a:solidFill>
                <a:schemeClr val="accent2">
                  <a:lumMod val="50000"/>
                </a:schemeClr>
              </a:solidFill>
            </a:endParaRPr>
          </a:p>
          <a:p>
            <a:pPr algn="r"/>
            <a:r>
              <a:rPr lang="ko-KR" altLang="en-US" sz="1600" dirty="0" err="1"/>
              <a:t>신현득</a:t>
            </a:r>
            <a:r>
              <a:rPr lang="ko-KR" altLang="en-US" sz="1600" dirty="0"/>
              <a:t> 작사</a:t>
            </a:r>
            <a:r>
              <a:rPr lang="en-US" altLang="ko-KR" sz="1600" dirty="0"/>
              <a:t>·</a:t>
            </a:r>
            <a:r>
              <a:rPr lang="ko-KR" altLang="en-US" sz="1600" dirty="0" err="1"/>
              <a:t>김종한</a:t>
            </a:r>
            <a:r>
              <a:rPr lang="ko-KR" altLang="en-US" sz="1600" dirty="0"/>
              <a:t> 작곡</a:t>
            </a:r>
            <a:endParaRPr lang="en-US" altLang="ko-KR" sz="1600" dirty="0"/>
          </a:p>
          <a:p>
            <a:pPr algn="r"/>
            <a:endParaRPr lang="en-US" altLang="ko-KR" sz="1600" dirty="0"/>
          </a:p>
          <a:p>
            <a:pPr algn="ctr"/>
            <a:r>
              <a:rPr lang="ko-KR" altLang="en-US" sz="2000" b="1" dirty="0"/>
              <a:t>산마루에서 외쳐 보자 야호 </a:t>
            </a:r>
            <a:r>
              <a:rPr lang="ko-KR" altLang="en-US" sz="2000" b="1" dirty="0" err="1"/>
              <a:t>야호</a:t>
            </a:r>
            <a:r>
              <a:rPr lang="ko-KR" altLang="en-US" sz="2000" b="1" dirty="0"/>
              <a:t> </a:t>
            </a:r>
            <a:r>
              <a:rPr lang="ko-KR" altLang="en-US" sz="2000" b="1" dirty="0" err="1"/>
              <a:t>야하호</a:t>
            </a:r>
            <a:endParaRPr lang="en-US" altLang="ko-KR" sz="2000" b="1" dirty="0"/>
          </a:p>
          <a:p>
            <a:pPr algn="ctr"/>
            <a:r>
              <a:rPr lang="ko-KR" altLang="en-US" sz="2000" b="1" dirty="0"/>
              <a:t>나무들이 노래한다 야호 </a:t>
            </a:r>
            <a:r>
              <a:rPr lang="ko-KR" altLang="en-US" sz="2000" b="1" dirty="0" err="1"/>
              <a:t>야호</a:t>
            </a:r>
            <a:r>
              <a:rPr lang="ko-KR" altLang="en-US" sz="2000" b="1" dirty="0"/>
              <a:t> </a:t>
            </a:r>
            <a:r>
              <a:rPr lang="ko-KR" altLang="en-US" sz="2000" b="1" dirty="0" err="1"/>
              <a:t>야하호</a:t>
            </a:r>
            <a:endParaRPr lang="en-US" altLang="ko-KR" sz="2000" b="1" dirty="0"/>
          </a:p>
          <a:p>
            <a:pPr algn="ctr"/>
            <a:r>
              <a:rPr lang="ko-KR" altLang="en-US" sz="2000" b="1" dirty="0"/>
              <a:t>새소리 물소리가 골짜기에 차고</a:t>
            </a:r>
            <a:endParaRPr lang="en-US" altLang="ko-KR" sz="2000" b="1" dirty="0"/>
          </a:p>
          <a:p>
            <a:pPr algn="ctr"/>
            <a:r>
              <a:rPr lang="ko-KR" altLang="en-US" sz="2000" b="1" dirty="0"/>
              <a:t>바람에 푸른 잎이 깃발이 되네</a:t>
            </a:r>
            <a:endParaRPr lang="en-US" altLang="ko-KR" sz="2000" b="1" dirty="0"/>
          </a:p>
          <a:p>
            <a:pPr algn="ctr"/>
            <a:r>
              <a:rPr lang="ko-KR" altLang="en-US" sz="2000" b="1" dirty="0"/>
              <a:t>산마루에서 외쳐 보자 야호 </a:t>
            </a:r>
            <a:r>
              <a:rPr lang="ko-KR" altLang="en-US" sz="2000" b="1" dirty="0" err="1"/>
              <a:t>야호</a:t>
            </a:r>
            <a:r>
              <a:rPr lang="ko-KR" altLang="en-US" sz="2000" b="1" dirty="0"/>
              <a:t> </a:t>
            </a:r>
            <a:r>
              <a:rPr lang="ko-KR" altLang="en-US" sz="2000" b="1" dirty="0" err="1"/>
              <a:t>야하호</a:t>
            </a:r>
            <a:endParaRPr lang="en-US" altLang="ko-KR" sz="2000" b="1" dirty="0"/>
          </a:p>
          <a:p>
            <a:pPr algn="ctr"/>
            <a:r>
              <a:rPr lang="ko-KR" altLang="en-US" sz="2000" b="1" dirty="0"/>
              <a:t>나무들이 노래한다 야호 </a:t>
            </a:r>
            <a:r>
              <a:rPr lang="ko-KR" altLang="en-US" sz="2000" b="1" dirty="0" err="1"/>
              <a:t>야호</a:t>
            </a:r>
            <a:r>
              <a:rPr lang="ko-KR" altLang="en-US" sz="2000" b="1" dirty="0"/>
              <a:t> </a:t>
            </a:r>
            <a:r>
              <a:rPr lang="ko-KR" altLang="en-US" sz="2000" b="1" dirty="0" err="1"/>
              <a:t>야하호</a:t>
            </a:r>
            <a:endParaRPr lang="en-US" altLang="ko-KR" sz="2000" b="1" dirty="0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E943FCC5-1295-E4C2-FA78-CD4E4A33E67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14943" y="4057045"/>
            <a:ext cx="3277057" cy="2400635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4DDE18B3-622F-90C7-8E83-7D8001C3544A}"/>
              </a:ext>
            </a:extLst>
          </p:cNvPr>
          <p:cNvGrpSpPr/>
          <p:nvPr/>
        </p:nvGrpSpPr>
        <p:grpSpPr>
          <a:xfrm>
            <a:off x="10635" y="6456572"/>
            <a:ext cx="4460412" cy="394389"/>
            <a:chOff x="10635" y="6456572"/>
            <a:chExt cx="4460412" cy="394389"/>
          </a:xfrm>
        </p:grpSpPr>
        <p:sp>
          <p:nvSpPr>
            <p:cNvPr id="15" name="사각형: 둥근 모서리 14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D4A3DF-B8EE-BE3A-C513-61607C1B3126}"/>
                </a:ext>
              </a:extLst>
            </p:cNvPr>
            <p:cNvSpPr/>
            <p:nvPr/>
          </p:nvSpPr>
          <p:spPr>
            <a:xfrm>
              <a:off x="10635" y="6457680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22" name="사각형: 둥근 모서리 21">
              <a:hlinkClick r:id="rId14" action="ppaction://hlinksldjump"/>
              <a:extLst>
                <a:ext uri="{FF2B5EF4-FFF2-40B4-BE49-F238E27FC236}">
                  <a16:creationId xmlns:a16="http://schemas.microsoft.com/office/drawing/2014/main" id="{5847D864-DF1C-2FC2-22E2-CE70E2D1DFD9}"/>
                </a:ext>
              </a:extLst>
            </p:cNvPr>
            <p:cNvSpPr/>
            <p:nvPr/>
          </p:nvSpPr>
          <p:spPr>
            <a:xfrm>
              <a:off x="665455" y="6457680"/>
              <a:ext cx="580984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도입</a:t>
              </a:r>
            </a:p>
          </p:txBody>
        </p:sp>
        <p:sp>
          <p:nvSpPr>
            <p:cNvPr id="24" name="사각형: 둥근 모서리 23">
              <a:hlinkClick r:id="rId15" action="ppaction://hlinksldjump"/>
              <a:extLst>
                <a:ext uri="{FF2B5EF4-FFF2-40B4-BE49-F238E27FC236}">
                  <a16:creationId xmlns:a16="http://schemas.microsoft.com/office/drawing/2014/main" id="{DAD96566-3E0B-EBD2-1F0D-69AE4D1F9DDB}"/>
                </a:ext>
              </a:extLst>
            </p:cNvPr>
            <p:cNvSpPr/>
            <p:nvPr/>
          </p:nvSpPr>
          <p:spPr>
            <a:xfrm>
              <a:off x="1246439" y="6457680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26" name="사각형: 둥근 모서리 25">
              <a:hlinkClick r:id="rId16" action="ppaction://hlinksldjump"/>
              <a:extLst>
                <a:ext uri="{FF2B5EF4-FFF2-40B4-BE49-F238E27FC236}">
                  <a16:creationId xmlns:a16="http://schemas.microsoft.com/office/drawing/2014/main" id="{E1B29356-CD1A-024D-0400-A061639CFACA}"/>
                </a:ext>
              </a:extLst>
            </p:cNvPr>
            <p:cNvSpPr/>
            <p:nvPr/>
          </p:nvSpPr>
          <p:spPr>
            <a:xfrm>
              <a:off x="1901259" y="6457680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31" name="사각형: 둥근 모서리 30">
              <a:hlinkClick r:id="rId10" action="ppaction://hlinksldjump"/>
              <a:extLst>
                <a:ext uri="{FF2B5EF4-FFF2-40B4-BE49-F238E27FC236}">
                  <a16:creationId xmlns:a16="http://schemas.microsoft.com/office/drawing/2014/main" id="{F31032C5-5A72-C67C-AC8D-D6BFE1C5B364}"/>
                </a:ext>
              </a:extLst>
            </p:cNvPr>
            <p:cNvSpPr/>
            <p:nvPr/>
          </p:nvSpPr>
          <p:spPr>
            <a:xfrm>
              <a:off x="2652422" y="6457680"/>
              <a:ext cx="580984" cy="393281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33" name="사각형: 둥근 모서리 32">
              <a:hlinkClick r:id="rId17" action="ppaction://hlinksldjump"/>
              <a:extLst>
                <a:ext uri="{FF2B5EF4-FFF2-40B4-BE49-F238E27FC236}">
                  <a16:creationId xmlns:a16="http://schemas.microsoft.com/office/drawing/2014/main" id="{3F49F222-95A1-F5C1-8A44-0F1C6AC0064F}"/>
                </a:ext>
              </a:extLst>
            </p:cNvPr>
            <p:cNvSpPr/>
            <p:nvPr/>
          </p:nvSpPr>
          <p:spPr>
            <a:xfrm>
              <a:off x="3233406" y="6456572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정리</a:t>
              </a:r>
            </a:p>
          </p:txBody>
        </p:sp>
        <p:sp>
          <p:nvSpPr>
            <p:cNvPr id="34" name="사각형: 둥근 모서리 33">
              <a:hlinkClick r:id="rId18" action="ppaction://hlinksldjump"/>
              <a:extLst>
                <a:ext uri="{FF2B5EF4-FFF2-40B4-BE49-F238E27FC236}">
                  <a16:creationId xmlns:a16="http://schemas.microsoft.com/office/drawing/2014/main" id="{DC6862EE-1A2E-4F59-C1C5-E20613EE879E}"/>
                </a:ext>
              </a:extLst>
            </p:cNvPr>
            <p:cNvSpPr/>
            <p:nvPr/>
          </p:nvSpPr>
          <p:spPr>
            <a:xfrm>
              <a:off x="3816227" y="6456572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540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55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A3192-4E63-5ECC-C64C-68DFA9A98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그룹 24">
            <a:extLst>
              <a:ext uri="{FF2B5EF4-FFF2-40B4-BE49-F238E27FC236}">
                <a16:creationId xmlns:a16="http://schemas.microsoft.com/office/drawing/2014/main" id="{09D9D72E-F375-4490-C765-C994B212F5E0}"/>
              </a:ext>
            </a:extLst>
          </p:cNvPr>
          <p:cNvGrpSpPr/>
          <p:nvPr/>
        </p:nvGrpSpPr>
        <p:grpSpPr>
          <a:xfrm>
            <a:off x="5518298" y="6435306"/>
            <a:ext cx="1265273" cy="414547"/>
            <a:chOff x="5518298" y="6435306"/>
            <a:chExt cx="1265273" cy="414547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726E884D-0C12-E130-4F86-AE6B162ABBCD}"/>
                </a:ext>
              </a:extLst>
            </p:cNvPr>
            <p:cNvSpPr/>
            <p:nvPr/>
          </p:nvSpPr>
          <p:spPr>
            <a:xfrm>
              <a:off x="5518298" y="6456572"/>
              <a:ext cx="1265273" cy="39328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/ 10</a:t>
              </a:r>
              <a:endParaRPr lang="ko-KR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A8C8F6E8-EA7F-7350-7057-6DF623921EE0}"/>
                </a:ext>
              </a:extLst>
            </p:cNvPr>
            <p:cNvSpPr/>
            <p:nvPr/>
          </p:nvSpPr>
          <p:spPr>
            <a:xfrm>
              <a:off x="5589581" y="6435306"/>
              <a:ext cx="364651" cy="39328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700" b="1" dirty="0">
                  <a:solidFill>
                    <a:schemeClr val="tx1"/>
                  </a:solidFill>
                  <a:latin typeface="+mn-ea"/>
                </a:rPr>
                <a:t>5</a:t>
              </a:r>
              <a:endParaRPr lang="ko-KR" altLang="en-US" sz="17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FA63A6A9-0E3D-1221-A941-3D0E99162574}"/>
              </a:ext>
            </a:extLst>
          </p:cNvPr>
          <p:cNvGrpSpPr/>
          <p:nvPr/>
        </p:nvGrpSpPr>
        <p:grpSpPr>
          <a:xfrm>
            <a:off x="0" y="-1587"/>
            <a:ext cx="12192000" cy="1182687"/>
            <a:chOff x="0" y="-1587"/>
            <a:chExt cx="12192000" cy="1182687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0113968C-CC5C-2047-42E4-E2A1E20FEB22}"/>
                </a:ext>
              </a:extLst>
            </p:cNvPr>
            <p:cNvGrpSpPr/>
            <p:nvPr/>
          </p:nvGrpSpPr>
          <p:grpSpPr>
            <a:xfrm>
              <a:off x="0" y="-1587"/>
              <a:ext cx="12192000" cy="1182687"/>
              <a:chOff x="0" y="-1587"/>
              <a:chExt cx="12192000" cy="1182687"/>
            </a:xfrm>
          </p:grpSpPr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987153CC-815A-37C3-0EC6-0799BDE8B25D}"/>
                  </a:ext>
                </a:extLst>
              </p:cNvPr>
              <p:cNvGrpSpPr/>
              <p:nvPr/>
            </p:nvGrpSpPr>
            <p:grpSpPr>
              <a:xfrm>
                <a:off x="0" y="-1587"/>
                <a:ext cx="12192000" cy="1182687"/>
                <a:chOff x="0" y="-1587"/>
                <a:chExt cx="12192000" cy="1182687"/>
              </a:xfrm>
            </p:grpSpPr>
            <p:pic>
              <p:nvPicPr>
                <p:cNvPr id="12" name="그림 11" descr="텍스트, 스크린샷, 폰트, 음악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A5DC32E5-01D1-8874-947B-087B129AB8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-1" b="81741"/>
                <a:stretch>
                  <a:fillRect/>
                </a:stretch>
              </p:blipFill>
              <p:spPr>
                <a:xfrm>
                  <a:off x="0" y="-1587"/>
                  <a:ext cx="12192000" cy="1182687"/>
                </a:xfrm>
                <a:prstGeom prst="rect">
                  <a:avLst/>
                </a:prstGeom>
              </p:spPr>
            </p:pic>
            <p:sp>
              <p:nvSpPr>
                <p:cNvPr id="14" name="직사각형 13">
                  <a:extLst>
                    <a:ext uri="{FF2B5EF4-FFF2-40B4-BE49-F238E27FC236}">
                      <a16:creationId xmlns:a16="http://schemas.microsoft.com/office/drawing/2014/main" id="{540C7028-8B2C-E7D7-0282-2AC609D25418}"/>
                    </a:ext>
                  </a:extLst>
                </p:cNvPr>
                <p:cNvSpPr/>
                <p:nvPr/>
              </p:nvSpPr>
              <p:spPr>
                <a:xfrm>
                  <a:off x="1060450" y="135070"/>
                  <a:ext cx="9055100" cy="50524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1D720BF-7EF8-7149-91E4-96EE3F040665}"/>
                  </a:ext>
                </a:extLst>
              </p:cNvPr>
              <p:cNvSpPr txBox="1"/>
              <p:nvPr/>
            </p:nvSpPr>
            <p:spPr>
              <a:xfrm>
                <a:off x="955947" y="116994"/>
                <a:ext cx="1067178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3200" spc="-200" dirty="0"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노랫말의 느낌을 살려 활기차게 노래 불러 봅시다</a:t>
                </a:r>
                <a:r>
                  <a:rPr lang="en-US" altLang="ko-KR" sz="3200" spc="-200" dirty="0"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.</a:t>
                </a:r>
                <a:endParaRPr lang="ko-KR" altLang="en-US" sz="3200" spc="-200" dirty="0"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</p:txBody>
          </p:sp>
        </p:grpSp>
        <p:sp>
          <p:nvSpPr>
            <p:cNvPr id="29" name="직사각형 28">
              <a:hlinkClick r:id="rId8" action="ppaction://hlinksldjump"/>
              <a:extLst>
                <a:ext uri="{FF2B5EF4-FFF2-40B4-BE49-F238E27FC236}">
                  <a16:creationId xmlns:a16="http://schemas.microsoft.com/office/drawing/2014/main" id="{B5A77275-A32A-1FFB-1C1D-1ACBAA5F66D2}"/>
                </a:ext>
              </a:extLst>
            </p:cNvPr>
            <p:cNvSpPr/>
            <p:nvPr/>
          </p:nvSpPr>
          <p:spPr>
            <a:xfrm>
              <a:off x="10424288" y="781048"/>
              <a:ext cx="1262887" cy="3587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66F628F-14CA-B795-8A30-F69BCE2DA967}"/>
              </a:ext>
            </a:extLst>
          </p:cNvPr>
          <p:cNvSpPr txBox="1"/>
          <p:nvPr/>
        </p:nvSpPr>
        <p:spPr>
          <a:xfrm>
            <a:off x="723285" y="1199176"/>
            <a:ext cx="10461893" cy="668148"/>
          </a:xfrm>
          <a:prstGeom prst="rect">
            <a:avLst/>
          </a:prstGeom>
          <a:noFill/>
        </p:spPr>
        <p:txBody>
          <a:bodyPr wrap="square" lIns="36000" tIns="36000" rIns="36000" bIns="36000">
            <a:noAutofit/>
          </a:bodyPr>
          <a:lstStyle/>
          <a:p>
            <a:pPr marL="179388" indent="-179388">
              <a:lnSpc>
                <a:spcPct val="150000"/>
              </a:lnSpc>
              <a:buClr>
                <a:srgbClr val="E28508"/>
              </a:buClr>
              <a:buFont typeface="Arial" panose="020B0604020202020204" pitchFamily="34" charset="0"/>
              <a:buChar char="•"/>
            </a:pPr>
            <a:r>
              <a:rPr lang="ko-KR" altLang="en-US" sz="2800" b="1" dirty="0">
                <a:solidFill>
                  <a:srgbClr val="211D1E"/>
                </a:solidFill>
                <a:latin typeface="+mn-ea"/>
              </a:rPr>
              <a:t>노랫말의 느낌을 살려 활기차게 노래 불러 보세요</a:t>
            </a:r>
            <a:r>
              <a:rPr lang="en-US" altLang="ko-KR" sz="2800" b="1" dirty="0">
                <a:solidFill>
                  <a:srgbClr val="211D1E"/>
                </a:solidFill>
                <a:latin typeface="+mn-ea"/>
              </a:rPr>
              <a:t>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8517179-447B-9843-A5EA-E91E8604773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600" y="2261499"/>
            <a:ext cx="10017760" cy="419451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59C4909-EB10-BAD2-7DF2-75DF0A506761}"/>
              </a:ext>
            </a:extLst>
          </p:cNvPr>
          <p:cNvSpPr txBox="1"/>
          <p:nvPr/>
        </p:nvSpPr>
        <p:spPr>
          <a:xfrm>
            <a:off x="10364989" y="2024569"/>
            <a:ext cx="746163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00B050"/>
                </a:solidFill>
              </a:rPr>
              <a:t>반주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D7725A-21D7-0F8A-B0C7-D31936CE527D}"/>
              </a:ext>
            </a:extLst>
          </p:cNvPr>
          <p:cNvSpPr txBox="1"/>
          <p:nvPr/>
        </p:nvSpPr>
        <p:spPr>
          <a:xfrm>
            <a:off x="9611053" y="2023561"/>
            <a:ext cx="746163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00B050"/>
                </a:solidFill>
              </a:rPr>
              <a:t>노래</a:t>
            </a:r>
          </a:p>
        </p:txBody>
      </p:sp>
      <p:pic>
        <p:nvPicPr>
          <p:cNvPr id="30" name="6-1-3-01 산마루에서(학생 창)">
            <a:hlinkClick r:id="" action="ppaction://media"/>
            <a:extLst>
              <a:ext uri="{FF2B5EF4-FFF2-40B4-BE49-F238E27FC236}">
                <a16:creationId xmlns:a16="http://schemas.microsoft.com/office/drawing/2014/main" id="{A9344BDE-80A2-20EB-8D9E-187876801ED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9740452" y="1473107"/>
            <a:ext cx="487363" cy="487362"/>
          </a:xfrm>
          <a:prstGeom prst="rect">
            <a:avLst/>
          </a:prstGeom>
        </p:spPr>
      </p:pic>
      <p:pic>
        <p:nvPicPr>
          <p:cNvPr id="31" name="6-1-3-02 산마루에서(반주)">
            <a:hlinkClick r:id="" action="ppaction://media"/>
            <a:extLst>
              <a:ext uri="{FF2B5EF4-FFF2-40B4-BE49-F238E27FC236}">
                <a16:creationId xmlns:a16="http://schemas.microsoft.com/office/drawing/2014/main" id="{8258FD88-A22E-E131-B784-E50FD756EE6A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0462815" y="1458079"/>
            <a:ext cx="487363" cy="487363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id="{D5F1C396-20DF-C690-0E4C-348956FE18BC}"/>
              </a:ext>
            </a:extLst>
          </p:cNvPr>
          <p:cNvGrpSpPr/>
          <p:nvPr/>
        </p:nvGrpSpPr>
        <p:grpSpPr>
          <a:xfrm>
            <a:off x="10635" y="6456572"/>
            <a:ext cx="4460412" cy="394389"/>
            <a:chOff x="10635" y="6456572"/>
            <a:chExt cx="4460412" cy="394389"/>
          </a:xfrm>
        </p:grpSpPr>
        <p:sp>
          <p:nvSpPr>
            <p:cNvPr id="32" name="사각형: 둥근 모서리 31">
              <a:hlinkClick r:id="rId11" action="ppaction://hlinksldjump"/>
              <a:extLst>
                <a:ext uri="{FF2B5EF4-FFF2-40B4-BE49-F238E27FC236}">
                  <a16:creationId xmlns:a16="http://schemas.microsoft.com/office/drawing/2014/main" id="{4D7AE16D-34E4-0AF5-BFC6-ABD2A81C99A3}"/>
                </a:ext>
              </a:extLst>
            </p:cNvPr>
            <p:cNvSpPr/>
            <p:nvPr/>
          </p:nvSpPr>
          <p:spPr>
            <a:xfrm>
              <a:off x="10635" y="6457680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33" name="사각형: 둥근 모서리 32">
              <a:hlinkClick r:id="rId12" action="ppaction://hlinksldjump"/>
              <a:extLst>
                <a:ext uri="{FF2B5EF4-FFF2-40B4-BE49-F238E27FC236}">
                  <a16:creationId xmlns:a16="http://schemas.microsoft.com/office/drawing/2014/main" id="{0DECE9F4-2A2B-541A-F401-8FD94B3CB7CD}"/>
                </a:ext>
              </a:extLst>
            </p:cNvPr>
            <p:cNvSpPr/>
            <p:nvPr/>
          </p:nvSpPr>
          <p:spPr>
            <a:xfrm>
              <a:off x="665455" y="6457680"/>
              <a:ext cx="580984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도입</a:t>
              </a:r>
            </a:p>
          </p:txBody>
        </p:sp>
        <p:sp>
          <p:nvSpPr>
            <p:cNvPr id="34" name="사각형: 둥근 모서리 33">
              <a:hlinkClick r:id="rId13" action="ppaction://hlinksldjump"/>
              <a:extLst>
                <a:ext uri="{FF2B5EF4-FFF2-40B4-BE49-F238E27FC236}">
                  <a16:creationId xmlns:a16="http://schemas.microsoft.com/office/drawing/2014/main" id="{971F0E64-A093-176F-1B37-C3D3FB56E98B}"/>
                </a:ext>
              </a:extLst>
            </p:cNvPr>
            <p:cNvSpPr/>
            <p:nvPr/>
          </p:nvSpPr>
          <p:spPr>
            <a:xfrm>
              <a:off x="1246439" y="6457680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35" name="사각형: 둥근 모서리 34">
              <a:hlinkClick r:id="rId14" action="ppaction://hlinksldjump"/>
              <a:extLst>
                <a:ext uri="{FF2B5EF4-FFF2-40B4-BE49-F238E27FC236}">
                  <a16:creationId xmlns:a16="http://schemas.microsoft.com/office/drawing/2014/main" id="{7C1F05FB-110B-9C5F-E366-BCD144CEA46F}"/>
                </a:ext>
              </a:extLst>
            </p:cNvPr>
            <p:cNvSpPr/>
            <p:nvPr/>
          </p:nvSpPr>
          <p:spPr>
            <a:xfrm>
              <a:off x="1901259" y="6457680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36" name="사각형: 둥근 모서리 35">
              <a:hlinkClick r:id="rId15" action="ppaction://hlinksldjump"/>
              <a:extLst>
                <a:ext uri="{FF2B5EF4-FFF2-40B4-BE49-F238E27FC236}">
                  <a16:creationId xmlns:a16="http://schemas.microsoft.com/office/drawing/2014/main" id="{AE39E06E-5DA0-3226-E81A-253338896940}"/>
                </a:ext>
              </a:extLst>
            </p:cNvPr>
            <p:cNvSpPr/>
            <p:nvPr/>
          </p:nvSpPr>
          <p:spPr>
            <a:xfrm>
              <a:off x="2652422" y="6457680"/>
              <a:ext cx="580984" cy="393281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37" name="사각형: 둥근 모서리 36">
              <a:hlinkClick r:id="rId16" action="ppaction://hlinksldjump"/>
              <a:extLst>
                <a:ext uri="{FF2B5EF4-FFF2-40B4-BE49-F238E27FC236}">
                  <a16:creationId xmlns:a16="http://schemas.microsoft.com/office/drawing/2014/main" id="{4D7A5CD4-9419-539B-21ED-084A163652BF}"/>
                </a:ext>
              </a:extLst>
            </p:cNvPr>
            <p:cNvSpPr/>
            <p:nvPr/>
          </p:nvSpPr>
          <p:spPr>
            <a:xfrm>
              <a:off x="3233406" y="6456572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정리</a:t>
              </a:r>
            </a:p>
          </p:txBody>
        </p:sp>
        <p:sp>
          <p:nvSpPr>
            <p:cNvPr id="38" name="사각형: 둥근 모서리 37">
              <a:hlinkClick r:id="rId17" action="ppaction://hlinksldjump"/>
              <a:extLst>
                <a:ext uri="{FF2B5EF4-FFF2-40B4-BE49-F238E27FC236}">
                  <a16:creationId xmlns:a16="http://schemas.microsoft.com/office/drawing/2014/main" id="{76BC2EB5-B496-A6AF-8668-7C64E6D254BA}"/>
                </a:ext>
              </a:extLst>
            </p:cNvPr>
            <p:cNvSpPr/>
            <p:nvPr/>
          </p:nvSpPr>
          <p:spPr>
            <a:xfrm>
              <a:off x="3816227" y="6456572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</p:grpSp>
      <p:pic>
        <p:nvPicPr>
          <p:cNvPr id="40" name="그림 39">
            <a:extLst>
              <a:ext uri="{FF2B5EF4-FFF2-40B4-BE49-F238E27FC236}">
                <a16:creationId xmlns:a16="http://schemas.microsoft.com/office/drawing/2014/main" id="{6FB0A8C0-58B8-0AA0-F92C-8B9897BC193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96653" y="767876"/>
            <a:ext cx="3490521" cy="383573"/>
          </a:xfrm>
          <a:prstGeom prst="rect">
            <a:avLst/>
          </a:prstGeom>
        </p:spPr>
      </p:pic>
      <p:sp>
        <p:nvSpPr>
          <p:cNvPr id="5" name="직사각형 4">
            <a:hlinkClick r:id="rId19" action="ppaction://hlinksldjump"/>
            <a:extLst>
              <a:ext uri="{FF2B5EF4-FFF2-40B4-BE49-F238E27FC236}">
                <a16:creationId xmlns:a16="http://schemas.microsoft.com/office/drawing/2014/main" id="{905554CF-91BD-10C7-9D57-8EF5FD1D8162}"/>
              </a:ext>
            </a:extLst>
          </p:cNvPr>
          <p:cNvSpPr/>
          <p:nvPr/>
        </p:nvSpPr>
        <p:spPr>
          <a:xfrm>
            <a:off x="9478202" y="775677"/>
            <a:ext cx="2227634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hlinkClick r:id="rId15" action="ppaction://hlinksldjump"/>
            <a:extLst>
              <a:ext uri="{FF2B5EF4-FFF2-40B4-BE49-F238E27FC236}">
                <a16:creationId xmlns:a16="http://schemas.microsoft.com/office/drawing/2014/main" id="{8B6B83B3-1590-E8E3-F073-C2E2E534EAB8}"/>
              </a:ext>
            </a:extLst>
          </p:cNvPr>
          <p:cNvSpPr/>
          <p:nvPr/>
        </p:nvSpPr>
        <p:spPr>
          <a:xfrm>
            <a:off x="8215315" y="786973"/>
            <a:ext cx="1262888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404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8104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58104" fill="hold"/>
                                        <p:tgtEl>
                                          <p:spTgt spid="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0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1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D0C58-9552-3A8B-8506-BFBD948BA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그룹 24">
            <a:extLst>
              <a:ext uri="{FF2B5EF4-FFF2-40B4-BE49-F238E27FC236}">
                <a16:creationId xmlns:a16="http://schemas.microsoft.com/office/drawing/2014/main" id="{4461532F-F656-FD10-9606-0E30FCE7BEA8}"/>
              </a:ext>
            </a:extLst>
          </p:cNvPr>
          <p:cNvGrpSpPr/>
          <p:nvPr/>
        </p:nvGrpSpPr>
        <p:grpSpPr>
          <a:xfrm>
            <a:off x="5518298" y="6435306"/>
            <a:ext cx="1265273" cy="414547"/>
            <a:chOff x="5518298" y="6435306"/>
            <a:chExt cx="1265273" cy="414547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A1B17CA1-26AD-4A03-3F3F-0F3173BB70C0}"/>
                </a:ext>
              </a:extLst>
            </p:cNvPr>
            <p:cNvSpPr/>
            <p:nvPr/>
          </p:nvSpPr>
          <p:spPr>
            <a:xfrm>
              <a:off x="5518298" y="6456572"/>
              <a:ext cx="1265273" cy="39328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/ 10</a:t>
              </a:r>
              <a:endParaRPr lang="ko-KR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94B0B49A-D583-9A0D-F041-84EBF4F79D6D}"/>
                </a:ext>
              </a:extLst>
            </p:cNvPr>
            <p:cNvSpPr/>
            <p:nvPr/>
          </p:nvSpPr>
          <p:spPr>
            <a:xfrm>
              <a:off x="5589581" y="6435306"/>
              <a:ext cx="364651" cy="39328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700" b="1" dirty="0">
                  <a:solidFill>
                    <a:schemeClr val="tx1"/>
                  </a:solidFill>
                  <a:latin typeface="+mn-ea"/>
                </a:rPr>
                <a:t>6</a:t>
              </a:r>
              <a:endParaRPr lang="ko-KR" altLang="en-US" sz="17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30E6E0F0-5399-1707-2045-575221B7AD1D}"/>
              </a:ext>
            </a:extLst>
          </p:cNvPr>
          <p:cNvGrpSpPr/>
          <p:nvPr/>
        </p:nvGrpSpPr>
        <p:grpSpPr>
          <a:xfrm>
            <a:off x="0" y="0"/>
            <a:ext cx="12192000" cy="885265"/>
            <a:chOff x="0" y="0"/>
            <a:chExt cx="12192000" cy="885265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66143B7B-0F4B-6D7A-7E5C-AF82D9E0A2A0}"/>
                </a:ext>
              </a:extLst>
            </p:cNvPr>
            <p:cNvGrpSpPr/>
            <p:nvPr/>
          </p:nvGrpSpPr>
          <p:grpSpPr>
            <a:xfrm>
              <a:off x="0" y="0"/>
              <a:ext cx="12192000" cy="885265"/>
              <a:chOff x="0" y="0"/>
              <a:chExt cx="12192000" cy="885265"/>
            </a:xfrm>
          </p:grpSpPr>
          <p:pic>
            <p:nvPicPr>
              <p:cNvPr id="11" name="그림 10" descr="텍스트, 스크린샷, 운영 체제, 소프트웨어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4D6E5A88-346C-F036-7807-FE875BB5AB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86332"/>
              <a:stretch>
                <a:fillRect/>
              </a:stretch>
            </p:blipFill>
            <p:spPr>
              <a:xfrm>
                <a:off x="0" y="0"/>
                <a:ext cx="12192000" cy="885265"/>
              </a:xfrm>
              <a:prstGeom prst="rect">
                <a:avLst/>
              </a:prstGeom>
            </p:spPr>
          </p:pic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A5A55EBA-B967-16DD-CAA0-5416D75986D9}"/>
                  </a:ext>
                </a:extLst>
              </p:cNvPr>
              <p:cNvSpPr/>
              <p:nvPr/>
            </p:nvSpPr>
            <p:spPr>
              <a:xfrm>
                <a:off x="1013012" y="44450"/>
                <a:ext cx="7225553" cy="60100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CE3CEE1-19EF-7FAA-999F-B21C590A6C58}"/>
                </a:ext>
              </a:extLst>
            </p:cNvPr>
            <p:cNvSpPr txBox="1"/>
            <p:nvPr/>
          </p:nvSpPr>
          <p:spPr>
            <a:xfrm>
              <a:off x="955947" y="116994"/>
              <a:ext cx="1067178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spc="-2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리듬과 음정에 유의하며 노래 불러 봅시다</a:t>
              </a:r>
              <a:r>
                <a:rPr lang="en-US" altLang="ko-KR" sz="3200" spc="-2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.</a:t>
              </a:r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2D7A138A-4903-541B-3BDB-955B27593F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6153" y="781047"/>
            <a:ext cx="1464788" cy="442843"/>
          </a:xfrm>
          <a:prstGeom prst="rect">
            <a:avLst/>
          </a:prstGeom>
        </p:spPr>
      </p:pic>
      <p:sp>
        <p:nvSpPr>
          <p:cNvPr id="2" name="직사각형 1">
            <a:hlinkClick r:id="rId5" action="ppaction://hlinksldjump"/>
            <a:extLst>
              <a:ext uri="{FF2B5EF4-FFF2-40B4-BE49-F238E27FC236}">
                <a16:creationId xmlns:a16="http://schemas.microsoft.com/office/drawing/2014/main" id="{F997C6AD-CB6B-1CBF-07DA-6F70965D9E10}"/>
              </a:ext>
            </a:extLst>
          </p:cNvPr>
          <p:cNvSpPr/>
          <p:nvPr/>
        </p:nvSpPr>
        <p:spPr>
          <a:xfrm>
            <a:off x="10598547" y="768501"/>
            <a:ext cx="732394" cy="4553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hlinkClick r:id="rId6" action="ppaction://hlinksldjump"/>
            <a:extLst>
              <a:ext uri="{FF2B5EF4-FFF2-40B4-BE49-F238E27FC236}">
                <a16:creationId xmlns:a16="http://schemas.microsoft.com/office/drawing/2014/main" id="{52F761A2-B20A-3085-8B9A-41E574A17EB5}"/>
              </a:ext>
            </a:extLst>
          </p:cNvPr>
          <p:cNvSpPr/>
          <p:nvPr/>
        </p:nvSpPr>
        <p:spPr>
          <a:xfrm>
            <a:off x="9866153" y="761526"/>
            <a:ext cx="732394" cy="4749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0E1A25-1371-A267-AC48-6A87E88C0199}"/>
              </a:ext>
            </a:extLst>
          </p:cNvPr>
          <p:cNvSpPr txBox="1"/>
          <p:nvPr/>
        </p:nvSpPr>
        <p:spPr>
          <a:xfrm>
            <a:off x="723285" y="1199176"/>
            <a:ext cx="10461893" cy="668148"/>
          </a:xfrm>
          <a:prstGeom prst="rect">
            <a:avLst/>
          </a:prstGeom>
          <a:noFill/>
        </p:spPr>
        <p:txBody>
          <a:bodyPr wrap="square" lIns="36000" tIns="36000" rIns="36000" bIns="36000">
            <a:noAutofit/>
          </a:bodyPr>
          <a:lstStyle/>
          <a:p>
            <a:pPr marL="179388" indent="-179388">
              <a:lnSpc>
                <a:spcPct val="150000"/>
              </a:lnSpc>
              <a:buClr>
                <a:srgbClr val="E28508"/>
              </a:buClr>
              <a:buFont typeface="Arial" panose="020B0604020202020204" pitchFamily="34" charset="0"/>
              <a:buChar char="•"/>
            </a:pPr>
            <a:r>
              <a:rPr lang="ko-KR" altLang="en-US" sz="2800" b="1" dirty="0">
                <a:solidFill>
                  <a:srgbClr val="211D1E"/>
                </a:solidFill>
                <a:latin typeface="+mn-ea"/>
              </a:rPr>
              <a:t>당김음이 나오는 부분을 악보에서 찾아 표시해 보세요</a:t>
            </a:r>
            <a:r>
              <a:rPr lang="en-US" altLang="ko-KR" sz="2800" b="1" dirty="0">
                <a:solidFill>
                  <a:srgbClr val="211D1E"/>
                </a:solidFill>
                <a:latin typeface="+mn-ea"/>
              </a:rPr>
              <a:t>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417530C-9F3D-9FAD-2DEE-067504CB23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9095" y="2259208"/>
            <a:ext cx="6316334" cy="362698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A8C2E83-326B-E0F0-70B0-9CCB515222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65450" y="3971107"/>
            <a:ext cx="2219728" cy="2039140"/>
          </a:xfrm>
          <a:prstGeom prst="rect">
            <a:avLst/>
          </a:prstGeom>
        </p:spPr>
      </p:pic>
      <p:sp>
        <p:nvSpPr>
          <p:cNvPr id="14" name="말풍선: 모서리가 둥근 사각형 13">
            <a:extLst>
              <a:ext uri="{FF2B5EF4-FFF2-40B4-BE49-F238E27FC236}">
                <a16:creationId xmlns:a16="http://schemas.microsoft.com/office/drawing/2014/main" id="{BA6266C1-479E-870D-0D83-48B5786409C1}"/>
              </a:ext>
            </a:extLst>
          </p:cNvPr>
          <p:cNvSpPr/>
          <p:nvPr/>
        </p:nvSpPr>
        <p:spPr>
          <a:xfrm>
            <a:off x="9150636" y="2107474"/>
            <a:ext cx="2477093" cy="1553106"/>
          </a:xfrm>
          <a:prstGeom prst="wedgeRoundRectCallout">
            <a:avLst>
              <a:gd name="adj1" fmla="val -16677"/>
              <a:gd name="adj2" fmla="val 73747"/>
              <a:gd name="adj3" fmla="val 16667"/>
            </a:avLst>
          </a:prstGeom>
          <a:solidFill>
            <a:srgbClr val="DBF1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400" spc="-200" dirty="0">
                <a:solidFill>
                  <a:schemeClr val="tx1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당김음이 나오는 부분을 손뼉이나 리듬 악기로 쳐 보세요</a:t>
            </a:r>
            <a:r>
              <a:rPr lang="en-US" altLang="ko-KR" sz="2400" spc="-200" dirty="0">
                <a:solidFill>
                  <a:schemeClr val="tx1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.</a:t>
            </a:r>
            <a:endParaRPr lang="ko-KR" altLang="en-US" sz="2400" spc="-200" dirty="0">
              <a:solidFill>
                <a:schemeClr val="tx1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33CC1BC2-572E-04C5-29DF-C1DF855B0EC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39095" y="2222005"/>
            <a:ext cx="6316333" cy="4048558"/>
          </a:xfrm>
          <a:prstGeom prst="rect">
            <a:avLst/>
          </a:prstGeom>
        </p:spPr>
      </p:pic>
      <p:pic>
        <p:nvPicPr>
          <p:cNvPr id="78" name="그림 77">
            <a:extLst>
              <a:ext uri="{FF2B5EF4-FFF2-40B4-BE49-F238E27FC236}">
                <a16:creationId xmlns:a16="http://schemas.microsoft.com/office/drawing/2014/main" id="{F634D4BD-DB8D-44E2-789A-44D7285ACB67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1242" t="4937" r="3404" b="6145"/>
          <a:stretch>
            <a:fillRect/>
          </a:stretch>
        </p:blipFill>
        <p:spPr>
          <a:xfrm>
            <a:off x="1886019" y="1199176"/>
            <a:ext cx="236221" cy="252084"/>
          </a:xfrm>
          <a:prstGeom prst="flowChartConnector">
            <a:avLst/>
          </a:prstGeom>
        </p:spPr>
      </p:pic>
      <p:sp>
        <p:nvSpPr>
          <p:cNvPr id="79" name="말풍선: 모서리가 둥근 사각형 78">
            <a:extLst>
              <a:ext uri="{FF2B5EF4-FFF2-40B4-BE49-F238E27FC236}">
                <a16:creationId xmlns:a16="http://schemas.microsoft.com/office/drawing/2014/main" id="{E4321486-2054-45F8-A8C0-90A96437EF56}"/>
              </a:ext>
            </a:extLst>
          </p:cNvPr>
          <p:cNvSpPr/>
          <p:nvPr/>
        </p:nvSpPr>
        <p:spPr>
          <a:xfrm>
            <a:off x="2365388" y="812474"/>
            <a:ext cx="3152909" cy="584776"/>
          </a:xfrm>
          <a:prstGeom prst="wedgeRoundRectCallout">
            <a:avLst>
              <a:gd name="adj1" fmla="val -57590"/>
              <a:gd name="adj2" fmla="val 30329"/>
              <a:gd name="adj3" fmla="val 16667"/>
            </a:avLst>
          </a:prstGeom>
          <a:solidFill>
            <a:srgbClr val="DBF1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200" dirty="0">
                <a:solidFill>
                  <a:schemeClr val="tx1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규칙적인 </a:t>
            </a:r>
            <a:r>
              <a:rPr lang="ko-KR" altLang="en-US" sz="2000" spc="-200" dirty="0" err="1">
                <a:solidFill>
                  <a:schemeClr val="tx1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셈여림에서</a:t>
            </a:r>
            <a:r>
              <a:rPr lang="ko-KR" altLang="en-US" sz="2000" spc="-200" dirty="0">
                <a:solidFill>
                  <a:schemeClr val="tx1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 센박과 여린박의 위치가 바뀌는 것</a:t>
            </a: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7A0168EE-8106-6359-33E4-B1C38893A0B3}"/>
              </a:ext>
            </a:extLst>
          </p:cNvPr>
          <p:cNvGrpSpPr/>
          <p:nvPr/>
        </p:nvGrpSpPr>
        <p:grpSpPr>
          <a:xfrm>
            <a:off x="10635" y="6456572"/>
            <a:ext cx="4460412" cy="394389"/>
            <a:chOff x="10635" y="6456572"/>
            <a:chExt cx="4460412" cy="394389"/>
          </a:xfrm>
        </p:grpSpPr>
        <p:sp>
          <p:nvSpPr>
            <p:cNvPr id="81" name="사각형: 둥근 모서리 80">
              <a:hlinkClick r:id="rId11" action="ppaction://hlinksldjump"/>
              <a:extLst>
                <a:ext uri="{FF2B5EF4-FFF2-40B4-BE49-F238E27FC236}">
                  <a16:creationId xmlns:a16="http://schemas.microsoft.com/office/drawing/2014/main" id="{9404412A-29BB-2BC3-36A7-E6154E31B6E6}"/>
                </a:ext>
              </a:extLst>
            </p:cNvPr>
            <p:cNvSpPr/>
            <p:nvPr/>
          </p:nvSpPr>
          <p:spPr>
            <a:xfrm>
              <a:off x="10635" y="6457680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82" name="사각형: 둥근 모서리 81">
              <a:hlinkClick r:id="rId12" action="ppaction://hlinksldjump"/>
              <a:extLst>
                <a:ext uri="{FF2B5EF4-FFF2-40B4-BE49-F238E27FC236}">
                  <a16:creationId xmlns:a16="http://schemas.microsoft.com/office/drawing/2014/main" id="{F667BA23-1DC9-04C8-C90C-33F6F7CF5969}"/>
                </a:ext>
              </a:extLst>
            </p:cNvPr>
            <p:cNvSpPr/>
            <p:nvPr/>
          </p:nvSpPr>
          <p:spPr>
            <a:xfrm>
              <a:off x="665455" y="6457680"/>
              <a:ext cx="580984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도입</a:t>
              </a:r>
            </a:p>
          </p:txBody>
        </p:sp>
        <p:sp>
          <p:nvSpPr>
            <p:cNvPr id="83" name="사각형: 둥근 모서리 82">
              <a:hlinkClick r:id="rId13" action="ppaction://hlinksldjump"/>
              <a:extLst>
                <a:ext uri="{FF2B5EF4-FFF2-40B4-BE49-F238E27FC236}">
                  <a16:creationId xmlns:a16="http://schemas.microsoft.com/office/drawing/2014/main" id="{D594B55F-BAE0-0617-D5F6-7A9C8048B0A3}"/>
                </a:ext>
              </a:extLst>
            </p:cNvPr>
            <p:cNvSpPr/>
            <p:nvPr/>
          </p:nvSpPr>
          <p:spPr>
            <a:xfrm>
              <a:off x="1246439" y="6457680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84" name="사각형: 둥근 모서리 83">
              <a:hlinkClick r:id="rId14" action="ppaction://hlinksldjump"/>
              <a:extLst>
                <a:ext uri="{FF2B5EF4-FFF2-40B4-BE49-F238E27FC236}">
                  <a16:creationId xmlns:a16="http://schemas.microsoft.com/office/drawing/2014/main" id="{847E9F49-9F16-6C4D-B7CA-A33EC3EC320D}"/>
                </a:ext>
              </a:extLst>
            </p:cNvPr>
            <p:cNvSpPr/>
            <p:nvPr/>
          </p:nvSpPr>
          <p:spPr>
            <a:xfrm>
              <a:off x="1901259" y="6457680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85" name="사각형: 둥근 모서리 84">
              <a:hlinkClick r:id="rId15" action="ppaction://hlinksldjump"/>
              <a:extLst>
                <a:ext uri="{FF2B5EF4-FFF2-40B4-BE49-F238E27FC236}">
                  <a16:creationId xmlns:a16="http://schemas.microsoft.com/office/drawing/2014/main" id="{1863F30B-84DE-D6E1-AEE0-5F87833A1126}"/>
                </a:ext>
              </a:extLst>
            </p:cNvPr>
            <p:cNvSpPr/>
            <p:nvPr/>
          </p:nvSpPr>
          <p:spPr>
            <a:xfrm>
              <a:off x="2652422" y="6457680"/>
              <a:ext cx="580984" cy="393281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86" name="사각형: 둥근 모서리 85">
              <a:hlinkClick r:id="rId16" action="ppaction://hlinksldjump"/>
              <a:extLst>
                <a:ext uri="{FF2B5EF4-FFF2-40B4-BE49-F238E27FC236}">
                  <a16:creationId xmlns:a16="http://schemas.microsoft.com/office/drawing/2014/main" id="{CB60D100-C6DC-EDAE-535C-279AF4D0A539}"/>
                </a:ext>
              </a:extLst>
            </p:cNvPr>
            <p:cNvSpPr/>
            <p:nvPr/>
          </p:nvSpPr>
          <p:spPr>
            <a:xfrm>
              <a:off x="3233406" y="6456572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정리</a:t>
              </a:r>
            </a:p>
          </p:txBody>
        </p:sp>
        <p:sp>
          <p:nvSpPr>
            <p:cNvPr id="87" name="사각형: 둥근 모서리 86">
              <a:hlinkClick r:id="rId17" action="ppaction://hlinksldjump"/>
              <a:extLst>
                <a:ext uri="{FF2B5EF4-FFF2-40B4-BE49-F238E27FC236}">
                  <a16:creationId xmlns:a16="http://schemas.microsoft.com/office/drawing/2014/main" id="{F5FB6B7F-65CB-782E-3131-2C5CEEF54B44}"/>
                </a:ext>
              </a:extLst>
            </p:cNvPr>
            <p:cNvSpPr/>
            <p:nvPr/>
          </p:nvSpPr>
          <p:spPr>
            <a:xfrm>
              <a:off x="3816227" y="6456572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2867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7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80000-325F-F68A-B0A0-7B9A4154A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DCB5B7-954C-AB0A-FEBA-5BCC2ECD4B42}"/>
              </a:ext>
            </a:extLst>
          </p:cNvPr>
          <p:cNvGrpSpPr/>
          <p:nvPr/>
        </p:nvGrpSpPr>
        <p:grpSpPr>
          <a:xfrm>
            <a:off x="5518298" y="6435306"/>
            <a:ext cx="1265273" cy="414547"/>
            <a:chOff x="5518298" y="6435306"/>
            <a:chExt cx="1265273" cy="414547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703430FF-5FA5-F1CA-A293-68EE3EECD0E8}"/>
                </a:ext>
              </a:extLst>
            </p:cNvPr>
            <p:cNvSpPr/>
            <p:nvPr/>
          </p:nvSpPr>
          <p:spPr>
            <a:xfrm>
              <a:off x="5518298" y="6456572"/>
              <a:ext cx="1265273" cy="39328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/ 10</a:t>
              </a:r>
              <a:endParaRPr lang="ko-KR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68A0F55E-BEFA-B34E-EDAC-0C40853870A8}"/>
                </a:ext>
              </a:extLst>
            </p:cNvPr>
            <p:cNvSpPr/>
            <p:nvPr/>
          </p:nvSpPr>
          <p:spPr>
            <a:xfrm>
              <a:off x="5589581" y="6435306"/>
              <a:ext cx="364651" cy="39328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700" b="1" dirty="0">
                  <a:solidFill>
                    <a:schemeClr val="tx1"/>
                  </a:solidFill>
                  <a:latin typeface="+mn-ea"/>
                </a:rPr>
                <a:t>6</a:t>
              </a:r>
              <a:endParaRPr lang="ko-KR" altLang="en-US" sz="17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43CAB5DD-3A22-21FC-879E-7E2B35263044}"/>
              </a:ext>
            </a:extLst>
          </p:cNvPr>
          <p:cNvGrpSpPr/>
          <p:nvPr/>
        </p:nvGrpSpPr>
        <p:grpSpPr>
          <a:xfrm>
            <a:off x="0" y="0"/>
            <a:ext cx="12192000" cy="885265"/>
            <a:chOff x="0" y="0"/>
            <a:chExt cx="12192000" cy="885265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1B692593-BD44-F976-5474-41F2B7C839DA}"/>
                </a:ext>
              </a:extLst>
            </p:cNvPr>
            <p:cNvGrpSpPr/>
            <p:nvPr/>
          </p:nvGrpSpPr>
          <p:grpSpPr>
            <a:xfrm>
              <a:off x="0" y="0"/>
              <a:ext cx="12192000" cy="885265"/>
              <a:chOff x="0" y="0"/>
              <a:chExt cx="12192000" cy="885265"/>
            </a:xfrm>
          </p:grpSpPr>
          <p:pic>
            <p:nvPicPr>
              <p:cNvPr id="11" name="그림 10" descr="텍스트, 스크린샷, 운영 체제, 소프트웨어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F0F52F85-1FA4-73EA-182E-267B8AFD58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86332"/>
              <a:stretch>
                <a:fillRect/>
              </a:stretch>
            </p:blipFill>
            <p:spPr>
              <a:xfrm>
                <a:off x="0" y="0"/>
                <a:ext cx="12192000" cy="885265"/>
              </a:xfrm>
              <a:prstGeom prst="rect">
                <a:avLst/>
              </a:prstGeom>
            </p:spPr>
          </p:pic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1CD753D2-F1DD-FE89-E204-C2C320C0A473}"/>
                  </a:ext>
                </a:extLst>
              </p:cNvPr>
              <p:cNvSpPr/>
              <p:nvPr/>
            </p:nvSpPr>
            <p:spPr>
              <a:xfrm>
                <a:off x="1013012" y="44450"/>
                <a:ext cx="7225553" cy="60100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A5FF797-E00C-AEAC-428E-923D65FEE0A2}"/>
                </a:ext>
              </a:extLst>
            </p:cNvPr>
            <p:cNvSpPr txBox="1"/>
            <p:nvPr/>
          </p:nvSpPr>
          <p:spPr>
            <a:xfrm>
              <a:off x="955947" y="116994"/>
              <a:ext cx="1067178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spc="-2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리듬과 음정에 유의하며 노래 불러 봅시다</a:t>
              </a:r>
              <a:r>
                <a:rPr lang="en-US" altLang="ko-KR" sz="3200" spc="-2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.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07A54AD-E546-F009-DAFE-97688A5D2692}"/>
              </a:ext>
            </a:extLst>
          </p:cNvPr>
          <p:cNvSpPr txBox="1"/>
          <p:nvPr/>
        </p:nvSpPr>
        <p:spPr>
          <a:xfrm>
            <a:off x="723285" y="1199176"/>
            <a:ext cx="10461893" cy="668148"/>
          </a:xfrm>
          <a:prstGeom prst="rect">
            <a:avLst/>
          </a:prstGeom>
          <a:noFill/>
        </p:spPr>
        <p:txBody>
          <a:bodyPr wrap="square" lIns="36000" tIns="36000" rIns="36000" bIns="36000">
            <a:noAutofit/>
          </a:bodyPr>
          <a:lstStyle/>
          <a:p>
            <a:pPr marL="179388" indent="-179388">
              <a:lnSpc>
                <a:spcPct val="150000"/>
              </a:lnSpc>
              <a:buClr>
                <a:srgbClr val="E28508"/>
              </a:buClr>
              <a:buFont typeface="Arial" panose="020B0604020202020204" pitchFamily="34" charset="0"/>
              <a:buChar char="•"/>
            </a:pPr>
            <a:r>
              <a:rPr lang="ko-KR" altLang="en-US" sz="2800" b="1" dirty="0">
                <a:solidFill>
                  <a:srgbClr val="211D1E"/>
                </a:solidFill>
                <a:latin typeface="+mn-ea"/>
              </a:rPr>
              <a:t>가락의 흐름을 생각하며 음정에 맞추어 노래 불러 보세요</a:t>
            </a:r>
            <a:r>
              <a:rPr lang="en-US" altLang="ko-KR" sz="2800" b="1" dirty="0">
                <a:solidFill>
                  <a:srgbClr val="211D1E"/>
                </a:solidFill>
                <a:latin typeface="+mn-ea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7732BA1-89A2-0000-98D8-EEB37D65F4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66153" y="786351"/>
            <a:ext cx="1464788" cy="431816"/>
          </a:xfrm>
          <a:prstGeom prst="rect">
            <a:avLst/>
          </a:prstGeom>
        </p:spPr>
      </p:pic>
      <p:sp>
        <p:nvSpPr>
          <p:cNvPr id="9" name="직사각형 8">
            <a:hlinkClick r:id="rId9" action="ppaction://hlinksldjump"/>
            <a:extLst>
              <a:ext uri="{FF2B5EF4-FFF2-40B4-BE49-F238E27FC236}">
                <a16:creationId xmlns:a16="http://schemas.microsoft.com/office/drawing/2014/main" id="{847F2835-D0BC-0A1D-3636-F5E2FDC74ADE}"/>
              </a:ext>
            </a:extLst>
          </p:cNvPr>
          <p:cNvSpPr/>
          <p:nvPr/>
        </p:nvSpPr>
        <p:spPr>
          <a:xfrm>
            <a:off x="10598547" y="774564"/>
            <a:ext cx="732394" cy="4553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hlinkClick r:id="rId10" action="ppaction://hlinksldjump"/>
            <a:extLst>
              <a:ext uri="{FF2B5EF4-FFF2-40B4-BE49-F238E27FC236}">
                <a16:creationId xmlns:a16="http://schemas.microsoft.com/office/drawing/2014/main" id="{9D87CD43-6E42-E210-D7CD-4F19CB225B62}"/>
              </a:ext>
            </a:extLst>
          </p:cNvPr>
          <p:cNvSpPr/>
          <p:nvPr/>
        </p:nvSpPr>
        <p:spPr>
          <a:xfrm>
            <a:off x="9866153" y="767589"/>
            <a:ext cx="732394" cy="4749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F07A2094-242A-1E42-C8D6-B553FBBFBAF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85366" y="2399476"/>
            <a:ext cx="9022644" cy="367217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E52420A-5CBB-AEB3-2B4F-AEAD4242B48C}"/>
              </a:ext>
            </a:extLst>
          </p:cNvPr>
          <p:cNvSpPr txBox="1"/>
          <p:nvPr/>
        </p:nvSpPr>
        <p:spPr>
          <a:xfrm>
            <a:off x="10378271" y="2423162"/>
            <a:ext cx="746163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00B050"/>
                </a:solidFill>
              </a:rPr>
              <a:t>반주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EA478C-CA66-C809-2634-1F29226B0782}"/>
              </a:ext>
            </a:extLst>
          </p:cNvPr>
          <p:cNvSpPr txBox="1"/>
          <p:nvPr/>
        </p:nvSpPr>
        <p:spPr>
          <a:xfrm>
            <a:off x="9656248" y="2432806"/>
            <a:ext cx="746163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00B050"/>
                </a:solidFill>
              </a:rPr>
              <a:t>노래</a:t>
            </a:r>
          </a:p>
        </p:txBody>
      </p:sp>
      <p:pic>
        <p:nvPicPr>
          <p:cNvPr id="20" name="6-1-3-01 산마루에서(학생 창)">
            <a:hlinkClick r:id="" action="ppaction://media"/>
            <a:extLst>
              <a:ext uri="{FF2B5EF4-FFF2-40B4-BE49-F238E27FC236}">
                <a16:creationId xmlns:a16="http://schemas.microsoft.com/office/drawing/2014/main" id="{D2010D13-BAA6-0269-7B13-B44E216AE5F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9785647" y="1882352"/>
            <a:ext cx="487363" cy="487362"/>
          </a:xfrm>
          <a:prstGeom prst="rect">
            <a:avLst/>
          </a:prstGeom>
        </p:spPr>
      </p:pic>
      <p:pic>
        <p:nvPicPr>
          <p:cNvPr id="21" name="6-1-3-02 산마루에서(반주)">
            <a:hlinkClick r:id="" action="ppaction://media"/>
            <a:extLst>
              <a:ext uri="{FF2B5EF4-FFF2-40B4-BE49-F238E27FC236}">
                <a16:creationId xmlns:a16="http://schemas.microsoft.com/office/drawing/2014/main" id="{2794FE58-97AC-08B9-7C5D-8409A0695D5A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0508010" y="1867324"/>
            <a:ext cx="487363" cy="487363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E1ADDBA1-B591-9B87-8B5C-849893910FE1}"/>
              </a:ext>
            </a:extLst>
          </p:cNvPr>
          <p:cNvGrpSpPr/>
          <p:nvPr/>
        </p:nvGrpSpPr>
        <p:grpSpPr>
          <a:xfrm>
            <a:off x="10635" y="6456572"/>
            <a:ext cx="4460412" cy="394389"/>
            <a:chOff x="10635" y="6456572"/>
            <a:chExt cx="4460412" cy="394389"/>
          </a:xfrm>
        </p:grpSpPr>
        <p:sp>
          <p:nvSpPr>
            <p:cNvPr id="3" name="사각형: 둥근 모서리 2">
              <a:hlinkClick r:id="rId13" action="ppaction://hlinksldjump"/>
              <a:extLst>
                <a:ext uri="{FF2B5EF4-FFF2-40B4-BE49-F238E27FC236}">
                  <a16:creationId xmlns:a16="http://schemas.microsoft.com/office/drawing/2014/main" id="{7271460C-A31A-C0CF-D1D2-B74E98FE0114}"/>
                </a:ext>
              </a:extLst>
            </p:cNvPr>
            <p:cNvSpPr/>
            <p:nvPr/>
          </p:nvSpPr>
          <p:spPr>
            <a:xfrm>
              <a:off x="10635" y="6457680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4" name="사각형: 둥근 모서리 3">
              <a:hlinkClick r:id="rId14" action="ppaction://hlinksldjump"/>
              <a:extLst>
                <a:ext uri="{FF2B5EF4-FFF2-40B4-BE49-F238E27FC236}">
                  <a16:creationId xmlns:a16="http://schemas.microsoft.com/office/drawing/2014/main" id="{57FE5F80-C1A6-3B7F-05D0-DC67C319653C}"/>
                </a:ext>
              </a:extLst>
            </p:cNvPr>
            <p:cNvSpPr/>
            <p:nvPr/>
          </p:nvSpPr>
          <p:spPr>
            <a:xfrm>
              <a:off x="665455" y="6457680"/>
              <a:ext cx="580984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도입</a:t>
              </a:r>
            </a:p>
          </p:txBody>
        </p:sp>
        <p:sp>
          <p:nvSpPr>
            <p:cNvPr id="6" name="사각형: 둥근 모서리 5">
              <a:hlinkClick r:id="rId15" action="ppaction://hlinksldjump"/>
              <a:extLst>
                <a:ext uri="{FF2B5EF4-FFF2-40B4-BE49-F238E27FC236}">
                  <a16:creationId xmlns:a16="http://schemas.microsoft.com/office/drawing/2014/main" id="{F0B2864F-F86F-0638-3352-D7D49C3D3252}"/>
                </a:ext>
              </a:extLst>
            </p:cNvPr>
            <p:cNvSpPr/>
            <p:nvPr/>
          </p:nvSpPr>
          <p:spPr>
            <a:xfrm>
              <a:off x="1246439" y="6457680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7" name="사각형: 둥근 모서리 6">
              <a:hlinkClick r:id="rId16" action="ppaction://hlinksldjump"/>
              <a:extLst>
                <a:ext uri="{FF2B5EF4-FFF2-40B4-BE49-F238E27FC236}">
                  <a16:creationId xmlns:a16="http://schemas.microsoft.com/office/drawing/2014/main" id="{9839FA9D-BAD9-A7EE-53A7-2CE73A8DCD20}"/>
                </a:ext>
              </a:extLst>
            </p:cNvPr>
            <p:cNvSpPr/>
            <p:nvPr/>
          </p:nvSpPr>
          <p:spPr>
            <a:xfrm>
              <a:off x="1901259" y="6457680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10" name="사각형: 둥근 모서리 9">
              <a:hlinkClick r:id="rId17" action="ppaction://hlinksldjump"/>
              <a:extLst>
                <a:ext uri="{FF2B5EF4-FFF2-40B4-BE49-F238E27FC236}">
                  <a16:creationId xmlns:a16="http://schemas.microsoft.com/office/drawing/2014/main" id="{67490BF3-0630-B071-7840-C6B58B4C36F6}"/>
                </a:ext>
              </a:extLst>
            </p:cNvPr>
            <p:cNvSpPr/>
            <p:nvPr/>
          </p:nvSpPr>
          <p:spPr>
            <a:xfrm>
              <a:off x="2652422" y="6457680"/>
              <a:ext cx="580984" cy="393281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12" name="사각형: 둥근 모서리 11">
              <a:hlinkClick r:id="rId18" action="ppaction://hlinksldjump"/>
              <a:extLst>
                <a:ext uri="{FF2B5EF4-FFF2-40B4-BE49-F238E27FC236}">
                  <a16:creationId xmlns:a16="http://schemas.microsoft.com/office/drawing/2014/main" id="{B7BC2A89-C7ED-D068-0DE7-0AFB391F6FDE}"/>
                </a:ext>
              </a:extLst>
            </p:cNvPr>
            <p:cNvSpPr/>
            <p:nvPr/>
          </p:nvSpPr>
          <p:spPr>
            <a:xfrm>
              <a:off x="3233406" y="6456572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정리</a:t>
              </a:r>
            </a:p>
          </p:txBody>
        </p:sp>
        <p:sp>
          <p:nvSpPr>
            <p:cNvPr id="14" name="사각형: 둥근 모서리 13">
              <a:hlinkClick r:id="rId19" action="ppaction://hlinksldjump"/>
              <a:extLst>
                <a:ext uri="{FF2B5EF4-FFF2-40B4-BE49-F238E27FC236}">
                  <a16:creationId xmlns:a16="http://schemas.microsoft.com/office/drawing/2014/main" id="{B6C33E4C-C067-4F16-3926-93A5A3DFF1BE}"/>
                </a:ext>
              </a:extLst>
            </p:cNvPr>
            <p:cNvSpPr/>
            <p:nvPr/>
          </p:nvSpPr>
          <p:spPr>
            <a:xfrm>
              <a:off x="3816227" y="6456572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18134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8104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58104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3699D-FA12-70B2-727E-DBFCF25A9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그룹 46">
            <a:extLst>
              <a:ext uri="{FF2B5EF4-FFF2-40B4-BE49-F238E27FC236}">
                <a16:creationId xmlns:a16="http://schemas.microsoft.com/office/drawing/2014/main" id="{3AA6A7B3-F6A3-7366-A3C2-8675DDF71A94}"/>
              </a:ext>
            </a:extLst>
          </p:cNvPr>
          <p:cNvGrpSpPr/>
          <p:nvPr/>
        </p:nvGrpSpPr>
        <p:grpSpPr>
          <a:xfrm>
            <a:off x="729767" y="1845983"/>
            <a:ext cx="8789235" cy="4288821"/>
            <a:chOff x="757742" y="1865478"/>
            <a:chExt cx="8789235" cy="4288821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E660E50A-A552-91DC-C6A0-9212096057F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604667" y="2477196"/>
              <a:ext cx="6942310" cy="3677103"/>
            </a:xfrm>
            <a:prstGeom prst="rect">
              <a:avLst/>
            </a:prstGeom>
          </p:spPr>
        </p:pic>
        <p:pic>
          <p:nvPicPr>
            <p:cNvPr id="46" name="그림 45">
              <a:extLst>
                <a:ext uri="{FF2B5EF4-FFF2-40B4-BE49-F238E27FC236}">
                  <a16:creationId xmlns:a16="http://schemas.microsoft.com/office/drawing/2014/main" id="{6339DF40-D17F-794C-EC5F-D869179B835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57742" y="1865478"/>
              <a:ext cx="3885623" cy="451662"/>
            </a:xfrm>
            <a:prstGeom prst="rect">
              <a:avLst/>
            </a:prstGeom>
          </p:spPr>
        </p:pic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70B97E41-7124-0E72-B877-63F6ADBB3672}"/>
              </a:ext>
            </a:extLst>
          </p:cNvPr>
          <p:cNvGrpSpPr/>
          <p:nvPr/>
        </p:nvGrpSpPr>
        <p:grpSpPr>
          <a:xfrm>
            <a:off x="717594" y="1825979"/>
            <a:ext cx="8719468" cy="4254327"/>
            <a:chOff x="742922" y="1846545"/>
            <a:chExt cx="8719468" cy="4254327"/>
          </a:xfrm>
        </p:grpSpPr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76F811DC-FEA3-4227-D7AF-B0D929ECD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564754" y="2495289"/>
              <a:ext cx="6897636" cy="3605583"/>
            </a:xfrm>
            <a:prstGeom prst="rect">
              <a:avLst/>
            </a:prstGeom>
          </p:spPr>
        </p:pic>
        <p:pic>
          <p:nvPicPr>
            <p:cNvPr id="43" name="그림 42">
              <a:extLst>
                <a:ext uri="{FF2B5EF4-FFF2-40B4-BE49-F238E27FC236}">
                  <a16:creationId xmlns:a16="http://schemas.microsoft.com/office/drawing/2014/main" id="{6E285A99-CF3A-D03B-3B75-86C46B1519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42922" y="1846545"/>
              <a:ext cx="3928789" cy="469309"/>
            </a:xfrm>
            <a:prstGeom prst="rect">
              <a:avLst/>
            </a:prstGeom>
          </p:spPr>
        </p:pic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8414BB02-56D5-3A52-6E46-0F2A67508E75}"/>
              </a:ext>
            </a:extLst>
          </p:cNvPr>
          <p:cNvGrpSpPr/>
          <p:nvPr/>
        </p:nvGrpSpPr>
        <p:grpSpPr>
          <a:xfrm>
            <a:off x="722674" y="1830846"/>
            <a:ext cx="8714388" cy="4288889"/>
            <a:chOff x="796256" y="1789746"/>
            <a:chExt cx="8714388" cy="4288889"/>
          </a:xfrm>
        </p:grpSpPr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2BA0E991-B393-6873-6EE6-CA35281DFD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640621" y="2424050"/>
              <a:ext cx="6870023" cy="3654585"/>
            </a:xfrm>
            <a:prstGeom prst="rect">
              <a:avLst/>
            </a:prstGeom>
          </p:spPr>
        </p:pic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E046D27B-1AEE-E732-6576-B2D7C92DCE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96256" y="1789746"/>
              <a:ext cx="3913597" cy="491691"/>
            </a:xfrm>
            <a:prstGeom prst="rect">
              <a:avLst/>
            </a:prstGeom>
          </p:spPr>
        </p:pic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CD5212D-ED90-2068-F464-5808530B733B}"/>
              </a:ext>
            </a:extLst>
          </p:cNvPr>
          <p:cNvGrpSpPr/>
          <p:nvPr/>
        </p:nvGrpSpPr>
        <p:grpSpPr>
          <a:xfrm>
            <a:off x="5518298" y="6435306"/>
            <a:ext cx="1265273" cy="414547"/>
            <a:chOff x="5518298" y="6435306"/>
            <a:chExt cx="1265273" cy="414547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EA141995-DBC1-9E25-C0A6-9EF0CB18B717}"/>
                </a:ext>
              </a:extLst>
            </p:cNvPr>
            <p:cNvSpPr/>
            <p:nvPr/>
          </p:nvSpPr>
          <p:spPr>
            <a:xfrm>
              <a:off x="5518298" y="6456572"/>
              <a:ext cx="1265273" cy="39328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/ 10</a:t>
              </a:r>
              <a:endParaRPr lang="ko-KR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843626BD-6482-934D-1A29-506B8EC5936A}"/>
                </a:ext>
              </a:extLst>
            </p:cNvPr>
            <p:cNvSpPr/>
            <p:nvPr/>
          </p:nvSpPr>
          <p:spPr>
            <a:xfrm>
              <a:off x="5589581" y="6435306"/>
              <a:ext cx="364651" cy="39328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700" b="1" dirty="0">
                  <a:solidFill>
                    <a:schemeClr val="tx1"/>
                  </a:solidFill>
                  <a:latin typeface="+mn-ea"/>
                </a:rPr>
                <a:t>7</a:t>
              </a:r>
              <a:endParaRPr lang="ko-KR" altLang="en-US" sz="17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EECFF0B0-7185-714D-F2EB-C23377EEB96E}"/>
              </a:ext>
            </a:extLst>
          </p:cNvPr>
          <p:cNvGrpSpPr/>
          <p:nvPr/>
        </p:nvGrpSpPr>
        <p:grpSpPr>
          <a:xfrm>
            <a:off x="0" y="0"/>
            <a:ext cx="12192000" cy="860612"/>
            <a:chOff x="0" y="0"/>
            <a:chExt cx="12192000" cy="860612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4C442D24-E55C-73A4-99B3-02503EAA94CD}"/>
                </a:ext>
              </a:extLst>
            </p:cNvPr>
            <p:cNvGrpSpPr/>
            <p:nvPr/>
          </p:nvGrpSpPr>
          <p:grpSpPr>
            <a:xfrm>
              <a:off x="0" y="0"/>
              <a:ext cx="12192000" cy="860612"/>
              <a:chOff x="0" y="0"/>
              <a:chExt cx="12192000" cy="860612"/>
            </a:xfrm>
          </p:grpSpPr>
          <p:pic>
            <p:nvPicPr>
              <p:cNvPr id="10" name="그림 9" descr="텍스트, 스크린샷, 폰트, 번호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B973F0B9-3372-014C-C554-4D6D61C86D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86713"/>
              <a:stretch>
                <a:fillRect/>
              </a:stretch>
            </p:blipFill>
            <p:spPr>
              <a:xfrm>
                <a:off x="0" y="0"/>
                <a:ext cx="12192000" cy="860612"/>
              </a:xfrm>
              <a:prstGeom prst="rect">
                <a:avLst/>
              </a:prstGeom>
            </p:spPr>
          </p:pic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E5B7B0BC-0445-F4F0-619A-65894F2CC63A}"/>
                  </a:ext>
                </a:extLst>
              </p:cNvPr>
              <p:cNvSpPr/>
              <p:nvPr/>
            </p:nvSpPr>
            <p:spPr>
              <a:xfrm>
                <a:off x="950259" y="44450"/>
                <a:ext cx="7207623" cy="60100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C72085E-A7F3-EF44-86ED-99A5E6B39E3F}"/>
                </a:ext>
              </a:extLst>
            </p:cNvPr>
            <p:cNvSpPr txBox="1"/>
            <p:nvPr/>
          </p:nvSpPr>
          <p:spPr>
            <a:xfrm>
              <a:off x="955947" y="116994"/>
              <a:ext cx="1067178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spc="-2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여러 가지 방법으로 노래 부르며 노래의 특징을 느껴 봅시다</a:t>
              </a:r>
              <a:r>
                <a:rPr lang="en-US" altLang="ko-KR" sz="3200" spc="-2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.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C6E411A-19FA-0011-8535-54E3036385C1}"/>
              </a:ext>
            </a:extLst>
          </p:cNvPr>
          <p:cNvSpPr txBox="1"/>
          <p:nvPr/>
        </p:nvSpPr>
        <p:spPr>
          <a:xfrm>
            <a:off x="10378271" y="2423162"/>
            <a:ext cx="746163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00B050"/>
                </a:solidFill>
              </a:rPr>
              <a:t>반주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2AD86E-462C-7163-F678-2840F5F7A1B0}"/>
              </a:ext>
            </a:extLst>
          </p:cNvPr>
          <p:cNvSpPr txBox="1"/>
          <p:nvPr/>
        </p:nvSpPr>
        <p:spPr>
          <a:xfrm>
            <a:off x="9656248" y="2432806"/>
            <a:ext cx="746163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00B050"/>
                </a:solidFill>
              </a:rPr>
              <a:t>노래</a:t>
            </a:r>
          </a:p>
        </p:txBody>
      </p:sp>
      <p:pic>
        <p:nvPicPr>
          <p:cNvPr id="4" name="6-1-3-01 산마루에서(학생 창)">
            <a:hlinkClick r:id="" action="ppaction://media"/>
            <a:extLst>
              <a:ext uri="{FF2B5EF4-FFF2-40B4-BE49-F238E27FC236}">
                <a16:creationId xmlns:a16="http://schemas.microsoft.com/office/drawing/2014/main" id="{0D2C41D9-D344-5CC1-06E7-8A309F5CF5B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9785647" y="1882352"/>
            <a:ext cx="487363" cy="487362"/>
          </a:xfrm>
          <a:prstGeom prst="rect">
            <a:avLst/>
          </a:prstGeom>
        </p:spPr>
      </p:pic>
      <p:pic>
        <p:nvPicPr>
          <p:cNvPr id="5" name="6-1-3-02 산마루에서(반주)">
            <a:hlinkClick r:id="" action="ppaction://media"/>
            <a:extLst>
              <a:ext uri="{FF2B5EF4-FFF2-40B4-BE49-F238E27FC236}">
                <a16:creationId xmlns:a16="http://schemas.microsoft.com/office/drawing/2014/main" id="{4A6E2F47-3875-7E1F-38D5-27DD26C95471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10508010" y="1867324"/>
            <a:ext cx="487363" cy="48736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F399BE3-C57B-16FB-2F1B-7222998282F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75566" y="777694"/>
            <a:ext cx="4502537" cy="376418"/>
          </a:xfrm>
          <a:prstGeom prst="rect">
            <a:avLst/>
          </a:prstGeom>
        </p:spPr>
      </p:pic>
      <p:sp>
        <p:nvSpPr>
          <p:cNvPr id="7" name="직사각형 6">
            <a:hlinkClick r:id="rId16" action="ppaction://hlinksldjump"/>
            <a:extLst>
              <a:ext uri="{FF2B5EF4-FFF2-40B4-BE49-F238E27FC236}">
                <a16:creationId xmlns:a16="http://schemas.microsoft.com/office/drawing/2014/main" id="{EDFE6143-EDC7-E02D-2C53-97D26070235E}"/>
              </a:ext>
            </a:extLst>
          </p:cNvPr>
          <p:cNvSpPr/>
          <p:nvPr/>
        </p:nvSpPr>
        <p:spPr>
          <a:xfrm>
            <a:off x="9546977" y="768451"/>
            <a:ext cx="1931125" cy="3856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hlinkClick r:id="rId17" action="ppaction://hlinksldjump"/>
            <a:extLst>
              <a:ext uri="{FF2B5EF4-FFF2-40B4-BE49-F238E27FC236}">
                <a16:creationId xmlns:a16="http://schemas.microsoft.com/office/drawing/2014/main" id="{C73CB866-7B6A-8CC9-38A4-ADEC3123B289}"/>
              </a:ext>
            </a:extLst>
          </p:cNvPr>
          <p:cNvSpPr/>
          <p:nvPr/>
        </p:nvSpPr>
        <p:spPr>
          <a:xfrm>
            <a:off x="6975566" y="761476"/>
            <a:ext cx="2571412" cy="3926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1716BB-B846-30E7-42B7-EDAD960CD9EE}"/>
              </a:ext>
            </a:extLst>
          </p:cNvPr>
          <p:cNvSpPr txBox="1"/>
          <p:nvPr/>
        </p:nvSpPr>
        <p:spPr>
          <a:xfrm>
            <a:off x="723285" y="1199176"/>
            <a:ext cx="10461893" cy="668148"/>
          </a:xfrm>
          <a:prstGeom prst="rect">
            <a:avLst/>
          </a:prstGeom>
          <a:noFill/>
        </p:spPr>
        <p:txBody>
          <a:bodyPr wrap="square" lIns="36000" tIns="36000" rIns="36000" bIns="36000">
            <a:noAutofit/>
          </a:bodyPr>
          <a:lstStyle/>
          <a:p>
            <a:pPr marL="179388" indent="-179388">
              <a:lnSpc>
                <a:spcPct val="150000"/>
              </a:lnSpc>
              <a:buClr>
                <a:srgbClr val="E28508"/>
              </a:buClr>
              <a:buFont typeface="Arial" panose="020B0604020202020204" pitchFamily="34" charset="0"/>
              <a:buChar char="•"/>
            </a:pPr>
            <a:r>
              <a:rPr lang="ko-KR" altLang="en-US" sz="2800" b="1" dirty="0" err="1">
                <a:solidFill>
                  <a:srgbClr val="211D1E"/>
                </a:solidFill>
                <a:latin typeface="+mn-ea"/>
              </a:rPr>
              <a:t>모둠별로</a:t>
            </a:r>
            <a:r>
              <a:rPr lang="ko-KR" altLang="en-US" sz="2800" b="1" dirty="0">
                <a:solidFill>
                  <a:srgbClr val="211D1E"/>
                </a:solidFill>
                <a:latin typeface="+mn-ea"/>
              </a:rPr>
              <a:t> 역할을 나누어 번갈아 불러 보세요</a:t>
            </a:r>
            <a:r>
              <a:rPr lang="en-US" altLang="ko-KR" sz="2800" b="1" dirty="0">
                <a:solidFill>
                  <a:srgbClr val="211D1E"/>
                </a:solidFill>
                <a:latin typeface="+mn-ea"/>
              </a:rPr>
              <a:t>.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03ECBAA1-CC01-CDA3-3AFB-5CE11CFE1AD0}"/>
              </a:ext>
            </a:extLst>
          </p:cNvPr>
          <p:cNvGrpSpPr/>
          <p:nvPr/>
        </p:nvGrpSpPr>
        <p:grpSpPr>
          <a:xfrm>
            <a:off x="10635" y="6456572"/>
            <a:ext cx="4460412" cy="394389"/>
            <a:chOff x="10635" y="6456572"/>
            <a:chExt cx="4460412" cy="394389"/>
          </a:xfrm>
        </p:grpSpPr>
        <p:sp>
          <p:nvSpPr>
            <p:cNvPr id="13" name="사각형: 둥근 모서리 12">
              <a:hlinkClick r:id="rId18" action="ppaction://hlinksldjump"/>
              <a:extLst>
                <a:ext uri="{FF2B5EF4-FFF2-40B4-BE49-F238E27FC236}">
                  <a16:creationId xmlns:a16="http://schemas.microsoft.com/office/drawing/2014/main" id="{C7F43194-3B59-A071-116A-20D1504E5709}"/>
                </a:ext>
              </a:extLst>
            </p:cNvPr>
            <p:cNvSpPr/>
            <p:nvPr/>
          </p:nvSpPr>
          <p:spPr>
            <a:xfrm>
              <a:off x="10635" y="6457680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15" name="사각형: 둥근 모서리 14">
              <a:hlinkClick r:id="rId19" action="ppaction://hlinksldjump"/>
              <a:extLst>
                <a:ext uri="{FF2B5EF4-FFF2-40B4-BE49-F238E27FC236}">
                  <a16:creationId xmlns:a16="http://schemas.microsoft.com/office/drawing/2014/main" id="{80014937-FE2E-4C86-737F-DE0EB4540751}"/>
                </a:ext>
              </a:extLst>
            </p:cNvPr>
            <p:cNvSpPr/>
            <p:nvPr/>
          </p:nvSpPr>
          <p:spPr>
            <a:xfrm>
              <a:off x="665455" y="6457680"/>
              <a:ext cx="580984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도입</a:t>
              </a:r>
            </a:p>
          </p:txBody>
        </p:sp>
        <p:sp>
          <p:nvSpPr>
            <p:cNvPr id="18" name="사각형: 둥근 모서리 17">
              <a:hlinkClick r:id="rId20" action="ppaction://hlinksldjump"/>
              <a:extLst>
                <a:ext uri="{FF2B5EF4-FFF2-40B4-BE49-F238E27FC236}">
                  <a16:creationId xmlns:a16="http://schemas.microsoft.com/office/drawing/2014/main" id="{A8A7D1DB-9510-8841-93ED-02DA91356DBE}"/>
                </a:ext>
              </a:extLst>
            </p:cNvPr>
            <p:cNvSpPr/>
            <p:nvPr/>
          </p:nvSpPr>
          <p:spPr>
            <a:xfrm>
              <a:off x="1246439" y="6457680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20" name="사각형: 둥근 모서리 19">
              <a:hlinkClick r:id="rId21" action="ppaction://hlinksldjump"/>
              <a:extLst>
                <a:ext uri="{FF2B5EF4-FFF2-40B4-BE49-F238E27FC236}">
                  <a16:creationId xmlns:a16="http://schemas.microsoft.com/office/drawing/2014/main" id="{BADA9133-C093-5176-519D-135F226E1BEA}"/>
                </a:ext>
              </a:extLst>
            </p:cNvPr>
            <p:cNvSpPr/>
            <p:nvPr/>
          </p:nvSpPr>
          <p:spPr>
            <a:xfrm>
              <a:off x="1901259" y="6457680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21" name="사각형: 둥근 모서리 20">
              <a:hlinkClick r:id="rId22" action="ppaction://hlinksldjump"/>
              <a:extLst>
                <a:ext uri="{FF2B5EF4-FFF2-40B4-BE49-F238E27FC236}">
                  <a16:creationId xmlns:a16="http://schemas.microsoft.com/office/drawing/2014/main" id="{8157B06D-CAA3-5B37-87C3-F40F09106343}"/>
                </a:ext>
              </a:extLst>
            </p:cNvPr>
            <p:cNvSpPr/>
            <p:nvPr/>
          </p:nvSpPr>
          <p:spPr>
            <a:xfrm>
              <a:off x="2652422" y="6457680"/>
              <a:ext cx="580984" cy="393281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22" name="사각형: 둥근 모서리 21">
              <a:hlinkClick r:id="rId23" action="ppaction://hlinksldjump"/>
              <a:extLst>
                <a:ext uri="{FF2B5EF4-FFF2-40B4-BE49-F238E27FC236}">
                  <a16:creationId xmlns:a16="http://schemas.microsoft.com/office/drawing/2014/main" id="{7D656E6D-0AC4-9963-CCAD-BC203435D93E}"/>
                </a:ext>
              </a:extLst>
            </p:cNvPr>
            <p:cNvSpPr/>
            <p:nvPr/>
          </p:nvSpPr>
          <p:spPr>
            <a:xfrm>
              <a:off x="3233406" y="6456572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정리</a:t>
              </a:r>
            </a:p>
          </p:txBody>
        </p:sp>
        <p:sp>
          <p:nvSpPr>
            <p:cNvPr id="23" name="사각형: 둥근 모서리 22">
              <a:hlinkClick r:id="rId24" action="ppaction://hlinksldjump"/>
              <a:extLst>
                <a:ext uri="{FF2B5EF4-FFF2-40B4-BE49-F238E27FC236}">
                  <a16:creationId xmlns:a16="http://schemas.microsoft.com/office/drawing/2014/main" id="{9A9E52C7-0032-8571-8D79-67266FF4EEF6}"/>
                </a:ext>
              </a:extLst>
            </p:cNvPr>
            <p:cNvSpPr/>
            <p:nvPr/>
          </p:nvSpPr>
          <p:spPr>
            <a:xfrm>
              <a:off x="3816227" y="6456572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2971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810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5810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C72A4-707B-C99F-53C7-3148A1865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그룹 24">
            <a:extLst>
              <a:ext uri="{FF2B5EF4-FFF2-40B4-BE49-F238E27FC236}">
                <a16:creationId xmlns:a16="http://schemas.microsoft.com/office/drawing/2014/main" id="{74ED9195-1355-FAE0-9722-3D60FF34B153}"/>
              </a:ext>
            </a:extLst>
          </p:cNvPr>
          <p:cNvGrpSpPr/>
          <p:nvPr/>
        </p:nvGrpSpPr>
        <p:grpSpPr>
          <a:xfrm>
            <a:off x="5518298" y="6435306"/>
            <a:ext cx="1265273" cy="414547"/>
            <a:chOff x="5518298" y="6435306"/>
            <a:chExt cx="1265273" cy="414547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5D9593ED-720E-0928-0AAF-95AEAD589570}"/>
                </a:ext>
              </a:extLst>
            </p:cNvPr>
            <p:cNvSpPr/>
            <p:nvPr/>
          </p:nvSpPr>
          <p:spPr>
            <a:xfrm>
              <a:off x="5518298" y="6456572"/>
              <a:ext cx="1265273" cy="39328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/ 10</a:t>
              </a:r>
              <a:endParaRPr lang="ko-KR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63994D76-AEDC-5303-F549-935C2E781EAD}"/>
                </a:ext>
              </a:extLst>
            </p:cNvPr>
            <p:cNvSpPr/>
            <p:nvPr/>
          </p:nvSpPr>
          <p:spPr>
            <a:xfrm>
              <a:off x="5589581" y="6435306"/>
              <a:ext cx="364651" cy="39328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700" b="1" dirty="0">
                  <a:solidFill>
                    <a:schemeClr val="tx1"/>
                  </a:solidFill>
                  <a:latin typeface="+mn-ea"/>
                </a:rPr>
                <a:t>7</a:t>
              </a:r>
              <a:endParaRPr lang="ko-KR" altLang="en-US" sz="17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CF467E9C-BEB1-A616-3FA0-3BC90CA98EA3}"/>
              </a:ext>
            </a:extLst>
          </p:cNvPr>
          <p:cNvGrpSpPr/>
          <p:nvPr/>
        </p:nvGrpSpPr>
        <p:grpSpPr>
          <a:xfrm>
            <a:off x="0" y="0"/>
            <a:ext cx="12192000" cy="860612"/>
            <a:chOff x="0" y="0"/>
            <a:chExt cx="12192000" cy="860612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FE4E9C89-3089-7988-BB32-CBCDFC9C5736}"/>
                </a:ext>
              </a:extLst>
            </p:cNvPr>
            <p:cNvGrpSpPr/>
            <p:nvPr/>
          </p:nvGrpSpPr>
          <p:grpSpPr>
            <a:xfrm>
              <a:off x="0" y="0"/>
              <a:ext cx="12192000" cy="860612"/>
              <a:chOff x="0" y="0"/>
              <a:chExt cx="12192000" cy="860612"/>
            </a:xfrm>
          </p:grpSpPr>
          <p:pic>
            <p:nvPicPr>
              <p:cNvPr id="10" name="그림 9" descr="텍스트, 스크린샷, 폰트, 번호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0C459BAB-A259-3C7D-F1BC-3E995B0E60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86713"/>
              <a:stretch>
                <a:fillRect/>
              </a:stretch>
            </p:blipFill>
            <p:spPr>
              <a:xfrm>
                <a:off x="0" y="0"/>
                <a:ext cx="12192000" cy="860612"/>
              </a:xfrm>
              <a:prstGeom prst="rect">
                <a:avLst/>
              </a:prstGeom>
            </p:spPr>
          </p:pic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5B771344-1492-1F77-C022-96DBEAC3A541}"/>
                  </a:ext>
                </a:extLst>
              </p:cNvPr>
              <p:cNvSpPr/>
              <p:nvPr/>
            </p:nvSpPr>
            <p:spPr>
              <a:xfrm>
                <a:off x="950259" y="44450"/>
                <a:ext cx="7207623" cy="60100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5245838-B8A5-4D40-4F75-D685C37665B6}"/>
                </a:ext>
              </a:extLst>
            </p:cNvPr>
            <p:cNvSpPr txBox="1"/>
            <p:nvPr/>
          </p:nvSpPr>
          <p:spPr>
            <a:xfrm>
              <a:off x="955947" y="116994"/>
              <a:ext cx="1067178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spc="-2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여러 가지 방법으로 노래 부르며 노래의 특징을 느껴 봅시다</a:t>
              </a:r>
              <a:r>
                <a:rPr lang="en-US" altLang="ko-KR" sz="3200" spc="-2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.</a:t>
              </a:r>
            </a:p>
          </p:txBody>
        </p:sp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0BAA0587-0D74-A9B5-7202-9258F90E16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5565" y="778502"/>
            <a:ext cx="4502537" cy="377024"/>
          </a:xfrm>
          <a:prstGeom prst="rect">
            <a:avLst/>
          </a:prstGeom>
        </p:spPr>
      </p:pic>
      <p:sp>
        <p:nvSpPr>
          <p:cNvPr id="7" name="직사각형 6">
            <a:hlinkClick r:id="rId5" action="ppaction://hlinksldjump"/>
            <a:extLst>
              <a:ext uri="{FF2B5EF4-FFF2-40B4-BE49-F238E27FC236}">
                <a16:creationId xmlns:a16="http://schemas.microsoft.com/office/drawing/2014/main" id="{EC6F6BE2-6213-0DA6-B1AD-D5B01EAC8B7E}"/>
              </a:ext>
            </a:extLst>
          </p:cNvPr>
          <p:cNvSpPr/>
          <p:nvPr/>
        </p:nvSpPr>
        <p:spPr>
          <a:xfrm>
            <a:off x="9546977" y="777157"/>
            <a:ext cx="1931125" cy="3856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hlinkClick r:id="rId6" action="ppaction://hlinksldjump"/>
            <a:extLst>
              <a:ext uri="{FF2B5EF4-FFF2-40B4-BE49-F238E27FC236}">
                <a16:creationId xmlns:a16="http://schemas.microsoft.com/office/drawing/2014/main" id="{6E4E3FAF-EB1A-CE97-EE40-DC08C8298D1A}"/>
              </a:ext>
            </a:extLst>
          </p:cNvPr>
          <p:cNvSpPr/>
          <p:nvPr/>
        </p:nvSpPr>
        <p:spPr>
          <a:xfrm>
            <a:off x="6975566" y="770182"/>
            <a:ext cx="2571412" cy="3926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02FEBB-445C-0B06-D682-B662D6255DC1}"/>
              </a:ext>
            </a:extLst>
          </p:cNvPr>
          <p:cNvSpPr txBox="1"/>
          <p:nvPr/>
        </p:nvSpPr>
        <p:spPr>
          <a:xfrm>
            <a:off x="723285" y="1199176"/>
            <a:ext cx="10461893" cy="668148"/>
          </a:xfrm>
          <a:prstGeom prst="rect">
            <a:avLst/>
          </a:prstGeom>
          <a:noFill/>
        </p:spPr>
        <p:txBody>
          <a:bodyPr wrap="square" lIns="36000" tIns="36000" rIns="36000" bIns="36000">
            <a:noAutofit/>
          </a:bodyPr>
          <a:lstStyle/>
          <a:p>
            <a:pPr marL="179388" indent="-179388">
              <a:lnSpc>
                <a:spcPct val="150000"/>
              </a:lnSpc>
              <a:buClr>
                <a:srgbClr val="E28508"/>
              </a:buClr>
              <a:buFont typeface="Arial" panose="020B0604020202020204" pitchFamily="34" charset="0"/>
              <a:buChar char="•"/>
            </a:pPr>
            <a:r>
              <a:rPr lang="ko-KR" altLang="en-US" sz="2800" b="1" dirty="0">
                <a:solidFill>
                  <a:srgbClr val="211D1E"/>
                </a:solidFill>
                <a:latin typeface="+mn-ea"/>
              </a:rPr>
              <a:t>노래의 흐름에서 특징을 찾아 이야기해 보세요</a:t>
            </a:r>
            <a:r>
              <a:rPr lang="en-US" altLang="ko-KR" sz="2800" b="1" dirty="0">
                <a:solidFill>
                  <a:srgbClr val="211D1E"/>
                </a:solidFill>
                <a:latin typeface="+mn-ea"/>
              </a:rPr>
              <a:t>.</a:t>
            </a:r>
          </a:p>
        </p:txBody>
      </p:sp>
      <p:pic>
        <p:nvPicPr>
          <p:cNvPr id="15" name="그림 14" descr="텍스트, 스크린샷, 인간의 얼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A1B08D-A362-EC19-C2CD-C16A9EFEDB6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79" t="30692" r="78245" b="40519"/>
          <a:stretch>
            <a:fillRect/>
          </a:stretch>
        </p:blipFill>
        <p:spPr>
          <a:xfrm>
            <a:off x="887506" y="2178424"/>
            <a:ext cx="1764916" cy="1864658"/>
          </a:xfrm>
          <a:prstGeom prst="rect">
            <a:avLst/>
          </a:prstGeom>
        </p:spPr>
      </p:pic>
      <p:pic>
        <p:nvPicPr>
          <p:cNvPr id="18" name="그림 17" descr="텍스트, 스크린샷, 인간의 얼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26DB271-962D-99B2-9AB3-DB987CDA2C0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425" t="55191" r="7724" b="14359"/>
          <a:stretch>
            <a:fillRect/>
          </a:stretch>
        </p:blipFill>
        <p:spPr>
          <a:xfrm>
            <a:off x="9879825" y="4374776"/>
            <a:ext cx="1566784" cy="1972236"/>
          </a:xfrm>
          <a:prstGeom prst="rect">
            <a:avLst/>
          </a:prstGeom>
        </p:spPr>
      </p:pic>
      <p:sp>
        <p:nvSpPr>
          <p:cNvPr id="19" name="말풍선: 모서리가 둥근 사각형 18">
            <a:extLst>
              <a:ext uri="{FF2B5EF4-FFF2-40B4-BE49-F238E27FC236}">
                <a16:creationId xmlns:a16="http://schemas.microsoft.com/office/drawing/2014/main" id="{C7AB824A-F2D1-4DD2-4231-27250566B16A}"/>
              </a:ext>
            </a:extLst>
          </p:cNvPr>
          <p:cNvSpPr/>
          <p:nvPr/>
        </p:nvSpPr>
        <p:spPr>
          <a:xfrm>
            <a:off x="3107416" y="2423806"/>
            <a:ext cx="7360287" cy="803963"/>
          </a:xfrm>
          <a:prstGeom prst="wedgeRoundRectCallout">
            <a:avLst>
              <a:gd name="adj1" fmla="val -55745"/>
              <a:gd name="adj2" fmla="val 25997"/>
              <a:gd name="adj3" fmla="val 16667"/>
            </a:avLst>
          </a:prstGeom>
          <a:solidFill>
            <a:srgbClr val="DBF1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spc="-200" dirty="0">
                <a:solidFill>
                  <a:schemeClr val="tx1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앞의 두 마디와 뒤의 두 마디의 리듬이 비슷하게 반복돼요</a:t>
            </a:r>
            <a:r>
              <a:rPr lang="en-US" altLang="ko-KR" sz="2400" spc="-200" dirty="0">
                <a:solidFill>
                  <a:schemeClr val="tx1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.</a:t>
            </a:r>
            <a:endParaRPr lang="ko-KR" altLang="en-US" sz="2400" spc="-200" dirty="0">
              <a:solidFill>
                <a:schemeClr val="tx1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20" name="말풍선: 모서리가 둥근 사각형 19">
            <a:extLst>
              <a:ext uri="{FF2B5EF4-FFF2-40B4-BE49-F238E27FC236}">
                <a16:creationId xmlns:a16="http://schemas.microsoft.com/office/drawing/2014/main" id="{CB720D4A-F9D7-15A5-F809-4C60FDF5B102}"/>
              </a:ext>
            </a:extLst>
          </p:cNvPr>
          <p:cNvSpPr/>
          <p:nvPr/>
        </p:nvSpPr>
        <p:spPr>
          <a:xfrm>
            <a:off x="2276840" y="4812503"/>
            <a:ext cx="7102087" cy="735106"/>
          </a:xfrm>
          <a:prstGeom prst="wedgeRoundRectCallout">
            <a:avLst>
              <a:gd name="adj1" fmla="val 57275"/>
              <a:gd name="adj2" fmla="val 26082"/>
              <a:gd name="adj3" fmla="val 16667"/>
            </a:avLst>
          </a:prstGeom>
          <a:solidFill>
            <a:srgbClr val="FDF1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spc="-200" dirty="0">
                <a:solidFill>
                  <a:schemeClr val="tx1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앞의 </a:t>
            </a:r>
            <a:r>
              <a:rPr lang="en-US" altLang="ko-KR" sz="2400" spc="-200" dirty="0">
                <a:solidFill>
                  <a:schemeClr val="tx1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8</a:t>
            </a:r>
            <a:r>
              <a:rPr lang="ko-KR" altLang="en-US" sz="2400" spc="-200" dirty="0">
                <a:solidFill>
                  <a:schemeClr val="tx1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마디와 뒤의 </a:t>
            </a:r>
            <a:r>
              <a:rPr lang="en-US" altLang="ko-KR" sz="2400" spc="-200" dirty="0">
                <a:solidFill>
                  <a:schemeClr val="tx1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8</a:t>
            </a:r>
            <a:r>
              <a:rPr lang="ko-KR" altLang="en-US" sz="2400" spc="-200" dirty="0">
                <a:solidFill>
                  <a:schemeClr val="tx1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마디의 가락이 똑같아요</a:t>
            </a:r>
            <a:r>
              <a:rPr lang="en-US" altLang="ko-KR" sz="2400" spc="-200" dirty="0">
                <a:solidFill>
                  <a:schemeClr val="tx1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.</a:t>
            </a:r>
            <a:endParaRPr lang="ko-KR" altLang="en-US" sz="2400" spc="-200" dirty="0">
              <a:solidFill>
                <a:schemeClr val="tx1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F5FD39E-9E55-F473-12E7-A81256BFF2BA}"/>
              </a:ext>
            </a:extLst>
          </p:cNvPr>
          <p:cNvGrpSpPr/>
          <p:nvPr/>
        </p:nvGrpSpPr>
        <p:grpSpPr>
          <a:xfrm>
            <a:off x="10635" y="6456572"/>
            <a:ext cx="4460412" cy="394389"/>
            <a:chOff x="10635" y="6456572"/>
            <a:chExt cx="4460412" cy="394389"/>
          </a:xfrm>
        </p:grpSpPr>
        <p:sp>
          <p:nvSpPr>
            <p:cNvPr id="3" name="사각형: 둥근 모서리 2">
              <a:hlinkClick r:id="rId8" action="ppaction://hlinksldjump"/>
              <a:extLst>
                <a:ext uri="{FF2B5EF4-FFF2-40B4-BE49-F238E27FC236}">
                  <a16:creationId xmlns:a16="http://schemas.microsoft.com/office/drawing/2014/main" id="{D826DDAC-11E5-E0E6-0A61-698960422823}"/>
                </a:ext>
              </a:extLst>
            </p:cNvPr>
            <p:cNvSpPr/>
            <p:nvPr/>
          </p:nvSpPr>
          <p:spPr>
            <a:xfrm>
              <a:off x="10635" y="6457680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4" name="사각형: 둥근 모서리 3">
              <a:hlinkClick r:id="rId9" action="ppaction://hlinksldjump"/>
              <a:extLst>
                <a:ext uri="{FF2B5EF4-FFF2-40B4-BE49-F238E27FC236}">
                  <a16:creationId xmlns:a16="http://schemas.microsoft.com/office/drawing/2014/main" id="{ECF133E3-1C78-6582-9BAE-39E72996DBF2}"/>
                </a:ext>
              </a:extLst>
            </p:cNvPr>
            <p:cNvSpPr/>
            <p:nvPr/>
          </p:nvSpPr>
          <p:spPr>
            <a:xfrm>
              <a:off x="665455" y="6457680"/>
              <a:ext cx="580984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도입</a:t>
              </a:r>
            </a:p>
          </p:txBody>
        </p:sp>
        <p:sp>
          <p:nvSpPr>
            <p:cNvPr id="5" name="사각형: 둥근 모서리 4">
              <a:hlinkClick r:id="rId10" action="ppaction://hlinksldjump"/>
              <a:extLst>
                <a:ext uri="{FF2B5EF4-FFF2-40B4-BE49-F238E27FC236}">
                  <a16:creationId xmlns:a16="http://schemas.microsoft.com/office/drawing/2014/main" id="{919CAFC0-5D14-21FA-5676-26ADEF889976}"/>
                </a:ext>
              </a:extLst>
            </p:cNvPr>
            <p:cNvSpPr/>
            <p:nvPr/>
          </p:nvSpPr>
          <p:spPr>
            <a:xfrm>
              <a:off x="1246439" y="6457680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6" name="사각형: 둥근 모서리 5">
              <a:hlinkClick r:id="rId11" action="ppaction://hlinksldjump"/>
              <a:extLst>
                <a:ext uri="{FF2B5EF4-FFF2-40B4-BE49-F238E27FC236}">
                  <a16:creationId xmlns:a16="http://schemas.microsoft.com/office/drawing/2014/main" id="{DAD50BE2-6073-9154-8C41-8025ED8C01A6}"/>
                </a:ext>
              </a:extLst>
            </p:cNvPr>
            <p:cNvSpPr/>
            <p:nvPr/>
          </p:nvSpPr>
          <p:spPr>
            <a:xfrm>
              <a:off x="1901259" y="6457680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9" name="사각형: 둥근 모서리 8">
              <a:hlinkClick r:id="rId12" action="ppaction://hlinksldjump"/>
              <a:extLst>
                <a:ext uri="{FF2B5EF4-FFF2-40B4-BE49-F238E27FC236}">
                  <a16:creationId xmlns:a16="http://schemas.microsoft.com/office/drawing/2014/main" id="{54EFA93A-0832-6D22-57C1-3088577DDF5F}"/>
                </a:ext>
              </a:extLst>
            </p:cNvPr>
            <p:cNvSpPr/>
            <p:nvPr/>
          </p:nvSpPr>
          <p:spPr>
            <a:xfrm>
              <a:off x="2652422" y="6457680"/>
              <a:ext cx="580984" cy="393281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21" name="사각형: 둥근 모서리 20">
              <a:hlinkClick r:id="rId13" action="ppaction://hlinksldjump"/>
              <a:extLst>
                <a:ext uri="{FF2B5EF4-FFF2-40B4-BE49-F238E27FC236}">
                  <a16:creationId xmlns:a16="http://schemas.microsoft.com/office/drawing/2014/main" id="{66520F78-7B3C-6C3C-A711-5A7219945020}"/>
                </a:ext>
              </a:extLst>
            </p:cNvPr>
            <p:cNvSpPr/>
            <p:nvPr/>
          </p:nvSpPr>
          <p:spPr>
            <a:xfrm>
              <a:off x="3233406" y="6456572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정리</a:t>
              </a:r>
            </a:p>
          </p:txBody>
        </p:sp>
        <p:sp>
          <p:nvSpPr>
            <p:cNvPr id="22" name="사각형: 둥근 모서리 21">
              <a:hlinkClick r:id="rId14" action="ppaction://hlinksldjump"/>
              <a:extLst>
                <a:ext uri="{FF2B5EF4-FFF2-40B4-BE49-F238E27FC236}">
                  <a16:creationId xmlns:a16="http://schemas.microsoft.com/office/drawing/2014/main" id="{F5D4DEED-516B-761A-E4DC-703A95603754}"/>
                </a:ext>
              </a:extLst>
            </p:cNvPr>
            <p:cNvSpPr/>
            <p:nvPr/>
          </p:nvSpPr>
          <p:spPr>
            <a:xfrm>
              <a:off x="3816227" y="6456572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23327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8F401-ED79-DACF-A141-240CCFC50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AC7E5F4F-0055-AF2B-0539-A74FAB22B0F0}"/>
              </a:ext>
            </a:extLst>
          </p:cNvPr>
          <p:cNvGrpSpPr/>
          <p:nvPr/>
        </p:nvGrpSpPr>
        <p:grpSpPr>
          <a:xfrm>
            <a:off x="0" y="0"/>
            <a:ext cx="12192000" cy="914400"/>
            <a:chOff x="0" y="0"/>
            <a:chExt cx="12192000" cy="914400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30461D5C-BDDD-E1CA-5506-A6B6FC22C42F}"/>
                </a:ext>
              </a:extLst>
            </p:cNvPr>
            <p:cNvGrpSpPr/>
            <p:nvPr/>
          </p:nvGrpSpPr>
          <p:grpSpPr>
            <a:xfrm>
              <a:off x="0" y="0"/>
              <a:ext cx="12192000" cy="914400"/>
              <a:chOff x="0" y="0"/>
              <a:chExt cx="12192000" cy="914400"/>
            </a:xfrm>
          </p:grpSpPr>
          <p:pic>
            <p:nvPicPr>
              <p:cNvPr id="11" name="그림 10" descr="텍스트, 스크린샷, 원, 폰트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1FB274B5-CF8E-A2FF-680A-A7F69232CE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85882"/>
              <a:stretch>
                <a:fillRect/>
              </a:stretch>
            </p:blipFill>
            <p:spPr>
              <a:xfrm>
                <a:off x="0" y="0"/>
                <a:ext cx="12192000" cy="914400"/>
              </a:xfrm>
              <a:prstGeom prst="rect">
                <a:avLst/>
              </a:prstGeom>
            </p:spPr>
          </p:pic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73D4C338-5311-9962-DADF-952C7628563B}"/>
                  </a:ext>
                </a:extLst>
              </p:cNvPr>
              <p:cNvSpPr/>
              <p:nvPr/>
            </p:nvSpPr>
            <p:spPr>
              <a:xfrm>
                <a:off x="995082" y="44450"/>
                <a:ext cx="9386047" cy="60100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B806FF3-5A90-23B4-4E65-43EF027B272B}"/>
                </a:ext>
              </a:extLst>
            </p:cNvPr>
            <p:cNvSpPr txBox="1"/>
            <p:nvPr/>
          </p:nvSpPr>
          <p:spPr>
            <a:xfrm>
              <a:off x="955947" y="116994"/>
              <a:ext cx="1104446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spc="-2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친구들 앞에서 노래 부르고 기준을 정하여 스스로 평가해 봅시다</a:t>
              </a:r>
              <a:r>
                <a:rPr lang="en-US" altLang="ko-KR" sz="3200" spc="-2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.</a:t>
              </a: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A409A1E5-4C4F-EC7E-FB94-2FDDD4B98F83}"/>
              </a:ext>
            </a:extLst>
          </p:cNvPr>
          <p:cNvGrpSpPr/>
          <p:nvPr/>
        </p:nvGrpSpPr>
        <p:grpSpPr>
          <a:xfrm>
            <a:off x="5518298" y="6435306"/>
            <a:ext cx="1265273" cy="414547"/>
            <a:chOff x="5518298" y="6435306"/>
            <a:chExt cx="1265273" cy="414547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22539AD5-F531-A845-0B9C-93A57566AD75}"/>
                </a:ext>
              </a:extLst>
            </p:cNvPr>
            <p:cNvSpPr/>
            <p:nvPr/>
          </p:nvSpPr>
          <p:spPr>
            <a:xfrm>
              <a:off x="5518298" y="6456572"/>
              <a:ext cx="1265273" cy="39328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/ 10</a:t>
              </a:r>
              <a:endParaRPr lang="ko-KR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BACD05C4-ED67-A243-A50E-90C3132336CB}"/>
                </a:ext>
              </a:extLst>
            </p:cNvPr>
            <p:cNvSpPr/>
            <p:nvPr/>
          </p:nvSpPr>
          <p:spPr>
            <a:xfrm>
              <a:off x="5589581" y="6435306"/>
              <a:ext cx="364651" cy="39328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700" b="1" dirty="0">
                  <a:solidFill>
                    <a:schemeClr val="tx1"/>
                  </a:solidFill>
                  <a:latin typeface="+mn-ea"/>
                </a:rPr>
                <a:t>8</a:t>
              </a:r>
              <a:endParaRPr lang="ko-KR" altLang="en-US" sz="17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33BB8F05-16DC-730D-7495-D71885E95B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3611" y="770238"/>
            <a:ext cx="4566082" cy="384130"/>
          </a:xfrm>
          <a:prstGeom prst="rect">
            <a:avLst/>
          </a:prstGeom>
        </p:spPr>
      </p:pic>
      <p:sp>
        <p:nvSpPr>
          <p:cNvPr id="3" name="직사각형 2">
            <a:hlinkClick r:id="rId5" action="ppaction://hlinksldjump"/>
            <a:extLst>
              <a:ext uri="{FF2B5EF4-FFF2-40B4-BE49-F238E27FC236}">
                <a16:creationId xmlns:a16="http://schemas.microsoft.com/office/drawing/2014/main" id="{F90F24FC-2A4B-F818-A391-08CD91D5AB05}"/>
              </a:ext>
            </a:extLst>
          </p:cNvPr>
          <p:cNvSpPr/>
          <p:nvPr/>
        </p:nvSpPr>
        <p:spPr>
          <a:xfrm>
            <a:off x="9372400" y="794113"/>
            <a:ext cx="2334711" cy="3856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hlinkClick r:id="rId6" action="ppaction://hlinksldjump"/>
            <a:extLst>
              <a:ext uri="{FF2B5EF4-FFF2-40B4-BE49-F238E27FC236}">
                <a16:creationId xmlns:a16="http://schemas.microsoft.com/office/drawing/2014/main" id="{BBC300D3-9CEC-E41A-56F2-5521C394D460}"/>
              </a:ext>
            </a:extLst>
          </p:cNvPr>
          <p:cNvSpPr/>
          <p:nvPr/>
        </p:nvSpPr>
        <p:spPr>
          <a:xfrm>
            <a:off x="7141029" y="787138"/>
            <a:ext cx="2231372" cy="3926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135E8C-FC9B-DD4A-2A23-BB9DAAF86EC1}"/>
              </a:ext>
            </a:extLst>
          </p:cNvPr>
          <p:cNvSpPr txBox="1"/>
          <p:nvPr/>
        </p:nvSpPr>
        <p:spPr>
          <a:xfrm>
            <a:off x="723285" y="1199176"/>
            <a:ext cx="10461893" cy="668148"/>
          </a:xfrm>
          <a:prstGeom prst="rect">
            <a:avLst/>
          </a:prstGeom>
          <a:noFill/>
        </p:spPr>
        <p:txBody>
          <a:bodyPr wrap="square" lIns="36000" tIns="36000" rIns="36000" bIns="36000">
            <a:noAutofit/>
          </a:bodyPr>
          <a:lstStyle/>
          <a:p>
            <a:pPr marL="179388" indent="-179388">
              <a:lnSpc>
                <a:spcPct val="150000"/>
              </a:lnSpc>
              <a:buClr>
                <a:srgbClr val="E28508"/>
              </a:buClr>
              <a:buFont typeface="Arial" panose="020B0604020202020204" pitchFamily="34" charset="0"/>
              <a:buChar char="•"/>
            </a:pPr>
            <a:r>
              <a:rPr lang="ko-KR" altLang="en-US" sz="2800" b="1" dirty="0">
                <a:solidFill>
                  <a:srgbClr val="211D1E"/>
                </a:solidFill>
                <a:latin typeface="+mn-ea"/>
              </a:rPr>
              <a:t>노래 부를 때 유의할 점을 이야기해 보세요</a:t>
            </a:r>
            <a:r>
              <a:rPr lang="en-US" altLang="ko-KR" sz="2800" b="1" dirty="0">
                <a:solidFill>
                  <a:srgbClr val="211D1E"/>
                </a:solidFill>
                <a:latin typeface="+mn-ea"/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56F391F-E25A-8492-7A48-79B4CF125C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3805" y="2237039"/>
            <a:ext cx="6827543" cy="3421785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F1EFCC9C-57B1-E1D8-8868-3F0E488AB446}"/>
              </a:ext>
            </a:extLst>
          </p:cNvPr>
          <p:cNvGrpSpPr/>
          <p:nvPr/>
        </p:nvGrpSpPr>
        <p:grpSpPr>
          <a:xfrm>
            <a:off x="3148555" y="2474471"/>
            <a:ext cx="1646586" cy="466166"/>
            <a:chOff x="3148555" y="2474471"/>
            <a:chExt cx="1646586" cy="466166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78635E5-1619-2375-62F7-0B7AA3344298}"/>
                </a:ext>
              </a:extLst>
            </p:cNvPr>
            <p:cNvSpPr/>
            <p:nvPr/>
          </p:nvSpPr>
          <p:spPr>
            <a:xfrm>
              <a:off x="3148555" y="2474471"/>
              <a:ext cx="430668" cy="4661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800" b="1" dirty="0">
                  <a:solidFill>
                    <a:srgbClr val="C00000"/>
                  </a:solidFill>
                </a:rPr>
                <a:t>노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3750D0F-5772-BC3C-1391-CF8718C62D05}"/>
                </a:ext>
              </a:extLst>
            </p:cNvPr>
            <p:cNvSpPr/>
            <p:nvPr/>
          </p:nvSpPr>
          <p:spPr>
            <a:xfrm>
              <a:off x="3756514" y="2474471"/>
              <a:ext cx="430668" cy="4661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800" b="1" dirty="0">
                  <a:solidFill>
                    <a:srgbClr val="C00000"/>
                  </a:solidFill>
                </a:rPr>
                <a:t>랫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DC45EEE-81D7-0A83-1004-214807D73EF2}"/>
                </a:ext>
              </a:extLst>
            </p:cNvPr>
            <p:cNvSpPr/>
            <p:nvPr/>
          </p:nvSpPr>
          <p:spPr>
            <a:xfrm>
              <a:off x="4364473" y="2474471"/>
              <a:ext cx="430668" cy="4661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800" b="1" dirty="0">
                  <a:solidFill>
                    <a:srgbClr val="C00000"/>
                  </a:solidFill>
                </a:rPr>
                <a:t>말</a:t>
              </a: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DA817DA8-E4F2-BB02-1560-1C9AA123B1B8}"/>
              </a:ext>
            </a:extLst>
          </p:cNvPr>
          <p:cNvGrpSpPr/>
          <p:nvPr/>
        </p:nvGrpSpPr>
        <p:grpSpPr>
          <a:xfrm>
            <a:off x="3148555" y="3738385"/>
            <a:ext cx="1038627" cy="466166"/>
            <a:chOff x="3148555" y="3738385"/>
            <a:chExt cx="1038627" cy="466166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F41F3941-7B3D-3ACD-24EA-035934926E7E}"/>
                </a:ext>
              </a:extLst>
            </p:cNvPr>
            <p:cNvSpPr/>
            <p:nvPr/>
          </p:nvSpPr>
          <p:spPr>
            <a:xfrm>
              <a:off x="3148555" y="3738385"/>
              <a:ext cx="430668" cy="4661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800" b="1" dirty="0">
                  <a:solidFill>
                    <a:srgbClr val="C00000"/>
                  </a:solidFill>
                </a:rPr>
                <a:t>리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73823209-B93A-59CD-940A-2AA8933386C6}"/>
                </a:ext>
              </a:extLst>
            </p:cNvPr>
            <p:cNvSpPr/>
            <p:nvPr/>
          </p:nvSpPr>
          <p:spPr>
            <a:xfrm>
              <a:off x="3756514" y="3738385"/>
              <a:ext cx="430668" cy="4661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800" b="1" dirty="0">
                  <a:solidFill>
                    <a:srgbClr val="C00000"/>
                  </a:solidFill>
                </a:rPr>
                <a:t>듬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BD6AC88A-2D8A-41B7-DE62-D3B0A6F15695}"/>
              </a:ext>
            </a:extLst>
          </p:cNvPr>
          <p:cNvGrpSpPr/>
          <p:nvPr/>
        </p:nvGrpSpPr>
        <p:grpSpPr>
          <a:xfrm>
            <a:off x="4910339" y="3738385"/>
            <a:ext cx="1038627" cy="466166"/>
            <a:chOff x="4910339" y="3738385"/>
            <a:chExt cx="1038627" cy="466166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6959B5C6-95F5-2184-61D0-5A59006A8B1E}"/>
                </a:ext>
              </a:extLst>
            </p:cNvPr>
            <p:cNvSpPr/>
            <p:nvPr/>
          </p:nvSpPr>
          <p:spPr>
            <a:xfrm>
              <a:off x="4910339" y="3738385"/>
              <a:ext cx="430668" cy="4661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800" b="1" dirty="0">
                  <a:solidFill>
                    <a:srgbClr val="C00000"/>
                  </a:solidFill>
                </a:rPr>
                <a:t>음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CE10DBD5-969F-0A13-C7CB-961049C5024A}"/>
                </a:ext>
              </a:extLst>
            </p:cNvPr>
            <p:cNvSpPr/>
            <p:nvPr/>
          </p:nvSpPr>
          <p:spPr>
            <a:xfrm>
              <a:off x="5518298" y="3738385"/>
              <a:ext cx="430668" cy="4661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800" b="1" dirty="0">
                  <a:solidFill>
                    <a:srgbClr val="C00000"/>
                  </a:solidFill>
                </a:rPr>
                <a:t>정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B75303CF-F47C-D593-D20A-B7BCEBBCAA20}"/>
              </a:ext>
            </a:extLst>
          </p:cNvPr>
          <p:cNvGrpSpPr/>
          <p:nvPr/>
        </p:nvGrpSpPr>
        <p:grpSpPr>
          <a:xfrm>
            <a:off x="5255289" y="4970208"/>
            <a:ext cx="1056045" cy="466166"/>
            <a:chOff x="5255289" y="4970208"/>
            <a:chExt cx="1056045" cy="466166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744E41E0-850B-AB9D-C6FE-9CFCF04D5F97}"/>
                </a:ext>
              </a:extLst>
            </p:cNvPr>
            <p:cNvSpPr/>
            <p:nvPr/>
          </p:nvSpPr>
          <p:spPr>
            <a:xfrm>
              <a:off x="5255289" y="4970208"/>
              <a:ext cx="430668" cy="4661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800" b="1" dirty="0">
                  <a:solidFill>
                    <a:srgbClr val="C00000"/>
                  </a:solidFill>
                </a:rPr>
                <a:t>호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C3EF5E15-C6E9-D0E8-1A85-4770412A24AA}"/>
                </a:ext>
              </a:extLst>
            </p:cNvPr>
            <p:cNvSpPr/>
            <p:nvPr/>
          </p:nvSpPr>
          <p:spPr>
            <a:xfrm>
              <a:off x="5880666" y="4970208"/>
              <a:ext cx="430668" cy="4661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800" b="1" dirty="0">
                  <a:solidFill>
                    <a:srgbClr val="C00000"/>
                  </a:solidFill>
                </a:rPr>
                <a:t>흡</a:t>
              </a: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7CE69442-9933-162C-3BE6-8A8E96EA7261}"/>
              </a:ext>
            </a:extLst>
          </p:cNvPr>
          <p:cNvGrpSpPr/>
          <p:nvPr/>
        </p:nvGrpSpPr>
        <p:grpSpPr>
          <a:xfrm>
            <a:off x="10635" y="6456572"/>
            <a:ext cx="4460412" cy="394389"/>
            <a:chOff x="10635" y="6456572"/>
            <a:chExt cx="4460412" cy="394389"/>
          </a:xfrm>
        </p:grpSpPr>
        <p:sp>
          <p:nvSpPr>
            <p:cNvPr id="7" name="사각형: 둥근 모서리 6">
              <a:hlinkClick r:id="rId8" action="ppaction://hlinksldjump"/>
              <a:extLst>
                <a:ext uri="{FF2B5EF4-FFF2-40B4-BE49-F238E27FC236}">
                  <a16:creationId xmlns:a16="http://schemas.microsoft.com/office/drawing/2014/main" id="{09D1488A-7495-7A74-B007-F48E6735EA20}"/>
                </a:ext>
              </a:extLst>
            </p:cNvPr>
            <p:cNvSpPr/>
            <p:nvPr/>
          </p:nvSpPr>
          <p:spPr>
            <a:xfrm>
              <a:off x="10635" y="6457680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27" name="사각형: 둥근 모서리 26">
              <a:hlinkClick r:id="rId9" action="ppaction://hlinksldjump"/>
              <a:extLst>
                <a:ext uri="{FF2B5EF4-FFF2-40B4-BE49-F238E27FC236}">
                  <a16:creationId xmlns:a16="http://schemas.microsoft.com/office/drawing/2014/main" id="{71CCEDB5-45F5-87C5-2731-3B13E53C677B}"/>
                </a:ext>
              </a:extLst>
            </p:cNvPr>
            <p:cNvSpPr/>
            <p:nvPr/>
          </p:nvSpPr>
          <p:spPr>
            <a:xfrm>
              <a:off x="665455" y="6457680"/>
              <a:ext cx="580984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도입</a:t>
              </a:r>
            </a:p>
          </p:txBody>
        </p:sp>
        <p:sp>
          <p:nvSpPr>
            <p:cNvPr id="28" name="사각형: 둥근 모서리 27">
              <a:hlinkClick r:id="rId10" action="ppaction://hlinksldjump"/>
              <a:extLst>
                <a:ext uri="{FF2B5EF4-FFF2-40B4-BE49-F238E27FC236}">
                  <a16:creationId xmlns:a16="http://schemas.microsoft.com/office/drawing/2014/main" id="{B5B8E4F2-9AB8-19F6-0DE8-BE4B52CFE888}"/>
                </a:ext>
              </a:extLst>
            </p:cNvPr>
            <p:cNvSpPr/>
            <p:nvPr/>
          </p:nvSpPr>
          <p:spPr>
            <a:xfrm>
              <a:off x="1246439" y="6457680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29" name="사각형: 둥근 모서리 28">
              <a:hlinkClick r:id="rId11" action="ppaction://hlinksldjump"/>
              <a:extLst>
                <a:ext uri="{FF2B5EF4-FFF2-40B4-BE49-F238E27FC236}">
                  <a16:creationId xmlns:a16="http://schemas.microsoft.com/office/drawing/2014/main" id="{A29F27BE-F1E1-7184-46AE-E3382907E7BA}"/>
                </a:ext>
              </a:extLst>
            </p:cNvPr>
            <p:cNvSpPr/>
            <p:nvPr/>
          </p:nvSpPr>
          <p:spPr>
            <a:xfrm>
              <a:off x="1901259" y="6457680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30" name="사각형: 둥근 모서리 29">
              <a:hlinkClick r:id="rId12" action="ppaction://hlinksldjump"/>
              <a:extLst>
                <a:ext uri="{FF2B5EF4-FFF2-40B4-BE49-F238E27FC236}">
                  <a16:creationId xmlns:a16="http://schemas.microsoft.com/office/drawing/2014/main" id="{6182EB91-0FBD-9743-1BB7-950B5F79A73D}"/>
                </a:ext>
              </a:extLst>
            </p:cNvPr>
            <p:cNvSpPr/>
            <p:nvPr/>
          </p:nvSpPr>
          <p:spPr>
            <a:xfrm>
              <a:off x="2652422" y="6457680"/>
              <a:ext cx="580984" cy="393281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31" name="사각형: 둥근 모서리 30">
              <a:hlinkClick r:id="rId13" action="ppaction://hlinksldjump"/>
              <a:extLst>
                <a:ext uri="{FF2B5EF4-FFF2-40B4-BE49-F238E27FC236}">
                  <a16:creationId xmlns:a16="http://schemas.microsoft.com/office/drawing/2014/main" id="{515D4CC4-23BE-2FBA-4822-2ACD8A59A5F9}"/>
                </a:ext>
              </a:extLst>
            </p:cNvPr>
            <p:cNvSpPr/>
            <p:nvPr/>
          </p:nvSpPr>
          <p:spPr>
            <a:xfrm>
              <a:off x="3233406" y="6456572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정리</a:t>
              </a:r>
            </a:p>
          </p:txBody>
        </p:sp>
        <p:sp>
          <p:nvSpPr>
            <p:cNvPr id="32" name="사각형: 둥근 모서리 31">
              <a:hlinkClick r:id="rId14" action="ppaction://hlinksldjump"/>
              <a:extLst>
                <a:ext uri="{FF2B5EF4-FFF2-40B4-BE49-F238E27FC236}">
                  <a16:creationId xmlns:a16="http://schemas.microsoft.com/office/drawing/2014/main" id="{52A60C28-2574-0048-FBD3-6037C420722D}"/>
                </a:ext>
              </a:extLst>
            </p:cNvPr>
            <p:cNvSpPr/>
            <p:nvPr/>
          </p:nvSpPr>
          <p:spPr>
            <a:xfrm>
              <a:off x="3816227" y="6456572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1315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9E02A-A53A-8D6E-0E12-FBE645A1B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DABFB99A-E334-469A-FA06-A855B74B3832}"/>
              </a:ext>
            </a:extLst>
          </p:cNvPr>
          <p:cNvGrpSpPr/>
          <p:nvPr/>
        </p:nvGrpSpPr>
        <p:grpSpPr>
          <a:xfrm>
            <a:off x="0" y="0"/>
            <a:ext cx="12192000" cy="914400"/>
            <a:chOff x="0" y="0"/>
            <a:chExt cx="12192000" cy="914400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CDA9DA09-9781-BF99-4711-74DFCD268893}"/>
                </a:ext>
              </a:extLst>
            </p:cNvPr>
            <p:cNvGrpSpPr/>
            <p:nvPr/>
          </p:nvGrpSpPr>
          <p:grpSpPr>
            <a:xfrm>
              <a:off x="0" y="0"/>
              <a:ext cx="12192000" cy="914400"/>
              <a:chOff x="0" y="0"/>
              <a:chExt cx="12192000" cy="914400"/>
            </a:xfrm>
          </p:grpSpPr>
          <p:pic>
            <p:nvPicPr>
              <p:cNvPr id="11" name="그림 10" descr="텍스트, 스크린샷, 원, 폰트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34AB921C-0B08-E332-4C13-8F111BC8A7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85882"/>
              <a:stretch>
                <a:fillRect/>
              </a:stretch>
            </p:blipFill>
            <p:spPr>
              <a:xfrm>
                <a:off x="0" y="0"/>
                <a:ext cx="12192000" cy="914400"/>
              </a:xfrm>
              <a:prstGeom prst="rect">
                <a:avLst/>
              </a:prstGeom>
            </p:spPr>
          </p:pic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45F21F3E-3E65-E534-6EC3-7DFF1CA7361F}"/>
                  </a:ext>
                </a:extLst>
              </p:cNvPr>
              <p:cNvSpPr/>
              <p:nvPr/>
            </p:nvSpPr>
            <p:spPr>
              <a:xfrm>
                <a:off x="995082" y="44450"/>
                <a:ext cx="9386047" cy="60100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2C87235-AA5F-E433-39C9-04D67FDDBD05}"/>
                </a:ext>
              </a:extLst>
            </p:cNvPr>
            <p:cNvSpPr txBox="1"/>
            <p:nvPr/>
          </p:nvSpPr>
          <p:spPr>
            <a:xfrm>
              <a:off x="955947" y="116994"/>
              <a:ext cx="1104446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spc="-2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친구들 앞에서 노래 부르고 기준을 정하여 스스로 평가해 봅시다</a:t>
              </a:r>
              <a:r>
                <a:rPr lang="en-US" altLang="ko-KR" sz="3200" spc="-2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.</a:t>
              </a: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EE25D8B9-2AE2-C931-2247-A1BC4BD0EC77}"/>
              </a:ext>
            </a:extLst>
          </p:cNvPr>
          <p:cNvGrpSpPr/>
          <p:nvPr/>
        </p:nvGrpSpPr>
        <p:grpSpPr>
          <a:xfrm>
            <a:off x="5518298" y="6435306"/>
            <a:ext cx="1265273" cy="414547"/>
            <a:chOff x="5518298" y="6435306"/>
            <a:chExt cx="1265273" cy="414547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AA9BBD98-20C4-F7DF-7000-69A568727F37}"/>
                </a:ext>
              </a:extLst>
            </p:cNvPr>
            <p:cNvSpPr/>
            <p:nvPr/>
          </p:nvSpPr>
          <p:spPr>
            <a:xfrm>
              <a:off x="5518298" y="6456572"/>
              <a:ext cx="1265273" cy="39328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/ 10</a:t>
              </a:r>
              <a:endParaRPr lang="ko-KR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2A5C2B9B-B8F7-7D27-7CAC-C8FC422967DF}"/>
                </a:ext>
              </a:extLst>
            </p:cNvPr>
            <p:cNvSpPr/>
            <p:nvPr/>
          </p:nvSpPr>
          <p:spPr>
            <a:xfrm>
              <a:off x="5589581" y="6435306"/>
              <a:ext cx="364651" cy="39328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700" b="1" dirty="0">
                  <a:solidFill>
                    <a:schemeClr val="tx1"/>
                  </a:solidFill>
                  <a:latin typeface="+mn-ea"/>
                </a:rPr>
                <a:t>8</a:t>
              </a:r>
              <a:endParaRPr lang="ko-KR" altLang="en-US" sz="17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370B07B2-EC81-93B5-A20B-9E37B46BFB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3610" y="783087"/>
            <a:ext cx="4566083" cy="376883"/>
          </a:xfrm>
          <a:prstGeom prst="rect">
            <a:avLst/>
          </a:prstGeom>
        </p:spPr>
      </p:pic>
      <p:sp>
        <p:nvSpPr>
          <p:cNvPr id="6" name="직사각형 5">
            <a:hlinkClick r:id="rId5" action="ppaction://hlinksldjump"/>
            <a:extLst>
              <a:ext uri="{FF2B5EF4-FFF2-40B4-BE49-F238E27FC236}">
                <a16:creationId xmlns:a16="http://schemas.microsoft.com/office/drawing/2014/main" id="{9F7AE627-15BD-C8A1-6C7B-0DEF01AFE9FC}"/>
              </a:ext>
            </a:extLst>
          </p:cNvPr>
          <p:cNvSpPr/>
          <p:nvPr/>
        </p:nvSpPr>
        <p:spPr>
          <a:xfrm>
            <a:off x="9372400" y="785404"/>
            <a:ext cx="2334711" cy="3856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hlinkClick r:id="rId6" action="ppaction://hlinksldjump"/>
            <a:extLst>
              <a:ext uri="{FF2B5EF4-FFF2-40B4-BE49-F238E27FC236}">
                <a16:creationId xmlns:a16="http://schemas.microsoft.com/office/drawing/2014/main" id="{6E056320-03CB-4799-4B5E-F100CB890D8E}"/>
              </a:ext>
            </a:extLst>
          </p:cNvPr>
          <p:cNvSpPr/>
          <p:nvPr/>
        </p:nvSpPr>
        <p:spPr>
          <a:xfrm>
            <a:off x="7141029" y="778429"/>
            <a:ext cx="2231372" cy="3926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A779DB-CD9A-5F25-CBF5-EFC40A6308FF}"/>
              </a:ext>
            </a:extLst>
          </p:cNvPr>
          <p:cNvSpPr txBox="1"/>
          <p:nvPr/>
        </p:nvSpPr>
        <p:spPr>
          <a:xfrm>
            <a:off x="723285" y="1199176"/>
            <a:ext cx="10461893" cy="668148"/>
          </a:xfrm>
          <a:prstGeom prst="rect">
            <a:avLst/>
          </a:prstGeom>
          <a:noFill/>
        </p:spPr>
        <p:txBody>
          <a:bodyPr wrap="square" lIns="36000" tIns="36000" rIns="36000" bIns="36000">
            <a:noAutofit/>
          </a:bodyPr>
          <a:lstStyle/>
          <a:p>
            <a:pPr marL="179388" indent="-179388">
              <a:lnSpc>
                <a:spcPct val="150000"/>
              </a:lnSpc>
              <a:buClr>
                <a:srgbClr val="E28508"/>
              </a:buClr>
              <a:buFont typeface="Arial" panose="020B0604020202020204" pitchFamily="34" charset="0"/>
              <a:buChar char="•"/>
            </a:pPr>
            <a:r>
              <a:rPr lang="ko-KR" altLang="en-US" sz="2800" b="1" dirty="0">
                <a:solidFill>
                  <a:srgbClr val="211D1E"/>
                </a:solidFill>
                <a:latin typeface="+mn-ea"/>
              </a:rPr>
              <a:t>노래를 발표한 후 평가 기준을 정하여 스스로 평가해 보세요</a:t>
            </a:r>
            <a:r>
              <a:rPr lang="en-US" altLang="ko-KR" sz="2800" b="1" dirty="0">
                <a:solidFill>
                  <a:srgbClr val="211D1E"/>
                </a:solidFill>
                <a:latin typeface="+mn-ea"/>
              </a:rPr>
              <a:t>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81D5159-B054-A796-6D52-20AB7E2627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4117" y="2147380"/>
            <a:ext cx="6308461" cy="4266660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EE759D09-0C19-D081-21AB-EBDE48FB38DF}"/>
              </a:ext>
            </a:extLst>
          </p:cNvPr>
          <p:cNvGrpSpPr/>
          <p:nvPr/>
        </p:nvGrpSpPr>
        <p:grpSpPr>
          <a:xfrm>
            <a:off x="9284028" y="4626421"/>
            <a:ext cx="1523310" cy="1446175"/>
            <a:chOff x="9101147" y="4633396"/>
            <a:chExt cx="1810003" cy="1724266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3E391561-D2F1-5CF6-2CAB-13073EA8770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101147" y="4633396"/>
              <a:ext cx="1810003" cy="1562318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47E24C4C-BF21-4D56-EB40-B72F49F8EA7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231861" y="6195714"/>
              <a:ext cx="590632" cy="161948"/>
            </a:xfrm>
            <a:prstGeom prst="rect">
              <a:avLst/>
            </a:prstGeom>
          </p:spPr>
        </p:pic>
      </p:grpSp>
      <p:sp>
        <p:nvSpPr>
          <p:cNvPr id="18" name="말풍선: 모서리가 둥근 사각형 17">
            <a:extLst>
              <a:ext uri="{FF2B5EF4-FFF2-40B4-BE49-F238E27FC236}">
                <a16:creationId xmlns:a16="http://schemas.microsoft.com/office/drawing/2014/main" id="{CE02F093-5D58-0FBC-7B18-F02F8B61D585}"/>
              </a:ext>
            </a:extLst>
          </p:cNvPr>
          <p:cNvSpPr/>
          <p:nvPr/>
        </p:nvSpPr>
        <p:spPr>
          <a:xfrm>
            <a:off x="8640147" y="2609396"/>
            <a:ext cx="2979529" cy="1553106"/>
          </a:xfrm>
          <a:prstGeom prst="wedgeRoundRectCallout">
            <a:avLst>
              <a:gd name="adj1" fmla="val -12810"/>
              <a:gd name="adj2" fmla="val 74308"/>
              <a:gd name="adj3" fmla="val 16667"/>
            </a:avLst>
          </a:prstGeom>
          <a:solidFill>
            <a:srgbClr val="DBF1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400" spc="-200" dirty="0">
                <a:solidFill>
                  <a:schemeClr val="tx1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표시한 항목의 단어를 활용하여 잘한 점</a:t>
            </a:r>
            <a:r>
              <a:rPr lang="en-US" altLang="ko-KR" sz="2400" spc="-200" dirty="0">
                <a:solidFill>
                  <a:schemeClr val="tx1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, </a:t>
            </a:r>
            <a:r>
              <a:rPr lang="ko-KR" altLang="en-US" sz="2400" spc="-200" dirty="0">
                <a:solidFill>
                  <a:schemeClr val="tx1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노력할 점을 적어 보세요</a:t>
            </a:r>
            <a:r>
              <a:rPr lang="en-US" altLang="ko-KR" sz="2400" spc="-200" dirty="0">
                <a:solidFill>
                  <a:schemeClr val="tx1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.</a:t>
            </a:r>
            <a:endParaRPr lang="ko-KR" altLang="en-US" sz="2400" spc="-200" dirty="0">
              <a:solidFill>
                <a:schemeClr val="tx1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9D297841-E4E7-AEB1-86C5-4BD5ABE175E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54117" y="2155603"/>
            <a:ext cx="6294030" cy="4266660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4C7F4C62-D1D3-508F-CE4B-7FF629BDE0CD}"/>
              </a:ext>
            </a:extLst>
          </p:cNvPr>
          <p:cNvGrpSpPr/>
          <p:nvPr/>
        </p:nvGrpSpPr>
        <p:grpSpPr>
          <a:xfrm>
            <a:off x="10635" y="6456572"/>
            <a:ext cx="4460412" cy="394389"/>
            <a:chOff x="10635" y="6456572"/>
            <a:chExt cx="4460412" cy="394389"/>
          </a:xfrm>
        </p:grpSpPr>
        <p:sp>
          <p:nvSpPr>
            <p:cNvPr id="3" name="사각형: 둥근 모서리 2">
              <a:hlinkClick r:id="rId11" action="ppaction://hlinksldjump"/>
              <a:extLst>
                <a:ext uri="{FF2B5EF4-FFF2-40B4-BE49-F238E27FC236}">
                  <a16:creationId xmlns:a16="http://schemas.microsoft.com/office/drawing/2014/main" id="{2FC9B1A7-4FF8-775C-F750-00F753C57A7E}"/>
                </a:ext>
              </a:extLst>
            </p:cNvPr>
            <p:cNvSpPr/>
            <p:nvPr/>
          </p:nvSpPr>
          <p:spPr>
            <a:xfrm>
              <a:off x="10635" y="6457680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4" name="사각형: 둥근 모서리 3">
              <a:hlinkClick r:id="rId12" action="ppaction://hlinksldjump"/>
              <a:extLst>
                <a:ext uri="{FF2B5EF4-FFF2-40B4-BE49-F238E27FC236}">
                  <a16:creationId xmlns:a16="http://schemas.microsoft.com/office/drawing/2014/main" id="{5285DF1C-AA7B-9211-B725-885690789E4A}"/>
                </a:ext>
              </a:extLst>
            </p:cNvPr>
            <p:cNvSpPr/>
            <p:nvPr/>
          </p:nvSpPr>
          <p:spPr>
            <a:xfrm>
              <a:off x="665455" y="6457680"/>
              <a:ext cx="580984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도입</a:t>
              </a:r>
            </a:p>
          </p:txBody>
        </p:sp>
        <p:sp>
          <p:nvSpPr>
            <p:cNvPr id="9" name="사각형: 둥근 모서리 8">
              <a:hlinkClick r:id="rId13" action="ppaction://hlinksldjump"/>
              <a:extLst>
                <a:ext uri="{FF2B5EF4-FFF2-40B4-BE49-F238E27FC236}">
                  <a16:creationId xmlns:a16="http://schemas.microsoft.com/office/drawing/2014/main" id="{2AC15B9F-A908-6144-23E3-0997BA5A045B}"/>
                </a:ext>
              </a:extLst>
            </p:cNvPr>
            <p:cNvSpPr/>
            <p:nvPr/>
          </p:nvSpPr>
          <p:spPr>
            <a:xfrm>
              <a:off x="1246439" y="6457680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12" name="사각형: 둥근 모서리 11">
              <a:hlinkClick r:id="rId14" action="ppaction://hlinksldjump"/>
              <a:extLst>
                <a:ext uri="{FF2B5EF4-FFF2-40B4-BE49-F238E27FC236}">
                  <a16:creationId xmlns:a16="http://schemas.microsoft.com/office/drawing/2014/main" id="{FC8582B7-2A61-378F-0265-46C51449EEDB}"/>
                </a:ext>
              </a:extLst>
            </p:cNvPr>
            <p:cNvSpPr/>
            <p:nvPr/>
          </p:nvSpPr>
          <p:spPr>
            <a:xfrm>
              <a:off x="1901259" y="6457680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15" name="사각형: 둥근 모서리 14">
              <a:hlinkClick r:id="rId15" action="ppaction://hlinksldjump"/>
              <a:extLst>
                <a:ext uri="{FF2B5EF4-FFF2-40B4-BE49-F238E27FC236}">
                  <a16:creationId xmlns:a16="http://schemas.microsoft.com/office/drawing/2014/main" id="{CE67FB31-7B60-C1C9-1CCA-6051F842D588}"/>
                </a:ext>
              </a:extLst>
            </p:cNvPr>
            <p:cNvSpPr/>
            <p:nvPr/>
          </p:nvSpPr>
          <p:spPr>
            <a:xfrm>
              <a:off x="2652422" y="6457680"/>
              <a:ext cx="580984" cy="393281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20" name="사각형: 둥근 모서리 19">
              <a:hlinkClick r:id="rId16" action="ppaction://hlinksldjump"/>
              <a:extLst>
                <a:ext uri="{FF2B5EF4-FFF2-40B4-BE49-F238E27FC236}">
                  <a16:creationId xmlns:a16="http://schemas.microsoft.com/office/drawing/2014/main" id="{0DF9740C-AF82-41CE-884F-18845106954E}"/>
                </a:ext>
              </a:extLst>
            </p:cNvPr>
            <p:cNvSpPr/>
            <p:nvPr/>
          </p:nvSpPr>
          <p:spPr>
            <a:xfrm>
              <a:off x="3233406" y="6456572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정리</a:t>
              </a:r>
            </a:p>
          </p:txBody>
        </p:sp>
        <p:sp>
          <p:nvSpPr>
            <p:cNvPr id="22" name="사각형: 둥근 모서리 21">
              <a:hlinkClick r:id="rId17" action="ppaction://hlinksldjump"/>
              <a:extLst>
                <a:ext uri="{FF2B5EF4-FFF2-40B4-BE49-F238E27FC236}">
                  <a16:creationId xmlns:a16="http://schemas.microsoft.com/office/drawing/2014/main" id="{FC1F6D63-0B2E-6713-CAC5-3273B6F02F84}"/>
                </a:ext>
              </a:extLst>
            </p:cNvPr>
            <p:cNvSpPr/>
            <p:nvPr/>
          </p:nvSpPr>
          <p:spPr>
            <a:xfrm>
              <a:off x="3816227" y="6456572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6540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6D7D5-076B-0B59-564C-C67CC3B7E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>
            <a:extLst>
              <a:ext uri="{FF2B5EF4-FFF2-40B4-BE49-F238E27FC236}">
                <a16:creationId xmlns:a16="http://schemas.microsoft.com/office/drawing/2014/main" id="{C566F0EC-4B31-DF87-F27B-1BD162A48E82}"/>
              </a:ext>
            </a:extLst>
          </p:cNvPr>
          <p:cNvGrpSpPr/>
          <p:nvPr/>
        </p:nvGrpSpPr>
        <p:grpSpPr>
          <a:xfrm>
            <a:off x="0" y="-9795"/>
            <a:ext cx="12192000" cy="870407"/>
            <a:chOff x="0" y="-9795"/>
            <a:chExt cx="12192000" cy="870407"/>
          </a:xfrm>
        </p:grpSpPr>
        <p:pic>
          <p:nvPicPr>
            <p:cNvPr id="10" name="그림 9" descr="텍스트, 만화 영화, 애니메이션, 클립아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C3F03203-C109-7EEA-9BE6-B124BAFC6F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6562"/>
            <a:stretch>
              <a:fillRect/>
            </a:stretch>
          </p:blipFill>
          <p:spPr>
            <a:xfrm>
              <a:off x="0" y="-9795"/>
              <a:ext cx="12192000" cy="870407"/>
            </a:xfrm>
            <a:prstGeom prst="rect">
              <a:avLst/>
            </a:prstGeom>
          </p:spPr>
        </p:pic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C6431471-0EE1-537A-4424-E5E7E4055D37}"/>
                </a:ext>
              </a:extLst>
            </p:cNvPr>
            <p:cNvSpPr/>
            <p:nvPr/>
          </p:nvSpPr>
          <p:spPr>
            <a:xfrm>
              <a:off x="986118" y="44450"/>
              <a:ext cx="9646023" cy="63686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61D90899-77CB-4CAA-6720-55D288FD2F7C}"/>
              </a:ext>
            </a:extLst>
          </p:cNvPr>
          <p:cNvSpPr txBox="1"/>
          <p:nvPr/>
        </p:nvSpPr>
        <p:spPr>
          <a:xfrm>
            <a:off x="955947" y="116994"/>
            <a:ext cx="106717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spc="-200" dirty="0">
                <a:latin typeface="HY견고딕" panose="02030600000101010101" pitchFamily="18" charset="-127"/>
                <a:ea typeface="HY견고딕" panose="02030600000101010101" pitchFamily="18" charset="-127"/>
              </a:rPr>
              <a:t>친구들과 활동을 하며 느낀 점을 이야기해 봅시다</a:t>
            </a:r>
            <a:r>
              <a:rPr lang="en-US" altLang="ko-KR" sz="3200" spc="-200" dirty="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ko-KR" altLang="en-US" sz="3200" spc="-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492131EB-91E5-7039-8B17-E4B5F04D75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2974" y="2545073"/>
            <a:ext cx="6726051" cy="3868967"/>
          </a:xfrm>
          <a:prstGeom prst="rect">
            <a:avLst/>
          </a:prstGeom>
        </p:spPr>
      </p:pic>
      <p:sp>
        <p:nvSpPr>
          <p:cNvPr id="26" name="말풍선: 모서리가 둥근 사각형 25">
            <a:extLst>
              <a:ext uri="{FF2B5EF4-FFF2-40B4-BE49-F238E27FC236}">
                <a16:creationId xmlns:a16="http://schemas.microsoft.com/office/drawing/2014/main" id="{045A1A0E-EBDF-2887-D152-F2AC19E3E53A}"/>
              </a:ext>
            </a:extLst>
          </p:cNvPr>
          <p:cNvSpPr/>
          <p:nvPr/>
        </p:nvSpPr>
        <p:spPr>
          <a:xfrm>
            <a:off x="955947" y="1555980"/>
            <a:ext cx="2828272" cy="1401372"/>
          </a:xfrm>
          <a:prstGeom prst="wedgeRoundRectCallout">
            <a:avLst>
              <a:gd name="adj1" fmla="val 44132"/>
              <a:gd name="adj2" fmla="val 94693"/>
              <a:gd name="adj3" fmla="val 16667"/>
            </a:avLst>
          </a:prstGeom>
          <a:solidFill>
            <a:srgbClr val="DBF1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50000"/>
              </a:spcBef>
            </a:pPr>
            <a:r>
              <a:rPr lang="ko-KR" altLang="en-US" sz="2400" spc="-200" dirty="0">
                <a:solidFill>
                  <a:schemeClr val="tx1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여러 친구들 앞에서 노래를 </a:t>
            </a:r>
            <a:r>
              <a:rPr lang="ko-KR" altLang="en-US" sz="2400" spc="-200" dirty="0" err="1">
                <a:solidFill>
                  <a:schemeClr val="tx1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하려니</a:t>
            </a:r>
            <a:r>
              <a:rPr lang="ko-KR" altLang="en-US" sz="2400" spc="-200" dirty="0">
                <a:solidFill>
                  <a:schemeClr val="tx1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 무척 떨렸어요</a:t>
            </a:r>
            <a:r>
              <a:rPr lang="en-US" altLang="ko-KR" sz="2400" spc="-200" dirty="0">
                <a:solidFill>
                  <a:schemeClr val="tx1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.</a:t>
            </a:r>
            <a:endParaRPr lang="ko-KR" altLang="en-US" sz="2400" spc="-200" dirty="0">
              <a:solidFill>
                <a:schemeClr val="tx1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29" name="말풍선: 모서리가 둥근 사각형 28">
            <a:extLst>
              <a:ext uri="{FF2B5EF4-FFF2-40B4-BE49-F238E27FC236}">
                <a16:creationId xmlns:a16="http://schemas.microsoft.com/office/drawing/2014/main" id="{31057B5E-5AC9-6185-7B37-61A4CE0FD6B8}"/>
              </a:ext>
            </a:extLst>
          </p:cNvPr>
          <p:cNvSpPr/>
          <p:nvPr/>
        </p:nvSpPr>
        <p:spPr>
          <a:xfrm>
            <a:off x="4471046" y="1555980"/>
            <a:ext cx="3286835" cy="1401372"/>
          </a:xfrm>
          <a:prstGeom prst="wedgeRoundRectCallout">
            <a:avLst>
              <a:gd name="adj1" fmla="val -2304"/>
              <a:gd name="adj2" fmla="val 74862"/>
              <a:gd name="adj3" fmla="val 16667"/>
            </a:avLst>
          </a:prstGeom>
          <a:solidFill>
            <a:srgbClr val="FDF1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50000"/>
              </a:spcBef>
            </a:pPr>
            <a:r>
              <a:rPr lang="ko-KR" altLang="en-US" sz="2400" spc="-200" dirty="0">
                <a:solidFill>
                  <a:schemeClr val="tx1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자신감을 가지고 끝까지 노력하는 친구의 모습이 좋았어요</a:t>
            </a:r>
            <a:r>
              <a:rPr lang="en-US" altLang="ko-KR" sz="2400" spc="-200" dirty="0">
                <a:solidFill>
                  <a:schemeClr val="tx1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.</a:t>
            </a:r>
            <a:endParaRPr lang="ko-KR" altLang="en-US" sz="2400" spc="-200" dirty="0">
              <a:solidFill>
                <a:schemeClr val="tx1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30" name="말풍선: 모서리가 둥근 사각형 29">
            <a:extLst>
              <a:ext uri="{FF2B5EF4-FFF2-40B4-BE49-F238E27FC236}">
                <a16:creationId xmlns:a16="http://schemas.microsoft.com/office/drawing/2014/main" id="{C096B98D-5829-A409-AC72-32B6FC2E4F4B}"/>
              </a:ext>
            </a:extLst>
          </p:cNvPr>
          <p:cNvSpPr/>
          <p:nvPr/>
        </p:nvSpPr>
        <p:spPr>
          <a:xfrm>
            <a:off x="8340894" y="1555980"/>
            <a:ext cx="3286835" cy="1421823"/>
          </a:xfrm>
          <a:prstGeom prst="wedgeRoundRectCallout">
            <a:avLst>
              <a:gd name="adj1" fmla="val -45954"/>
              <a:gd name="adj2" fmla="val 78061"/>
              <a:gd name="adj3" fmla="val 16667"/>
            </a:avLst>
          </a:prstGeom>
          <a:solidFill>
            <a:srgbClr val="EBF2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50000"/>
              </a:spcBef>
            </a:pPr>
            <a:r>
              <a:rPr lang="ko-KR" altLang="en-US" sz="2400" spc="-200" dirty="0">
                <a:solidFill>
                  <a:schemeClr val="tx1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평가한 내용을 바탕으로 다음에는 노래를 더 잘 부르고 싶어요</a:t>
            </a:r>
            <a:r>
              <a:rPr lang="en-US" altLang="ko-KR" sz="2400" spc="-200" dirty="0">
                <a:solidFill>
                  <a:schemeClr val="tx1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.</a:t>
            </a:r>
            <a:endParaRPr lang="ko-KR" altLang="en-US" sz="2400" spc="-200" dirty="0">
              <a:solidFill>
                <a:schemeClr val="tx1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17CA480F-9743-D93F-3BE9-0AA2462F8EEE}"/>
              </a:ext>
            </a:extLst>
          </p:cNvPr>
          <p:cNvGrpSpPr/>
          <p:nvPr/>
        </p:nvGrpSpPr>
        <p:grpSpPr>
          <a:xfrm>
            <a:off x="5518298" y="6435306"/>
            <a:ext cx="1265273" cy="414547"/>
            <a:chOff x="5518298" y="6435306"/>
            <a:chExt cx="1265273" cy="414547"/>
          </a:xfrm>
        </p:grpSpPr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B3516CD7-B2EA-40DF-651C-E2362EDDA29A}"/>
                </a:ext>
              </a:extLst>
            </p:cNvPr>
            <p:cNvSpPr/>
            <p:nvPr/>
          </p:nvSpPr>
          <p:spPr>
            <a:xfrm>
              <a:off x="5518298" y="6456572"/>
              <a:ext cx="1265273" cy="39328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/ 10</a:t>
              </a:r>
              <a:endParaRPr lang="ko-KR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F6FD4DC8-2488-96C8-844E-D0745E6EB340}"/>
                </a:ext>
              </a:extLst>
            </p:cNvPr>
            <p:cNvSpPr/>
            <p:nvPr/>
          </p:nvSpPr>
          <p:spPr>
            <a:xfrm>
              <a:off x="5589581" y="6435306"/>
              <a:ext cx="364651" cy="39328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700" b="1" dirty="0">
                  <a:solidFill>
                    <a:schemeClr val="tx1"/>
                  </a:solidFill>
                  <a:latin typeface="+mn-ea"/>
                </a:rPr>
                <a:t>9</a:t>
              </a:r>
              <a:endParaRPr lang="ko-KR" altLang="en-US" sz="17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33E1BEF-11AD-D7D6-E03F-2FA8A24DBFD6}"/>
              </a:ext>
            </a:extLst>
          </p:cNvPr>
          <p:cNvGrpSpPr/>
          <p:nvPr/>
        </p:nvGrpSpPr>
        <p:grpSpPr>
          <a:xfrm>
            <a:off x="10635" y="6456572"/>
            <a:ext cx="4460412" cy="394389"/>
            <a:chOff x="10635" y="6456572"/>
            <a:chExt cx="4460412" cy="394389"/>
          </a:xfrm>
        </p:grpSpPr>
        <p:sp>
          <p:nvSpPr>
            <p:cNvPr id="12" name="사각형: 둥근 모서리 11">
              <a:hlinkClick r:id="rId5" action="ppaction://hlinksldjump"/>
              <a:extLst>
                <a:ext uri="{FF2B5EF4-FFF2-40B4-BE49-F238E27FC236}">
                  <a16:creationId xmlns:a16="http://schemas.microsoft.com/office/drawing/2014/main" id="{B5A1A40B-2E35-BB32-8524-643E29004523}"/>
                </a:ext>
              </a:extLst>
            </p:cNvPr>
            <p:cNvSpPr/>
            <p:nvPr/>
          </p:nvSpPr>
          <p:spPr>
            <a:xfrm>
              <a:off x="10635" y="6457680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13" name="사각형: 둥근 모서리 12">
              <a:hlinkClick r:id="rId6" action="ppaction://hlinksldjump"/>
              <a:extLst>
                <a:ext uri="{FF2B5EF4-FFF2-40B4-BE49-F238E27FC236}">
                  <a16:creationId xmlns:a16="http://schemas.microsoft.com/office/drawing/2014/main" id="{922572B4-C715-3D4F-F092-0B63EF3320A9}"/>
                </a:ext>
              </a:extLst>
            </p:cNvPr>
            <p:cNvSpPr/>
            <p:nvPr/>
          </p:nvSpPr>
          <p:spPr>
            <a:xfrm>
              <a:off x="665455" y="6457680"/>
              <a:ext cx="580984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도입</a:t>
              </a:r>
            </a:p>
          </p:txBody>
        </p:sp>
        <p:sp>
          <p:nvSpPr>
            <p:cNvPr id="15" name="사각형: 둥근 모서리 14">
              <a:hlinkClick r:id="rId7" action="ppaction://hlinksldjump"/>
              <a:extLst>
                <a:ext uri="{FF2B5EF4-FFF2-40B4-BE49-F238E27FC236}">
                  <a16:creationId xmlns:a16="http://schemas.microsoft.com/office/drawing/2014/main" id="{134BB671-CEFC-F05C-3FA5-E9A9FD4F389D}"/>
                </a:ext>
              </a:extLst>
            </p:cNvPr>
            <p:cNvSpPr/>
            <p:nvPr/>
          </p:nvSpPr>
          <p:spPr>
            <a:xfrm>
              <a:off x="1246439" y="6457680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18" name="사각형: 둥근 모서리 17">
              <a:hlinkClick r:id="rId8" action="ppaction://hlinksldjump"/>
              <a:extLst>
                <a:ext uri="{FF2B5EF4-FFF2-40B4-BE49-F238E27FC236}">
                  <a16:creationId xmlns:a16="http://schemas.microsoft.com/office/drawing/2014/main" id="{B67F534D-CEE2-0772-410A-B2E1593D46FC}"/>
                </a:ext>
              </a:extLst>
            </p:cNvPr>
            <p:cNvSpPr/>
            <p:nvPr/>
          </p:nvSpPr>
          <p:spPr>
            <a:xfrm>
              <a:off x="1901259" y="6457680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19" name="사각형: 둥근 모서리 18">
              <a:hlinkClick r:id="rId9" action="ppaction://hlinksldjump"/>
              <a:extLst>
                <a:ext uri="{FF2B5EF4-FFF2-40B4-BE49-F238E27FC236}">
                  <a16:creationId xmlns:a16="http://schemas.microsoft.com/office/drawing/2014/main" id="{35EA1614-BCD2-9E0E-CDA2-7592FD01FC2D}"/>
                </a:ext>
              </a:extLst>
            </p:cNvPr>
            <p:cNvSpPr/>
            <p:nvPr/>
          </p:nvSpPr>
          <p:spPr>
            <a:xfrm>
              <a:off x="2652422" y="6457680"/>
              <a:ext cx="580984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20" name="사각형: 둥근 모서리 19">
              <a:hlinkClick r:id="rId10" action="ppaction://hlinksldjump"/>
              <a:extLst>
                <a:ext uri="{FF2B5EF4-FFF2-40B4-BE49-F238E27FC236}">
                  <a16:creationId xmlns:a16="http://schemas.microsoft.com/office/drawing/2014/main" id="{8DC13542-0A84-FC20-5C33-27C3310FAF27}"/>
                </a:ext>
              </a:extLst>
            </p:cNvPr>
            <p:cNvSpPr/>
            <p:nvPr/>
          </p:nvSpPr>
          <p:spPr>
            <a:xfrm>
              <a:off x="3233406" y="6456572"/>
              <a:ext cx="580984" cy="393281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정리</a:t>
              </a:r>
            </a:p>
          </p:txBody>
        </p:sp>
        <p:sp>
          <p:nvSpPr>
            <p:cNvPr id="21" name="사각형: 둥근 모서리 20">
              <a:hlinkClick r:id="rId11" action="ppaction://hlinksldjump"/>
              <a:extLst>
                <a:ext uri="{FF2B5EF4-FFF2-40B4-BE49-F238E27FC236}">
                  <a16:creationId xmlns:a16="http://schemas.microsoft.com/office/drawing/2014/main" id="{04478B36-A2E1-F45B-A88D-FAD3CA287FBF}"/>
                </a:ext>
              </a:extLst>
            </p:cNvPr>
            <p:cNvSpPr/>
            <p:nvPr/>
          </p:nvSpPr>
          <p:spPr>
            <a:xfrm>
              <a:off x="3816227" y="6456572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7014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9" grpId="0" animBg="1"/>
      <p:bldP spid="3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1FDBF-E977-1EE6-A20A-08DC1F6E6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>
            <a:extLst>
              <a:ext uri="{FF2B5EF4-FFF2-40B4-BE49-F238E27FC236}">
                <a16:creationId xmlns:a16="http://schemas.microsoft.com/office/drawing/2014/main" id="{6B6D26A0-E7CF-7504-8AA7-E1333EC7DCCF}"/>
              </a:ext>
            </a:extLst>
          </p:cNvPr>
          <p:cNvGrpSpPr/>
          <p:nvPr/>
        </p:nvGrpSpPr>
        <p:grpSpPr>
          <a:xfrm>
            <a:off x="0" y="-9795"/>
            <a:ext cx="12192000" cy="870407"/>
            <a:chOff x="0" y="-9795"/>
            <a:chExt cx="12192000" cy="870407"/>
          </a:xfrm>
        </p:grpSpPr>
        <p:pic>
          <p:nvPicPr>
            <p:cNvPr id="10" name="그림 9" descr="텍스트, 만화 영화, 애니메이션, 클립아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F9CB3CDC-0563-575C-8E0B-EFFE5F53B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6562"/>
            <a:stretch>
              <a:fillRect/>
            </a:stretch>
          </p:blipFill>
          <p:spPr>
            <a:xfrm>
              <a:off x="0" y="-9795"/>
              <a:ext cx="12192000" cy="870407"/>
            </a:xfrm>
            <a:prstGeom prst="rect">
              <a:avLst/>
            </a:prstGeom>
          </p:spPr>
        </p:pic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571036F-1699-B720-33F8-699278BA2E59}"/>
                </a:ext>
              </a:extLst>
            </p:cNvPr>
            <p:cNvSpPr/>
            <p:nvPr/>
          </p:nvSpPr>
          <p:spPr>
            <a:xfrm>
              <a:off x="986118" y="44450"/>
              <a:ext cx="9646023" cy="63686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B51ACC10-AC53-C522-2F41-E5FFDF445380}"/>
              </a:ext>
            </a:extLst>
          </p:cNvPr>
          <p:cNvSpPr txBox="1"/>
          <p:nvPr/>
        </p:nvSpPr>
        <p:spPr>
          <a:xfrm>
            <a:off x="955947" y="116994"/>
            <a:ext cx="106717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spc="-200" dirty="0">
                <a:latin typeface="HY견고딕" panose="02030600000101010101" pitchFamily="18" charset="-127"/>
                <a:ea typeface="HY견고딕" panose="02030600000101010101" pitchFamily="18" charset="-127"/>
              </a:rPr>
              <a:t>친구들과 활동을 하며 느낀 점을 이야기해 봅시다</a:t>
            </a:r>
            <a:r>
              <a:rPr lang="en-US" altLang="ko-KR" sz="3200" spc="-200" dirty="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ko-KR" altLang="en-US" sz="3200" spc="-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1B4CF66E-D153-03C2-528C-73A129D9F6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2974" y="2545073"/>
            <a:ext cx="6726051" cy="3868967"/>
          </a:xfrm>
          <a:prstGeom prst="rect">
            <a:avLst/>
          </a:prstGeom>
        </p:spPr>
      </p:pic>
      <p:sp>
        <p:nvSpPr>
          <p:cNvPr id="26" name="말풍선: 모서리가 둥근 사각형 25">
            <a:extLst>
              <a:ext uri="{FF2B5EF4-FFF2-40B4-BE49-F238E27FC236}">
                <a16:creationId xmlns:a16="http://schemas.microsoft.com/office/drawing/2014/main" id="{21EF1ED9-F9A6-D74A-092E-2C9F29870F5C}"/>
              </a:ext>
            </a:extLst>
          </p:cNvPr>
          <p:cNvSpPr/>
          <p:nvPr/>
        </p:nvSpPr>
        <p:spPr>
          <a:xfrm>
            <a:off x="955947" y="1555980"/>
            <a:ext cx="2828272" cy="1401372"/>
          </a:xfrm>
          <a:prstGeom prst="wedgeRoundRectCallout">
            <a:avLst>
              <a:gd name="adj1" fmla="val 44132"/>
              <a:gd name="adj2" fmla="val 94693"/>
              <a:gd name="adj3" fmla="val 16667"/>
            </a:avLst>
          </a:prstGeom>
          <a:solidFill>
            <a:srgbClr val="DBF1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50000"/>
              </a:spcBef>
            </a:pPr>
            <a:r>
              <a:rPr lang="ko-KR" altLang="en-US" sz="2400" spc="-200" dirty="0">
                <a:solidFill>
                  <a:schemeClr val="tx1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여러 친구들 앞에서 노래를 </a:t>
            </a:r>
            <a:r>
              <a:rPr lang="ko-KR" altLang="en-US" sz="2400" spc="-200" dirty="0" err="1">
                <a:solidFill>
                  <a:schemeClr val="tx1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하려니</a:t>
            </a:r>
            <a:r>
              <a:rPr lang="ko-KR" altLang="en-US" sz="2400" spc="-200" dirty="0">
                <a:solidFill>
                  <a:schemeClr val="tx1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 무척 떨렸어요</a:t>
            </a:r>
            <a:r>
              <a:rPr lang="en-US" altLang="ko-KR" sz="2400" spc="-200" dirty="0">
                <a:solidFill>
                  <a:schemeClr val="tx1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.</a:t>
            </a:r>
            <a:endParaRPr lang="ko-KR" altLang="en-US" sz="2400" spc="-200" dirty="0">
              <a:solidFill>
                <a:schemeClr val="tx1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29" name="말풍선: 모서리가 둥근 사각형 28">
            <a:extLst>
              <a:ext uri="{FF2B5EF4-FFF2-40B4-BE49-F238E27FC236}">
                <a16:creationId xmlns:a16="http://schemas.microsoft.com/office/drawing/2014/main" id="{4EE33DBF-3D73-4D7B-BB57-161929C3404A}"/>
              </a:ext>
            </a:extLst>
          </p:cNvPr>
          <p:cNvSpPr/>
          <p:nvPr/>
        </p:nvSpPr>
        <p:spPr>
          <a:xfrm>
            <a:off x="4471046" y="1555980"/>
            <a:ext cx="3286835" cy="1401372"/>
          </a:xfrm>
          <a:prstGeom prst="wedgeRoundRectCallout">
            <a:avLst>
              <a:gd name="adj1" fmla="val -2304"/>
              <a:gd name="adj2" fmla="val 74862"/>
              <a:gd name="adj3" fmla="val 16667"/>
            </a:avLst>
          </a:prstGeom>
          <a:solidFill>
            <a:srgbClr val="FDF1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50000"/>
              </a:spcBef>
            </a:pPr>
            <a:r>
              <a:rPr lang="ko-KR" altLang="en-US" sz="2400" spc="-200" dirty="0">
                <a:solidFill>
                  <a:schemeClr val="tx1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자신감을 가지고 끝까지 노력하는 친구의 모습이 좋았어요</a:t>
            </a:r>
            <a:r>
              <a:rPr lang="en-US" altLang="ko-KR" sz="2400" spc="-200" dirty="0">
                <a:solidFill>
                  <a:schemeClr val="tx1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.</a:t>
            </a:r>
            <a:endParaRPr lang="ko-KR" altLang="en-US" sz="2400" spc="-200" dirty="0">
              <a:solidFill>
                <a:schemeClr val="tx1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30" name="말풍선: 모서리가 둥근 사각형 29">
            <a:extLst>
              <a:ext uri="{FF2B5EF4-FFF2-40B4-BE49-F238E27FC236}">
                <a16:creationId xmlns:a16="http://schemas.microsoft.com/office/drawing/2014/main" id="{3925F208-D34C-7F5D-7F9C-4E1F7C429EA7}"/>
              </a:ext>
            </a:extLst>
          </p:cNvPr>
          <p:cNvSpPr/>
          <p:nvPr/>
        </p:nvSpPr>
        <p:spPr>
          <a:xfrm>
            <a:off x="8340894" y="1555980"/>
            <a:ext cx="3286835" cy="1421823"/>
          </a:xfrm>
          <a:prstGeom prst="wedgeRoundRectCallout">
            <a:avLst>
              <a:gd name="adj1" fmla="val -45954"/>
              <a:gd name="adj2" fmla="val 78061"/>
              <a:gd name="adj3" fmla="val 16667"/>
            </a:avLst>
          </a:prstGeom>
          <a:solidFill>
            <a:srgbClr val="EBF2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50000"/>
              </a:spcBef>
            </a:pPr>
            <a:r>
              <a:rPr lang="ko-KR" altLang="en-US" sz="2400" spc="-200" dirty="0">
                <a:solidFill>
                  <a:schemeClr val="tx1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평가한 내용을 바탕으로 다음에는 노래를 더 잘 부르고 싶어요</a:t>
            </a:r>
            <a:r>
              <a:rPr lang="en-US" altLang="ko-KR" sz="2400" spc="-200" dirty="0">
                <a:solidFill>
                  <a:schemeClr val="tx1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.</a:t>
            </a:r>
            <a:endParaRPr lang="ko-KR" altLang="en-US" sz="2400" spc="-200" dirty="0">
              <a:solidFill>
                <a:schemeClr val="tx1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AB7198E6-7B96-789D-B12D-D9F1F7EE9913}"/>
              </a:ext>
            </a:extLst>
          </p:cNvPr>
          <p:cNvGrpSpPr/>
          <p:nvPr/>
        </p:nvGrpSpPr>
        <p:grpSpPr>
          <a:xfrm>
            <a:off x="5518298" y="6435306"/>
            <a:ext cx="1265273" cy="414547"/>
            <a:chOff x="5518298" y="6435306"/>
            <a:chExt cx="1265273" cy="414547"/>
          </a:xfrm>
        </p:grpSpPr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DCFE5414-5FBE-255A-6FE4-E4847716D10B}"/>
                </a:ext>
              </a:extLst>
            </p:cNvPr>
            <p:cNvSpPr/>
            <p:nvPr/>
          </p:nvSpPr>
          <p:spPr>
            <a:xfrm>
              <a:off x="5518298" y="6456572"/>
              <a:ext cx="1265273" cy="39328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/ 10</a:t>
              </a:r>
              <a:endParaRPr lang="ko-KR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14FBE1BD-48D3-0B75-86B5-E97E7C63BD79}"/>
                </a:ext>
              </a:extLst>
            </p:cNvPr>
            <p:cNvSpPr/>
            <p:nvPr/>
          </p:nvSpPr>
          <p:spPr>
            <a:xfrm>
              <a:off x="5589581" y="6435306"/>
              <a:ext cx="364651" cy="39328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700" b="1" dirty="0">
                  <a:solidFill>
                    <a:schemeClr val="tx1"/>
                  </a:solidFill>
                  <a:latin typeface="+mn-ea"/>
                </a:rPr>
                <a:t>9</a:t>
              </a:r>
              <a:endParaRPr lang="ko-KR" altLang="en-US" sz="17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6B36C508-3BC1-1493-9ECA-00F8789BFA97}"/>
              </a:ext>
            </a:extLst>
          </p:cNvPr>
          <p:cNvSpPr/>
          <p:nvPr/>
        </p:nvSpPr>
        <p:spPr>
          <a:xfrm>
            <a:off x="10634" y="-26895"/>
            <a:ext cx="12181365" cy="6483467"/>
          </a:xfrm>
          <a:prstGeom prst="rect">
            <a:avLst/>
          </a:prstGeom>
          <a:solidFill>
            <a:schemeClr val="tx1"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24DEC1B-7CAA-F3AC-2E54-806E8EFA8CEA}"/>
              </a:ext>
            </a:extLst>
          </p:cNvPr>
          <p:cNvGrpSpPr/>
          <p:nvPr/>
        </p:nvGrpSpPr>
        <p:grpSpPr>
          <a:xfrm>
            <a:off x="311085" y="582903"/>
            <a:ext cx="11594969" cy="4842213"/>
            <a:chOff x="311085" y="1221078"/>
            <a:chExt cx="11594969" cy="4842213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82577EDF-312F-2183-EEE5-DB52F3B76B0E}"/>
                </a:ext>
              </a:extLst>
            </p:cNvPr>
            <p:cNvGrpSpPr/>
            <p:nvPr/>
          </p:nvGrpSpPr>
          <p:grpSpPr>
            <a:xfrm>
              <a:off x="311085" y="1221078"/>
              <a:ext cx="11594969" cy="4842213"/>
              <a:chOff x="311085" y="1221078"/>
              <a:chExt cx="11594969" cy="4842213"/>
            </a:xfrm>
          </p:grpSpPr>
          <p:sp>
            <p:nvSpPr>
              <p:cNvPr id="20" name="사각형: 둥근 모서리 19">
                <a:extLst>
                  <a:ext uri="{FF2B5EF4-FFF2-40B4-BE49-F238E27FC236}">
                    <a16:creationId xmlns:a16="http://schemas.microsoft.com/office/drawing/2014/main" id="{9170095F-D879-3DFF-50E8-11463BEB720B}"/>
                  </a:ext>
                </a:extLst>
              </p:cNvPr>
              <p:cNvSpPr/>
              <p:nvPr/>
            </p:nvSpPr>
            <p:spPr>
              <a:xfrm>
                <a:off x="311085" y="1758657"/>
                <a:ext cx="11594969" cy="4304634"/>
              </a:xfrm>
              <a:prstGeom prst="roundRect">
                <a:avLst/>
              </a:prstGeom>
              <a:solidFill>
                <a:srgbClr val="FFFEFC"/>
              </a:solidFill>
              <a:ln w="38100">
                <a:solidFill>
                  <a:srgbClr val="E7D0A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1" name="사각형: 둥근 모서리 20">
                <a:extLst>
                  <a:ext uri="{FF2B5EF4-FFF2-40B4-BE49-F238E27FC236}">
                    <a16:creationId xmlns:a16="http://schemas.microsoft.com/office/drawing/2014/main" id="{3300D073-02F9-9EF3-3758-EB1409CE337D}"/>
                  </a:ext>
                </a:extLst>
              </p:cNvPr>
              <p:cNvSpPr/>
              <p:nvPr/>
            </p:nvSpPr>
            <p:spPr>
              <a:xfrm>
                <a:off x="4535460" y="1221078"/>
                <a:ext cx="3173505" cy="526946"/>
              </a:xfrm>
              <a:prstGeom prst="roundRect">
                <a:avLst/>
              </a:prstGeom>
              <a:solidFill>
                <a:srgbClr val="0096D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3200" dirty="0"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평가하기</a:t>
                </a: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C0C4189-6AA3-E6B5-7A2C-08700A2D78A0}"/>
                </a:ext>
              </a:extLst>
            </p:cNvPr>
            <p:cNvSpPr txBox="1"/>
            <p:nvPr/>
          </p:nvSpPr>
          <p:spPr>
            <a:xfrm>
              <a:off x="955947" y="2442844"/>
              <a:ext cx="9032784" cy="685503"/>
            </a:xfrm>
            <a:prstGeom prst="rect">
              <a:avLst/>
            </a:prstGeom>
            <a:noFill/>
          </p:spPr>
          <p:txBody>
            <a:bodyPr wrap="square" lIns="36000" tIns="36000" rIns="36000" bIns="3600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2800" b="1" spc="-100" dirty="0">
                  <a:solidFill>
                    <a:srgbClr val="211D1E"/>
                  </a:solidFill>
                  <a:latin typeface="+mn-ea"/>
                </a:rPr>
                <a:t>노래의 특징을 살려 활기차게 노래 부를 수 있나요</a:t>
              </a:r>
              <a:r>
                <a:rPr lang="en-US" altLang="ko-KR" sz="2800" b="1" spc="-100" dirty="0">
                  <a:solidFill>
                    <a:srgbClr val="211D1E"/>
                  </a:solidFill>
                  <a:latin typeface="+mn-ea"/>
                </a:rPr>
                <a:t>?</a:t>
              </a:r>
              <a:endParaRPr lang="ko-KR" altLang="en-US" sz="2800" b="1" spc="-100" dirty="0">
                <a:solidFill>
                  <a:srgbClr val="211D1E"/>
                </a:solidFill>
                <a:latin typeface="+mn-ea"/>
              </a:endParaRPr>
            </a:p>
          </p:txBody>
        </p: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3E5F04-A283-9B48-AA57-AF79B8CE4209}"/>
                </a:ext>
              </a:extLst>
            </p:cNvPr>
            <p:cNvCxnSpPr/>
            <p:nvPr/>
          </p:nvCxnSpPr>
          <p:spPr>
            <a:xfrm>
              <a:off x="658813" y="3251142"/>
              <a:ext cx="10914622" cy="0"/>
            </a:xfrm>
            <a:prstGeom prst="line">
              <a:avLst/>
            </a:prstGeom>
            <a:ln>
              <a:solidFill>
                <a:srgbClr val="0096DB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630685DD-1352-7097-1018-15E4FCBA439F}"/>
                </a:ext>
              </a:extLst>
            </p:cNvPr>
            <p:cNvCxnSpPr/>
            <p:nvPr/>
          </p:nvCxnSpPr>
          <p:spPr>
            <a:xfrm>
              <a:off x="638689" y="4696813"/>
              <a:ext cx="10914622" cy="0"/>
            </a:xfrm>
            <a:prstGeom prst="line">
              <a:avLst/>
            </a:prstGeom>
            <a:ln>
              <a:solidFill>
                <a:srgbClr val="0096DB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B76AB328-B272-C95A-7A21-44394245CBA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0246" y="2502321"/>
              <a:ext cx="438211" cy="590632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D45E4710-5D5E-E0B5-A7CD-221E078F4BD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9097" y="3325560"/>
              <a:ext cx="438211" cy="590632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22CD69D5-AF79-94BB-F8AA-D0E35B64C58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069260" y="2323412"/>
              <a:ext cx="2437166" cy="835381"/>
            </a:xfrm>
            <a:prstGeom prst="rect">
              <a:avLst/>
            </a:prstGeom>
          </p:spPr>
        </p:pic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049CB810-5765-62CF-8DDD-0C45E409D684}"/>
                </a:ext>
              </a:extLst>
            </p:cNvPr>
            <p:cNvGrpSpPr/>
            <p:nvPr/>
          </p:nvGrpSpPr>
          <p:grpSpPr>
            <a:xfrm>
              <a:off x="8522969" y="1787797"/>
              <a:ext cx="2799875" cy="352305"/>
              <a:chOff x="8522969" y="1787797"/>
              <a:chExt cx="2799875" cy="352305"/>
            </a:xfrm>
          </p:grpSpPr>
          <p:sp>
            <p:nvSpPr>
              <p:cNvPr id="18" name="사각형: 둥근 모서리 17">
                <a:extLst>
                  <a:ext uri="{FF2B5EF4-FFF2-40B4-BE49-F238E27FC236}">
                    <a16:creationId xmlns:a16="http://schemas.microsoft.com/office/drawing/2014/main" id="{4C1BB996-5E2A-A76D-18BE-5A60BF202F59}"/>
                  </a:ext>
                </a:extLst>
              </p:cNvPr>
              <p:cNvSpPr/>
              <p:nvPr/>
            </p:nvSpPr>
            <p:spPr>
              <a:xfrm>
                <a:off x="8522969" y="1787797"/>
                <a:ext cx="2799875" cy="352305"/>
              </a:xfrm>
              <a:prstGeom prst="roundRect">
                <a:avLst>
                  <a:gd name="adj" fmla="val 50000"/>
                </a:avLst>
              </a:prstGeom>
              <a:solidFill>
                <a:srgbClr val="E0F4FF"/>
              </a:solidFill>
              <a:ln>
                <a:solidFill>
                  <a:srgbClr val="0096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9" name="그림 18" descr="텍스트, 스크린샷, 폰트, 운영 체제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6236739D-D7F0-B622-6C7C-020AB48643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187" t="19030" r="4767" b="75465"/>
              <a:stretch>
                <a:fillRect/>
              </a:stretch>
            </p:blipFill>
            <p:spPr>
              <a:xfrm>
                <a:off x="8673035" y="1810233"/>
                <a:ext cx="2521222" cy="306664"/>
              </a:xfrm>
              <a:prstGeom prst="rect">
                <a:avLst/>
              </a:prstGeom>
            </p:spPr>
          </p:pic>
        </p:grpSp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1AEFEF0C-5DFC-F830-F56D-AE3A4C507D8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069260" y="3586563"/>
              <a:ext cx="2437166" cy="835381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054C6E32-0925-7BCA-BDE6-2C53024C3442}"/>
              </a:ext>
            </a:extLst>
          </p:cNvPr>
          <p:cNvSpPr txBox="1"/>
          <p:nvPr/>
        </p:nvSpPr>
        <p:spPr>
          <a:xfrm>
            <a:off x="986118" y="2635051"/>
            <a:ext cx="7683514" cy="685503"/>
          </a:xfrm>
          <a:prstGeom prst="rect">
            <a:avLst/>
          </a:prstGeom>
          <a:noFill/>
        </p:spPr>
        <p:txBody>
          <a:bodyPr wrap="square" lIns="36000" tIns="36000" rIns="36000" bIns="36000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dirty="0">
                <a:solidFill>
                  <a:srgbClr val="211D1E"/>
                </a:solidFill>
                <a:latin typeface="+mn-ea"/>
              </a:rPr>
              <a:t>여러 가지 방법으로 노래 부르며 노래의 특징을 느낄 수 있나요</a:t>
            </a:r>
            <a:r>
              <a:rPr lang="en-US" altLang="ko-KR" sz="2800" b="1" dirty="0">
                <a:solidFill>
                  <a:srgbClr val="211D1E"/>
                </a:solidFill>
                <a:latin typeface="+mn-ea"/>
              </a:rPr>
              <a:t>?</a:t>
            </a:r>
            <a:endParaRPr lang="ko-KR" altLang="en-US" sz="2800" b="1" dirty="0">
              <a:solidFill>
                <a:srgbClr val="211D1E"/>
              </a:solidFill>
              <a:latin typeface="+mn-ea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5C4EE3C4-E273-833A-B7C1-B7AB370715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246" y="4272852"/>
            <a:ext cx="438211" cy="590632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BED088FF-0D2D-9A4E-56D5-54AD8EA66D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9260" y="4093943"/>
            <a:ext cx="2437166" cy="83538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4BD7610-6826-E27E-66BD-49B77BDD785E}"/>
              </a:ext>
            </a:extLst>
          </p:cNvPr>
          <p:cNvSpPr txBox="1"/>
          <p:nvPr/>
        </p:nvSpPr>
        <p:spPr>
          <a:xfrm>
            <a:off x="998457" y="4222710"/>
            <a:ext cx="9032784" cy="685503"/>
          </a:xfrm>
          <a:prstGeom prst="rect">
            <a:avLst/>
          </a:prstGeom>
          <a:noFill/>
        </p:spPr>
        <p:txBody>
          <a:bodyPr wrap="square" lIns="36000" tIns="36000" rIns="36000" bIns="36000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spc="-100" dirty="0">
                <a:solidFill>
                  <a:srgbClr val="211D1E"/>
                </a:solidFill>
                <a:latin typeface="+mn-ea"/>
              </a:rPr>
              <a:t>노래를 발표하고 기준을 정하여 평가할 수 있나요</a:t>
            </a:r>
            <a:r>
              <a:rPr lang="en-US" altLang="ko-KR" sz="2800" b="1" spc="-100" dirty="0">
                <a:solidFill>
                  <a:srgbClr val="211D1E"/>
                </a:solidFill>
                <a:latin typeface="+mn-ea"/>
              </a:rPr>
              <a:t>?</a:t>
            </a:r>
            <a:endParaRPr lang="ko-KR" altLang="en-US" sz="2800" b="1" spc="-100" dirty="0">
              <a:solidFill>
                <a:srgbClr val="211D1E"/>
              </a:solidFill>
              <a:latin typeface="+mn-ea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343ED01-CE53-A133-EDD8-E52D7DFB4480}"/>
              </a:ext>
            </a:extLst>
          </p:cNvPr>
          <p:cNvGrpSpPr/>
          <p:nvPr/>
        </p:nvGrpSpPr>
        <p:grpSpPr>
          <a:xfrm>
            <a:off x="10635" y="6456572"/>
            <a:ext cx="4460412" cy="394389"/>
            <a:chOff x="10635" y="6456572"/>
            <a:chExt cx="4460412" cy="394389"/>
          </a:xfrm>
        </p:grpSpPr>
        <p:sp>
          <p:nvSpPr>
            <p:cNvPr id="28" name="사각형: 둥근 모서리 27">
              <a:hlinkClick r:id="rId8" action="ppaction://hlinksldjump"/>
              <a:extLst>
                <a:ext uri="{FF2B5EF4-FFF2-40B4-BE49-F238E27FC236}">
                  <a16:creationId xmlns:a16="http://schemas.microsoft.com/office/drawing/2014/main" id="{7B8C6821-5543-7342-6476-AE7EEA39965E}"/>
                </a:ext>
              </a:extLst>
            </p:cNvPr>
            <p:cNvSpPr/>
            <p:nvPr/>
          </p:nvSpPr>
          <p:spPr>
            <a:xfrm>
              <a:off x="10635" y="6457680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31" name="사각형: 둥근 모서리 30">
              <a:hlinkClick r:id="rId9" action="ppaction://hlinksldjump"/>
              <a:extLst>
                <a:ext uri="{FF2B5EF4-FFF2-40B4-BE49-F238E27FC236}">
                  <a16:creationId xmlns:a16="http://schemas.microsoft.com/office/drawing/2014/main" id="{34E64A85-F367-2C56-F847-17C5D9AB5D28}"/>
                </a:ext>
              </a:extLst>
            </p:cNvPr>
            <p:cNvSpPr/>
            <p:nvPr/>
          </p:nvSpPr>
          <p:spPr>
            <a:xfrm>
              <a:off x="665455" y="6457680"/>
              <a:ext cx="580984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도입</a:t>
              </a:r>
            </a:p>
          </p:txBody>
        </p:sp>
        <p:sp>
          <p:nvSpPr>
            <p:cNvPr id="36" name="사각형: 둥근 모서리 35">
              <a:hlinkClick r:id="rId10" action="ppaction://hlinksldjump"/>
              <a:extLst>
                <a:ext uri="{FF2B5EF4-FFF2-40B4-BE49-F238E27FC236}">
                  <a16:creationId xmlns:a16="http://schemas.microsoft.com/office/drawing/2014/main" id="{66B0FF41-7EE3-75A5-6EF8-EE8E48FD14F5}"/>
                </a:ext>
              </a:extLst>
            </p:cNvPr>
            <p:cNvSpPr/>
            <p:nvPr/>
          </p:nvSpPr>
          <p:spPr>
            <a:xfrm>
              <a:off x="1246439" y="6457680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44" name="사각형: 둥근 모서리 43">
              <a:hlinkClick r:id="rId11" action="ppaction://hlinksldjump"/>
              <a:extLst>
                <a:ext uri="{FF2B5EF4-FFF2-40B4-BE49-F238E27FC236}">
                  <a16:creationId xmlns:a16="http://schemas.microsoft.com/office/drawing/2014/main" id="{000F7910-5214-2DFE-E400-0290F1344248}"/>
                </a:ext>
              </a:extLst>
            </p:cNvPr>
            <p:cNvSpPr/>
            <p:nvPr/>
          </p:nvSpPr>
          <p:spPr>
            <a:xfrm>
              <a:off x="1901259" y="6457680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45" name="사각형: 둥근 모서리 44">
              <a:hlinkClick r:id="rId12" action="ppaction://hlinksldjump"/>
              <a:extLst>
                <a:ext uri="{FF2B5EF4-FFF2-40B4-BE49-F238E27FC236}">
                  <a16:creationId xmlns:a16="http://schemas.microsoft.com/office/drawing/2014/main" id="{FDDA1097-BE8C-3B09-15F2-4442C9531A69}"/>
                </a:ext>
              </a:extLst>
            </p:cNvPr>
            <p:cNvSpPr/>
            <p:nvPr/>
          </p:nvSpPr>
          <p:spPr>
            <a:xfrm>
              <a:off x="2652422" y="6457680"/>
              <a:ext cx="580984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46" name="사각형: 둥근 모서리 45">
              <a:hlinkClick r:id="rId13" action="ppaction://hlinksldjump"/>
              <a:extLst>
                <a:ext uri="{FF2B5EF4-FFF2-40B4-BE49-F238E27FC236}">
                  <a16:creationId xmlns:a16="http://schemas.microsoft.com/office/drawing/2014/main" id="{AF5C605C-78AA-1246-C4CF-1775532D6E84}"/>
                </a:ext>
              </a:extLst>
            </p:cNvPr>
            <p:cNvSpPr/>
            <p:nvPr/>
          </p:nvSpPr>
          <p:spPr>
            <a:xfrm>
              <a:off x="3233406" y="6456572"/>
              <a:ext cx="580984" cy="393281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정리</a:t>
              </a:r>
            </a:p>
          </p:txBody>
        </p:sp>
        <p:sp>
          <p:nvSpPr>
            <p:cNvPr id="47" name="사각형: 둥근 모서리 46">
              <a:hlinkClick r:id="rId14" action="ppaction://hlinksldjump"/>
              <a:extLst>
                <a:ext uri="{FF2B5EF4-FFF2-40B4-BE49-F238E27FC236}">
                  <a16:creationId xmlns:a16="http://schemas.microsoft.com/office/drawing/2014/main" id="{1393D36D-257C-48C6-5A0B-1AA1608C13FC}"/>
                </a:ext>
              </a:extLst>
            </p:cNvPr>
            <p:cNvSpPr/>
            <p:nvPr/>
          </p:nvSpPr>
          <p:spPr>
            <a:xfrm>
              <a:off x="3816227" y="6456572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60155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0D837-5F28-3583-C58F-F51FD6F99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그룹 54">
            <a:extLst>
              <a:ext uri="{FF2B5EF4-FFF2-40B4-BE49-F238E27FC236}">
                <a16:creationId xmlns:a16="http://schemas.microsoft.com/office/drawing/2014/main" id="{B9B53F9E-BF41-74B2-E6A7-3B417D995D3C}"/>
              </a:ext>
            </a:extLst>
          </p:cNvPr>
          <p:cNvGrpSpPr/>
          <p:nvPr/>
        </p:nvGrpSpPr>
        <p:grpSpPr>
          <a:xfrm>
            <a:off x="10635" y="-20428"/>
            <a:ext cx="12192000" cy="6477000"/>
            <a:chOff x="10635" y="-20428"/>
            <a:chExt cx="12192000" cy="6477000"/>
          </a:xfrm>
        </p:grpSpPr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D777B7DC-2258-65CC-87B4-E65906EFBF03}"/>
                </a:ext>
              </a:extLst>
            </p:cNvPr>
            <p:cNvGrpSpPr/>
            <p:nvPr/>
          </p:nvGrpSpPr>
          <p:grpSpPr>
            <a:xfrm>
              <a:off x="10635" y="-20428"/>
              <a:ext cx="12192000" cy="6477000"/>
              <a:chOff x="10635" y="-20428"/>
              <a:chExt cx="12192000" cy="6477000"/>
            </a:xfrm>
          </p:grpSpPr>
          <p:pic>
            <p:nvPicPr>
              <p:cNvPr id="11" name="그림 10" descr="텍스트, 스크린샷, 로고, 브랜드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6C129348-06DA-4DE0-4BBC-56EBB52523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635" y="-20428"/>
                <a:ext cx="12192000" cy="6477000"/>
              </a:xfrm>
              <a:prstGeom prst="rect">
                <a:avLst/>
              </a:prstGeom>
            </p:spPr>
          </p:pic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1433F89C-6CC3-8843-4163-0AD58533B928}"/>
                  </a:ext>
                </a:extLst>
              </p:cNvPr>
              <p:cNvSpPr/>
              <p:nvPr/>
            </p:nvSpPr>
            <p:spPr>
              <a:xfrm>
                <a:off x="4017818" y="2013527"/>
                <a:ext cx="4165600" cy="748146"/>
              </a:xfrm>
              <a:prstGeom prst="rect">
                <a:avLst/>
              </a:prstGeom>
              <a:solidFill>
                <a:srgbClr val="E9F3F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7B1126A8-8933-A789-5BBB-1AB94C9F64E0}"/>
                  </a:ext>
                </a:extLst>
              </p:cNvPr>
              <p:cNvSpPr/>
              <p:nvPr/>
            </p:nvSpPr>
            <p:spPr>
              <a:xfrm>
                <a:off x="4143637" y="2918962"/>
                <a:ext cx="4165600" cy="935861"/>
              </a:xfrm>
              <a:prstGeom prst="rect">
                <a:avLst/>
              </a:prstGeom>
              <a:solidFill>
                <a:srgbClr val="E9F3F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555A2723-28ED-87F5-9351-BD961546FB8F}"/>
                  </a:ext>
                </a:extLst>
              </p:cNvPr>
              <p:cNvSpPr/>
              <p:nvPr/>
            </p:nvSpPr>
            <p:spPr>
              <a:xfrm>
                <a:off x="5954232" y="5181600"/>
                <a:ext cx="1265273" cy="27790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FD99C484-B11D-4151-6F4D-DA7783467ED7}"/>
                </a:ext>
              </a:extLst>
            </p:cNvPr>
            <p:cNvSpPr/>
            <p:nvPr/>
          </p:nvSpPr>
          <p:spPr>
            <a:xfrm>
              <a:off x="9457765" y="3854823"/>
              <a:ext cx="1676400" cy="4303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81B7A427-977F-5FC1-DDEA-1F9CEE7C52A7}"/>
              </a:ext>
            </a:extLst>
          </p:cNvPr>
          <p:cNvGrpSpPr/>
          <p:nvPr/>
        </p:nvGrpSpPr>
        <p:grpSpPr>
          <a:xfrm>
            <a:off x="5518298" y="6435306"/>
            <a:ext cx="1265273" cy="414547"/>
            <a:chOff x="5518298" y="6435306"/>
            <a:chExt cx="1265273" cy="414547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91DFA9FC-FD90-82FF-EE60-7201378A77ED}"/>
                </a:ext>
              </a:extLst>
            </p:cNvPr>
            <p:cNvSpPr/>
            <p:nvPr/>
          </p:nvSpPr>
          <p:spPr>
            <a:xfrm>
              <a:off x="5518298" y="6456572"/>
              <a:ext cx="1265273" cy="39328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/ 10</a:t>
              </a:r>
              <a:endParaRPr lang="ko-KR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B6E9A632-07B2-D761-9EB9-9A1159EE5EE7}"/>
                </a:ext>
              </a:extLst>
            </p:cNvPr>
            <p:cNvSpPr/>
            <p:nvPr/>
          </p:nvSpPr>
          <p:spPr>
            <a:xfrm>
              <a:off x="5589581" y="6435306"/>
              <a:ext cx="364651" cy="39328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700" b="1" dirty="0">
                  <a:solidFill>
                    <a:schemeClr val="tx1"/>
                  </a:solidFill>
                  <a:latin typeface="+mn-ea"/>
                </a:rPr>
                <a:t>10</a:t>
              </a:r>
              <a:endParaRPr lang="ko-KR" altLang="en-US" sz="17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5BF8474D-1E5D-CFA8-0176-CDC340B219FD}"/>
              </a:ext>
            </a:extLst>
          </p:cNvPr>
          <p:cNvGrpSpPr/>
          <p:nvPr/>
        </p:nvGrpSpPr>
        <p:grpSpPr>
          <a:xfrm>
            <a:off x="2389238" y="1952653"/>
            <a:ext cx="7413523" cy="3558944"/>
            <a:chOff x="2389238" y="1952653"/>
            <a:chExt cx="7413523" cy="3558944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88900EBD-B430-2943-7DAC-30CEBB30ACFC}"/>
                </a:ext>
              </a:extLst>
            </p:cNvPr>
            <p:cNvGrpSpPr/>
            <p:nvPr/>
          </p:nvGrpSpPr>
          <p:grpSpPr>
            <a:xfrm>
              <a:off x="2389238" y="1952653"/>
              <a:ext cx="7413523" cy="3558944"/>
              <a:chOff x="3523898" y="1977121"/>
              <a:chExt cx="7413523" cy="3558944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BADC743-873A-937B-F62F-8FE1E8B6207B}"/>
                  </a:ext>
                </a:extLst>
              </p:cNvPr>
              <p:cNvSpPr txBox="1"/>
              <p:nvPr/>
            </p:nvSpPr>
            <p:spPr>
              <a:xfrm>
                <a:off x="3523898" y="1977121"/>
                <a:ext cx="7413523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4400" b="1" dirty="0" err="1">
                    <a:latin typeface="휴먼모음T" panose="02030504000101010101" pitchFamily="18" charset="-127"/>
                    <a:ea typeface="휴먼모음T" panose="02030504000101010101" pitchFamily="18" charset="-127"/>
                  </a:rPr>
                  <a:t>사장조</a:t>
                </a:r>
                <a:r>
                  <a:rPr lang="ko-KR" altLang="en-US" sz="4400" b="1" dirty="0">
                    <a:latin typeface="휴먼모음T" panose="02030504000101010101" pitchFamily="18" charset="-127"/>
                    <a:ea typeface="휴먼모음T" panose="02030504000101010101" pitchFamily="18" charset="-127"/>
                  </a:rPr>
                  <a:t> 음계와 화음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0D0F2B7-7858-D303-DB46-CFA3187451D0}"/>
                  </a:ext>
                </a:extLst>
              </p:cNvPr>
              <p:cNvSpPr txBox="1"/>
              <p:nvPr/>
            </p:nvSpPr>
            <p:spPr>
              <a:xfrm>
                <a:off x="6856290" y="5135955"/>
                <a:ext cx="17304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rgbClr val="7F70C3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14~15</a:t>
                </a:r>
                <a:r>
                  <a:rPr lang="ko-KR" altLang="en-US" sz="2000" dirty="0">
                    <a:solidFill>
                      <a:srgbClr val="7F70C3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쪽</a:t>
                </a:r>
              </a:p>
            </p:txBody>
          </p: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07FCCF3E-4E76-2602-8360-991A021C186F}"/>
                  </a:ext>
                </a:extLst>
              </p:cNvPr>
              <p:cNvGrpSpPr/>
              <p:nvPr/>
            </p:nvGrpSpPr>
            <p:grpSpPr>
              <a:xfrm>
                <a:off x="5518298" y="2832528"/>
                <a:ext cx="3523253" cy="726485"/>
                <a:chOff x="5518298" y="2832528"/>
                <a:chExt cx="3523253" cy="726485"/>
              </a:xfrm>
            </p:grpSpPr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19AC5CBC-ACAB-975F-9744-445AEF1AEAB4}"/>
                    </a:ext>
                  </a:extLst>
                </p:cNvPr>
                <p:cNvSpPr txBox="1"/>
                <p:nvPr/>
              </p:nvSpPr>
              <p:spPr>
                <a:xfrm>
                  <a:off x="5958339" y="2832528"/>
                  <a:ext cx="3083212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4000" dirty="0" err="1">
                      <a:solidFill>
                        <a:srgbClr val="4F9475"/>
                      </a:solidFill>
                      <a:latin typeface="HY견고딕" panose="02030600000101010101" pitchFamily="18" charset="-127"/>
                      <a:ea typeface="HY견고딕" panose="02030600000101010101" pitchFamily="18" charset="-127"/>
                    </a:rPr>
                    <a:t>네잎클로버</a:t>
                  </a:r>
                  <a:endParaRPr lang="ko-KR" altLang="en-US" sz="4000" dirty="0">
                    <a:solidFill>
                      <a:srgbClr val="4F9475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endParaRPr>
                </a:p>
              </p:txBody>
            </p:sp>
            <p:cxnSp>
              <p:nvCxnSpPr>
                <p:cNvPr id="39" name="직선 연결선 38">
                  <a:extLst>
                    <a:ext uri="{FF2B5EF4-FFF2-40B4-BE49-F238E27FC236}">
                      <a16:creationId xmlns:a16="http://schemas.microsoft.com/office/drawing/2014/main" id="{E243924A-F4C9-9D90-4A7F-B849D4C675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518298" y="3559013"/>
                  <a:ext cx="3083212" cy="0"/>
                </a:xfrm>
                <a:prstGeom prst="line">
                  <a:avLst/>
                </a:prstGeom>
                <a:ln w="38100">
                  <a:solidFill>
                    <a:srgbClr val="64B1F5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42" name="그림 41" descr="텍스트, 스크린샷, 만화 영화, 로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3B1233B2-78AE-1340-EA4F-A81CBCFF4B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56" t="46609" r="57593" b="43425"/>
            <a:stretch>
              <a:fillRect/>
            </a:stretch>
          </p:blipFill>
          <p:spPr>
            <a:xfrm>
              <a:off x="4301914" y="2832996"/>
              <a:ext cx="481705" cy="645459"/>
            </a:xfrm>
            <a:prstGeom prst="rect">
              <a:avLst/>
            </a:prstGeom>
          </p:spPr>
        </p:pic>
      </p:grp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FF708E5-B18D-A4EA-B529-4AE09AFD1DE1}"/>
              </a:ext>
            </a:extLst>
          </p:cNvPr>
          <p:cNvSpPr/>
          <p:nvPr/>
        </p:nvSpPr>
        <p:spPr>
          <a:xfrm>
            <a:off x="9203939" y="3684494"/>
            <a:ext cx="2103993" cy="788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spc="-200" dirty="0">
                <a:solidFill>
                  <a:srgbClr val="1B4297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준비물 있어요</a:t>
            </a:r>
            <a:r>
              <a:rPr lang="en-US" altLang="ko-KR" sz="2000" spc="-200" dirty="0">
                <a:solidFill>
                  <a:srgbClr val="1B4297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!</a:t>
            </a:r>
            <a:endParaRPr lang="ko-KR" altLang="en-US" sz="2000" spc="-200" dirty="0">
              <a:solidFill>
                <a:srgbClr val="1B4297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7D199EDA-B63B-2D79-E527-D3906A308BD3}"/>
              </a:ext>
            </a:extLst>
          </p:cNvPr>
          <p:cNvGrpSpPr/>
          <p:nvPr/>
        </p:nvGrpSpPr>
        <p:grpSpPr>
          <a:xfrm>
            <a:off x="8973341" y="3255857"/>
            <a:ext cx="3078406" cy="3202383"/>
            <a:chOff x="8972073" y="3254188"/>
            <a:chExt cx="3078406" cy="3202383"/>
          </a:xfrm>
        </p:grpSpPr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A8D3CD9A-B61D-4903-89A9-417AC8214BD8}"/>
                </a:ext>
              </a:extLst>
            </p:cNvPr>
            <p:cNvGrpSpPr/>
            <p:nvPr/>
          </p:nvGrpSpPr>
          <p:grpSpPr>
            <a:xfrm>
              <a:off x="8972073" y="3254188"/>
              <a:ext cx="3078406" cy="3202383"/>
              <a:chOff x="8954143" y="3254188"/>
              <a:chExt cx="3078406" cy="3202383"/>
            </a:xfrm>
          </p:grpSpPr>
          <p:pic>
            <p:nvPicPr>
              <p:cNvPr id="60" name="그림 59" descr="텍스트, 스크린샷, 만화 영화, 로고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FC4BEF14-6DEB-D5F8-93E9-EF8739A62D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530" t="50558" r="1221"/>
              <a:stretch>
                <a:fillRect/>
              </a:stretch>
            </p:blipFill>
            <p:spPr>
              <a:xfrm>
                <a:off x="8954143" y="3254188"/>
                <a:ext cx="3078406" cy="3202383"/>
              </a:xfrm>
              <a:prstGeom prst="rect">
                <a:avLst/>
              </a:prstGeom>
            </p:spPr>
          </p:pic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1B272C54-E582-D653-65AD-3E22C56ABE83}"/>
                  </a:ext>
                </a:extLst>
              </p:cNvPr>
              <p:cNvSpPr/>
              <p:nvPr/>
            </p:nvSpPr>
            <p:spPr>
              <a:xfrm>
                <a:off x="9359153" y="3729318"/>
                <a:ext cx="1801906" cy="70821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3628CF83-261E-76E4-69D4-34659A6F87F7}"/>
                </a:ext>
              </a:extLst>
            </p:cNvPr>
            <p:cNvSpPr/>
            <p:nvPr/>
          </p:nvSpPr>
          <p:spPr>
            <a:xfrm>
              <a:off x="9173706" y="3684494"/>
              <a:ext cx="2202359" cy="78889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dirty="0" err="1">
                  <a:solidFill>
                    <a:srgbClr val="C00000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멜로디언</a:t>
              </a:r>
              <a:r>
                <a:rPr lang="en-US" altLang="ko-KR" sz="2000" dirty="0">
                  <a:solidFill>
                    <a:srgbClr val="C00000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, </a:t>
              </a:r>
              <a:r>
                <a:rPr lang="ko-KR" altLang="en-US" sz="2000" dirty="0">
                  <a:solidFill>
                    <a:srgbClr val="C00000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음판 악기 가져오세요</a:t>
              </a:r>
              <a:r>
                <a:rPr lang="en-US" altLang="ko-KR" sz="2000" dirty="0">
                  <a:solidFill>
                    <a:srgbClr val="C00000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.</a:t>
              </a:r>
              <a:endParaRPr lang="ko-KR" altLang="en-US" sz="2000" dirty="0">
                <a:solidFill>
                  <a:srgbClr val="C000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582D3635-FE4A-D8B8-4187-4212A447CBD0}"/>
              </a:ext>
            </a:extLst>
          </p:cNvPr>
          <p:cNvGrpSpPr/>
          <p:nvPr/>
        </p:nvGrpSpPr>
        <p:grpSpPr>
          <a:xfrm>
            <a:off x="10635" y="6456572"/>
            <a:ext cx="4460412" cy="394389"/>
            <a:chOff x="10635" y="6456572"/>
            <a:chExt cx="4460412" cy="394389"/>
          </a:xfrm>
        </p:grpSpPr>
        <p:sp>
          <p:nvSpPr>
            <p:cNvPr id="63" name="사각형: 둥근 모서리 62">
              <a:hlinkClick r:id="rId5" action="ppaction://hlinksldjump"/>
              <a:extLst>
                <a:ext uri="{FF2B5EF4-FFF2-40B4-BE49-F238E27FC236}">
                  <a16:creationId xmlns:a16="http://schemas.microsoft.com/office/drawing/2014/main" id="{13F3C815-04D5-84BD-F4AB-EBBB2566FCFF}"/>
                </a:ext>
              </a:extLst>
            </p:cNvPr>
            <p:cNvSpPr/>
            <p:nvPr/>
          </p:nvSpPr>
          <p:spPr>
            <a:xfrm>
              <a:off x="10635" y="6457680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64" name="사각형: 둥근 모서리 63">
              <a:hlinkClick r:id="rId6" action="ppaction://hlinksldjump"/>
              <a:extLst>
                <a:ext uri="{FF2B5EF4-FFF2-40B4-BE49-F238E27FC236}">
                  <a16:creationId xmlns:a16="http://schemas.microsoft.com/office/drawing/2014/main" id="{7FAF584A-4348-6BA5-1775-9538D344B14F}"/>
                </a:ext>
              </a:extLst>
            </p:cNvPr>
            <p:cNvSpPr/>
            <p:nvPr/>
          </p:nvSpPr>
          <p:spPr>
            <a:xfrm>
              <a:off x="665455" y="6457680"/>
              <a:ext cx="580984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도입</a:t>
              </a:r>
            </a:p>
          </p:txBody>
        </p:sp>
        <p:sp>
          <p:nvSpPr>
            <p:cNvPr id="65" name="사각형: 둥근 모서리 64">
              <a:hlinkClick r:id="rId7" action="ppaction://hlinksldjump"/>
              <a:extLst>
                <a:ext uri="{FF2B5EF4-FFF2-40B4-BE49-F238E27FC236}">
                  <a16:creationId xmlns:a16="http://schemas.microsoft.com/office/drawing/2014/main" id="{69FBA7A2-3284-47C2-EBB9-19D2AC9BFB79}"/>
                </a:ext>
              </a:extLst>
            </p:cNvPr>
            <p:cNvSpPr/>
            <p:nvPr/>
          </p:nvSpPr>
          <p:spPr>
            <a:xfrm>
              <a:off x="1246439" y="6457680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66" name="사각형: 둥근 모서리 65">
              <a:hlinkClick r:id="rId8" action="ppaction://hlinksldjump"/>
              <a:extLst>
                <a:ext uri="{FF2B5EF4-FFF2-40B4-BE49-F238E27FC236}">
                  <a16:creationId xmlns:a16="http://schemas.microsoft.com/office/drawing/2014/main" id="{5DC546EF-000A-E831-F04A-A1A49469C5CE}"/>
                </a:ext>
              </a:extLst>
            </p:cNvPr>
            <p:cNvSpPr/>
            <p:nvPr/>
          </p:nvSpPr>
          <p:spPr>
            <a:xfrm>
              <a:off x="1901259" y="6457680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67" name="사각형: 둥근 모서리 66">
              <a:hlinkClick r:id="rId9" action="ppaction://hlinksldjump"/>
              <a:extLst>
                <a:ext uri="{FF2B5EF4-FFF2-40B4-BE49-F238E27FC236}">
                  <a16:creationId xmlns:a16="http://schemas.microsoft.com/office/drawing/2014/main" id="{CF7FA382-C262-28B1-3ECA-06AD60EC6C70}"/>
                </a:ext>
              </a:extLst>
            </p:cNvPr>
            <p:cNvSpPr/>
            <p:nvPr/>
          </p:nvSpPr>
          <p:spPr>
            <a:xfrm>
              <a:off x="2652422" y="6457680"/>
              <a:ext cx="580984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68" name="사각형: 둥근 모서리 67">
              <a:hlinkClick r:id="rId10" action="ppaction://hlinksldjump"/>
              <a:extLst>
                <a:ext uri="{FF2B5EF4-FFF2-40B4-BE49-F238E27FC236}">
                  <a16:creationId xmlns:a16="http://schemas.microsoft.com/office/drawing/2014/main" id="{33C66369-05A1-F354-FB42-4B2BB7B29F62}"/>
                </a:ext>
              </a:extLst>
            </p:cNvPr>
            <p:cNvSpPr/>
            <p:nvPr/>
          </p:nvSpPr>
          <p:spPr>
            <a:xfrm>
              <a:off x="3233406" y="6456572"/>
              <a:ext cx="580984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정리</a:t>
              </a:r>
            </a:p>
          </p:txBody>
        </p:sp>
        <p:sp>
          <p:nvSpPr>
            <p:cNvPr id="69" name="사각형: 둥근 모서리 68">
              <a:hlinkClick r:id="rId11" action="ppaction://hlinksldjump"/>
              <a:extLst>
                <a:ext uri="{FF2B5EF4-FFF2-40B4-BE49-F238E27FC236}">
                  <a16:creationId xmlns:a16="http://schemas.microsoft.com/office/drawing/2014/main" id="{5A351F90-002F-F369-BB87-4F05CE3557E5}"/>
                </a:ext>
              </a:extLst>
            </p:cNvPr>
            <p:cNvSpPr/>
            <p:nvPr/>
          </p:nvSpPr>
          <p:spPr>
            <a:xfrm>
              <a:off x="3816227" y="6456572"/>
              <a:ext cx="654820" cy="393281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다음 차시</a:t>
              </a:r>
            </a:p>
          </p:txBody>
        </p: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62FB5DB9-C049-223C-4C26-FF0887B16989}"/>
              </a:ext>
            </a:extLst>
          </p:cNvPr>
          <p:cNvSpPr/>
          <p:nvPr/>
        </p:nvSpPr>
        <p:spPr>
          <a:xfrm>
            <a:off x="7587891" y="695989"/>
            <a:ext cx="3890006" cy="556332"/>
          </a:xfrm>
          <a:prstGeom prst="rect">
            <a:avLst/>
          </a:prstGeom>
          <a:solidFill>
            <a:srgbClr val="E1EF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C882D5E-25EF-1ACD-2250-859782B35F0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87891" y="619235"/>
            <a:ext cx="3717026" cy="56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542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1328</TotalTime>
  <Words>663</Words>
  <Application>Microsoft Office PowerPoint</Application>
  <PresentationFormat>와이드스크린</PresentationFormat>
  <Paragraphs>240</Paragraphs>
  <Slides>16</Slides>
  <Notes>16</Notes>
  <HiddenSlides>0</HiddenSlides>
  <MMClips>7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HY견고딕</vt:lpstr>
      <vt:lpstr>HY엽서M</vt:lpstr>
      <vt:lpstr>맑은 고딕</vt:lpstr>
      <vt:lpstr>휴먼모음T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고은나래 통합실용2 Cell</dc:creator>
  <cp:lastModifiedBy>김현진 통합실용2 Cell</cp:lastModifiedBy>
  <cp:revision>161</cp:revision>
  <dcterms:created xsi:type="dcterms:W3CDTF">2025-02-28T03:00:49Z</dcterms:created>
  <dcterms:modified xsi:type="dcterms:W3CDTF">2026-04-10T07:24:04Z</dcterms:modified>
</cp:coreProperties>
</file>