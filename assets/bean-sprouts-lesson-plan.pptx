
<file path=[Content_Types].xml><?xml version="1.0" encoding="utf-8"?>
<Types xmlns="http://schemas.openxmlformats.org/package/2006/content-types">
  <Default Extension="png" ContentType="image/png"/>
  <Default Extension="mp3" ContentType="audio/mpe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7" r:id="rId4"/>
  </p:sldMasterIdLst>
  <p:notesMasterIdLst>
    <p:notesMasterId r:id="rId22"/>
  </p:notesMasterIdLst>
  <p:sldIdLst>
    <p:sldId id="371" r:id="rId5"/>
    <p:sldId id="373" r:id="rId6"/>
    <p:sldId id="455" r:id="rId7"/>
    <p:sldId id="467" r:id="rId8"/>
    <p:sldId id="411" r:id="rId9"/>
    <p:sldId id="374" r:id="rId10"/>
    <p:sldId id="458" r:id="rId11"/>
    <p:sldId id="448" r:id="rId12"/>
    <p:sldId id="468" r:id="rId13"/>
    <p:sldId id="469" r:id="rId14"/>
    <p:sldId id="470" r:id="rId15"/>
    <p:sldId id="471" r:id="rId16"/>
    <p:sldId id="473" r:id="rId17"/>
    <p:sldId id="476" r:id="rId18"/>
    <p:sldId id="385" r:id="rId19"/>
    <p:sldId id="474" r:id="rId20"/>
    <p:sldId id="475" r:id="rId21"/>
  </p:sldIdLst>
  <p:sldSz cx="18291175" cy="9715500"/>
  <p:notesSz cx="6858000" cy="9144000"/>
  <p:embeddedFontLst>
    <p:embeddedFont>
      <p:font typeface="맑은 고딕" panose="020B0503020000020004" pitchFamily="50" charset="-127"/>
      <p:regular r:id="rId23"/>
      <p:bold r:id="rId24"/>
    </p:embeddedFont>
    <p:embeddedFont>
      <p:font typeface="KoPub돋움체 Bold" panose="00000800000000000000" pitchFamily="2" charset="-127"/>
      <p:bold r:id="rId25"/>
    </p:embeddedFont>
    <p:embeddedFont>
      <p:font typeface="레시피코리아 Medium" panose="02020603020101020101" pitchFamily="18" charset="-127"/>
      <p:regular r:id="rId26"/>
    </p:embeddedFont>
    <p:embeddedFont>
      <p:font typeface="CookieRun Regular" panose="020B0600000101010101" pitchFamily="50" charset="-127"/>
      <p:regular r:id="rId27"/>
    </p:embeddedFont>
  </p:embeddedFontLst>
  <p:defaultTextStyle>
    <a:defPPr>
      <a:defRPr lang="ko-KR"/>
    </a:defPPr>
    <a:lvl1pPr marL="0" algn="l" defTabSz="1371600" rtl="0" eaLnBrk="1" latinLnBrk="1" hangingPunct="1">
      <a:defRPr sz="2700" kern="1200">
        <a:solidFill>
          <a:schemeClr val="tx1"/>
        </a:solidFill>
        <a:latin typeface="+mn-lt"/>
        <a:ea typeface="+mn-ea"/>
        <a:cs typeface="+mn-cs"/>
      </a:defRPr>
    </a:lvl1pPr>
    <a:lvl2pPr marL="685800" algn="l" defTabSz="1371600" rtl="0" eaLnBrk="1" latinLnBrk="1" hangingPunct="1">
      <a:defRPr sz="2700" kern="1200">
        <a:solidFill>
          <a:schemeClr val="tx1"/>
        </a:solidFill>
        <a:latin typeface="+mn-lt"/>
        <a:ea typeface="+mn-ea"/>
        <a:cs typeface="+mn-cs"/>
      </a:defRPr>
    </a:lvl2pPr>
    <a:lvl3pPr marL="1371600" algn="l" defTabSz="1371600" rtl="0" eaLnBrk="1" latinLnBrk="1" hangingPunct="1">
      <a:defRPr sz="2700" kern="1200">
        <a:solidFill>
          <a:schemeClr val="tx1"/>
        </a:solidFill>
        <a:latin typeface="+mn-lt"/>
        <a:ea typeface="+mn-ea"/>
        <a:cs typeface="+mn-cs"/>
      </a:defRPr>
    </a:lvl3pPr>
    <a:lvl4pPr marL="2057400" algn="l" defTabSz="1371600" rtl="0" eaLnBrk="1" latinLnBrk="1" hangingPunct="1">
      <a:defRPr sz="2700" kern="1200">
        <a:solidFill>
          <a:schemeClr val="tx1"/>
        </a:solidFill>
        <a:latin typeface="+mn-lt"/>
        <a:ea typeface="+mn-ea"/>
        <a:cs typeface="+mn-cs"/>
      </a:defRPr>
    </a:lvl4pPr>
    <a:lvl5pPr marL="2743200" algn="l" defTabSz="1371600" rtl="0" eaLnBrk="1" latinLnBrk="1" hangingPunct="1">
      <a:defRPr sz="2700" kern="1200">
        <a:solidFill>
          <a:schemeClr val="tx1"/>
        </a:solidFill>
        <a:latin typeface="+mn-lt"/>
        <a:ea typeface="+mn-ea"/>
        <a:cs typeface="+mn-cs"/>
      </a:defRPr>
    </a:lvl5pPr>
    <a:lvl6pPr marL="3429000" algn="l" defTabSz="1371600" rtl="0" eaLnBrk="1" latinLnBrk="1" hangingPunct="1">
      <a:defRPr sz="2700" kern="1200">
        <a:solidFill>
          <a:schemeClr val="tx1"/>
        </a:solidFill>
        <a:latin typeface="+mn-lt"/>
        <a:ea typeface="+mn-ea"/>
        <a:cs typeface="+mn-cs"/>
      </a:defRPr>
    </a:lvl6pPr>
    <a:lvl7pPr marL="4114800" algn="l" defTabSz="1371600" rtl="0" eaLnBrk="1" latinLnBrk="1" hangingPunct="1">
      <a:defRPr sz="2700" kern="1200">
        <a:solidFill>
          <a:schemeClr val="tx1"/>
        </a:solidFill>
        <a:latin typeface="+mn-lt"/>
        <a:ea typeface="+mn-ea"/>
        <a:cs typeface="+mn-cs"/>
      </a:defRPr>
    </a:lvl7pPr>
    <a:lvl8pPr marL="4800600" algn="l" defTabSz="1371600" rtl="0" eaLnBrk="1" latinLnBrk="1" hangingPunct="1">
      <a:defRPr sz="2700" kern="1200">
        <a:solidFill>
          <a:schemeClr val="tx1"/>
        </a:solidFill>
        <a:latin typeface="+mn-lt"/>
        <a:ea typeface="+mn-ea"/>
        <a:cs typeface="+mn-cs"/>
      </a:defRPr>
    </a:lvl8pPr>
    <a:lvl9pPr marL="5486400" algn="l" defTabSz="1371600" rtl="0" eaLnBrk="1" latinLnBrk="1" hangingPunct="1">
      <a:defRPr sz="27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5B0245F5-6053-4241-86C0-FA442083A7DE}">
          <p14:sldIdLst>
            <p14:sldId id="371"/>
            <p14:sldId id="373"/>
            <p14:sldId id="455"/>
            <p14:sldId id="467"/>
            <p14:sldId id="411"/>
            <p14:sldId id="374"/>
            <p14:sldId id="458"/>
            <p14:sldId id="448"/>
            <p14:sldId id="468"/>
            <p14:sldId id="469"/>
            <p14:sldId id="470"/>
            <p14:sldId id="471"/>
            <p14:sldId id="473"/>
            <p14:sldId id="476"/>
            <p14:sldId id="385"/>
            <p14:sldId id="474"/>
            <p14:sldId id="475"/>
          </p14:sldIdLst>
        </p14:section>
      </p14:sectionLst>
    </p:ext>
    <p:ext uri="{EFAFB233-063F-42B5-8137-9DF3F51BA10A}">
      <p15:sldGuideLst xmlns:p15="http://schemas.microsoft.com/office/powerpoint/2012/main">
        <p15:guide id="1" pos="11340" userDrawn="1">
          <p15:clr>
            <a:srgbClr val="A4A3A4"/>
          </p15:clr>
        </p15:guide>
        <p15:guide id="2" pos="409" userDrawn="1">
          <p15:clr>
            <a:srgbClr val="F26B43"/>
          </p15:clr>
        </p15:guide>
        <p15:guide id="3" orient="horz" pos="724" userDrawn="1">
          <p15:clr>
            <a:srgbClr val="C35EA4"/>
          </p15:clr>
        </p15:guide>
        <p15:guide id="4" orient="horz" pos="5918" userDrawn="1">
          <p15:clr>
            <a:srgbClr val="A4A3A4"/>
          </p15:clr>
        </p15:guide>
        <p15:guide id="8" orient="horz" pos="6122" userDrawn="1">
          <p15:clr>
            <a:srgbClr val="A4A3A4"/>
          </p15:clr>
        </p15:guide>
        <p15:guide id="9" pos="11409">
          <p15:clr>
            <a:srgbClr val="A4A3A4"/>
          </p15:clr>
        </p15:guide>
        <p15:guide id="10" pos="1679" userDrawn="1">
          <p15:clr>
            <a:srgbClr val="F26B43"/>
          </p15:clr>
        </p15:guide>
        <p15:guide id="11" orient="horz" pos="5328" userDrawn="1">
          <p15:clr>
            <a:srgbClr val="A4A3A4"/>
          </p15:clr>
        </p15:guide>
        <p15:guide id="12" orient="horz" pos="1314" userDrawn="1">
          <p15:clr>
            <a:srgbClr val="F26B43"/>
          </p15:clr>
        </p15:guide>
        <p15:guide id="13" pos="635" userDrawn="1">
          <p15:clr>
            <a:srgbClr val="5ACBF0"/>
          </p15:clr>
        </p15:guide>
        <p15:guide id="14" pos="1293" userDrawn="1">
          <p15:clr>
            <a:srgbClr val="5ACBF0"/>
          </p15:clr>
        </p15:guide>
        <p15:guide id="15" pos="1928" userDrawn="1">
          <p15:clr>
            <a:srgbClr val="F26B43"/>
          </p15:clr>
        </p15:guide>
        <p15:guide id="16" orient="horz" pos="1110" userDrawn="1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DC2CC"/>
    <a:srgbClr val="00B0CD"/>
    <a:srgbClr val="A6A6A6"/>
    <a:srgbClr val="F68B1F"/>
    <a:srgbClr val="EFEFEF"/>
    <a:srgbClr val="E4F1F7"/>
    <a:srgbClr val="F1FAE9"/>
    <a:srgbClr val="FFEFE0"/>
    <a:srgbClr val="B2B3B7"/>
    <a:srgbClr val="F04E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53" autoAdjust="0"/>
    <p:restoredTop sz="82887" autoAdjust="0"/>
  </p:normalViewPr>
  <p:slideViewPr>
    <p:cSldViewPr snapToGrid="0" showGuides="1">
      <p:cViewPr varScale="1">
        <p:scale>
          <a:sx n="68" d="100"/>
          <a:sy n="68" d="100"/>
        </p:scale>
        <p:origin x="852" y="66"/>
      </p:cViewPr>
      <p:guideLst>
        <p:guide pos="11340"/>
        <p:guide pos="409"/>
        <p:guide orient="horz" pos="724"/>
        <p:guide orient="horz" pos="5918"/>
        <p:guide orient="horz" pos="6122"/>
        <p:guide pos="11409"/>
        <p:guide pos="1679"/>
        <p:guide orient="horz" pos="5328"/>
        <p:guide orient="horz" pos="1314"/>
        <p:guide pos="635"/>
        <p:guide pos="1293"/>
        <p:guide pos="1928"/>
        <p:guide orient="horz" pos="111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4.fntdata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3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2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1.fntdata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ED6A68-5309-4BC1-B5F2-BC3D13279EFB}" type="datetimeFigureOut">
              <a:rPr lang="ko-KR" altLang="en-US" smtClean="0"/>
              <a:t>2024-02-20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525463" y="1143000"/>
            <a:ext cx="58070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555445-EA9E-4E50-91D9-95EA81E52A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0708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555445-EA9E-4E50-91D9-95EA81E52A27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70742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555445-EA9E-4E50-91D9-95EA81E52A2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72263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555445-EA9E-4E50-91D9-95EA81E52A27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80313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555445-EA9E-4E50-91D9-95EA81E52A27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02514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spcBef>
                <a:spcPts val="600"/>
              </a:spcBef>
              <a:buNone/>
              <a:defRPr lang="ko-KR" altLang="en-US"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555445-EA9E-4E50-91D9-95EA81E52A27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72347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555445-EA9E-4E50-91D9-95EA81E52A27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50962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555445-EA9E-4E50-91D9-95EA81E52A27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71186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555445-EA9E-4E50-91D9-95EA81E52A27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29262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555445-EA9E-4E50-91D9-95EA81E52A27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99442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555445-EA9E-4E50-91D9-95EA81E52A27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22927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555445-EA9E-4E50-91D9-95EA81E52A27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83524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555445-EA9E-4E50-91D9-95EA81E52A27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27832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555445-EA9E-4E50-91D9-95EA81E52A27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50778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그림 개체 틀 7"/>
          <p:cNvSpPr>
            <a:spLocks noGrp="1"/>
          </p:cNvSpPr>
          <p:nvPr>
            <p:ph type="pic" sz="quarter" idx="10"/>
          </p:nvPr>
        </p:nvSpPr>
        <p:spPr>
          <a:xfrm>
            <a:off x="196187" y="1573565"/>
            <a:ext cx="12576485" cy="6680099"/>
          </a:xfrm>
          <a:ln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6628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DAC1008-1873-439C-9705-8A7FC7CD1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1642A-869A-4022-8AEE-C46F8F9BA3E9}" type="datetimeFigureOut">
              <a:rPr lang="ko-KR" altLang="en-US" smtClean="0"/>
              <a:t>2024-02-20</a:t>
            </a:fld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774F89B-CD0A-4864-B7FC-EAF4D07DA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B1701C-C614-44BB-93AA-FF201199E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91EC1-04C6-43D3-8A15-A3B09032272B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2008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519" y="517262"/>
            <a:ext cx="15776138" cy="1877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519" y="2586302"/>
            <a:ext cx="15776138" cy="61643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518" y="9004830"/>
            <a:ext cx="4115514" cy="5172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0D05AD-33B4-47FE-AD95-38609980956E}" type="datetimeFigureOut">
              <a:rPr lang="ko-KR" altLang="en-US" smtClean="0"/>
              <a:t>2024-02-20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8952" y="9004830"/>
            <a:ext cx="6173272" cy="5172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8143" y="9004830"/>
            <a:ext cx="4115514" cy="5172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E14108-E299-489D-B7DF-1CB46F3FB3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49268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</p:sldLayoutIdLst>
  <p:txStyles>
    <p:titleStyle>
      <a:lvl1pPr algn="l" defTabSz="1295430" rtl="0" eaLnBrk="1" latinLnBrk="1" hangingPunct="1">
        <a:lnSpc>
          <a:spcPct val="90000"/>
        </a:lnSpc>
        <a:spcBef>
          <a:spcPct val="0"/>
        </a:spcBef>
        <a:buNone/>
        <a:defRPr sz="62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3858" indent="-323858" algn="l" defTabSz="1295430" rtl="0" eaLnBrk="1" latinLnBrk="1" hangingPunct="1">
        <a:lnSpc>
          <a:spcPct val="90000"/>
        </a:lnSpc>
        <a:spcBef>
          <a:spcPts val="1417"/>
        </a:spcBef>
        <a:buFont typeface="Arial" panose="020B0604020202020204" pitchFamily="34" charset="0"/>
        <a:buChar char="•"/>
        <a:defRPr sz="3967" kern="1200">
          <a:solidFill>
            <a:schemeClr val="tx1"/>
          </a:solidFill>
          <a:latin typeface="+mn-lt"/>
          <a:ea typeface="+mn-ea"/>
          <a:cs typeface="+mn-cs"/>
        </a:defRPr>
      </a:lvl1pPr>
      <a:lvl2pPr marL="971573" indent="-323858" algn="l" defTabSz="1295430" rtl="0" eaLnBrk="1" latinLnBrk="1" hangingPunct="1">
        <a:lnSpc>
          <a:spcPct val="90000"/>
        </a:lnSpc>
        <a:spcBef>
          <a:spcPts val="708"/>
        </a:spcBef>
        <a:buFont typeface="Arial" panose="020B0604020202020204" pitchFamily="34" charset="0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2pPr>
      <a:lvl3pPr marL="1619288" indent="-323858" algn="l" defTabSz="1295430" rtl="0" eaLnBrk="1" latinLnBrk="1" hangingPunct="1">
        <a:lnSpc>
          <a:spcPct val="90000"/>
        </a:lnSpc>
        <a:spcBef>
          <a:spcPts val="708"/>
        </a:spcBef>
        <a:buFont typeface="Arial" panose="020B0604020202020204" pitchFamily="34" charset="0"/>
        <a:buChar char="•"/>
        <a:defRPr sz="2833" kern="1200">
          <a:solidFill>
            <a:schemeClr val="tx1"/>
          </a:solidFill>
          <a:latin typeface="+mn-lt"/>
          <a:ea typeface="+mn-ea"/>
          <a:cs typeface="+mn-cs"/>
        </a:defRPr>
      </a:lvl3pPr>
      <a:lvl4pPr marL="2267003" indent="-323858" algn="l" defTabSz="1295430" rtl="0" eaLnBrk="1" latinLnBrk="1" hangingPunct="1">
        <a:lnSpc>
          <a:spcPct val="90000"/>
        </a:lnSpc>
        <a:spcBef>
          <a:spcPts val="708"/>
        </a:spcBef>
        <a:buFont typeface="Arial" panose="020B0604020202020204" pitchFamily="34" charset="0"/>
        <a:buChar char="•"/>
        <a:defRPr sz="2550" kern="1200">
          <a:solidFill>
            <a:schemeClr val="tx1"/>
          </a:solidFill>
          <a:latin typeface="+mn-lt"/>
          <a:ea typeface="+mn-ea"/>
          <a:cs typeface="+mn-cs"/>
        </a:defRPr>
      </a:lvl4pPr>
      <a:lvl5pPr marL="2914719" indent="-323858" algn="l" defTabSz="1295430" rtl="0" eaLnBrk="1" latinLnBrk="1" hangingPunct="1">
        <a:lnSpc>
          <a:spcPct val="90000"/>
        </a:lnSpc>
        <a:spcBef>
          <a:spcPts val="708"/>
        </a:spcBef>
        <a:buFont typeface="Arial" panose="020B0604020202020204" pitchFamily="34" charset="0"/>
        <a:buChar char="•"/>
        <a:defRPr sz="2550" kern="1200">
          <a:solidFill>
            <a:schemeClr val="tx1"/>
          </a:solidFill>
          <a:latin typeface="+mn-lt"/>
          <a:ea typeface="+mn-ea"/>
          <a:cs typeface="+mn-cs"/>
        </a:defRPr>
      </a:lvl5pPr>
      <a:lvl6pPr marL="3562434" indent="-323858" algn="l" defTabSz="1295430" rtl="0" eaLnBrk="1" latinLnBrk="1" hangingPunct="1">
        <a:lnSpc>
          <a:spcPct val="90000"/>
        </a:lnSpc>
        <a:spcBef>
          <a:spcPts val="708"/>
        </a:spcBef>
        <a:buFont typeface="Arial" panose="020B0604020202020204" pitchFamily="34" charset="0"/>
        <a:buChar char="•"/>
        <a:defRPr sz="2550" kern="1200">
          <a:solidFill>
            <a:schemeClr val="tx1"/>
          </a:solidFill>
          <a:latin typeface="+mn-lt"/>
          <a:ea typeface="+mn-ea"/>
          <a:cs typeface="+mn-cs"/>
        </a:defRPr>
      </a:lvl6pPr>
      <a:lvl7pPr marL="4210149" indent="-323858" algn="l" defTabSz="1295430" rtl="0" eaLnBrk="1" latinLnBrk="1" hangingPunct="1">
        <a:lnSpc>
          <a:spcPct val="90000"/>
        </a:lnSpc>
        <a:spcBef>
          <a:spcPts val="708"/>
        </a:spcBef>
        <a:buFont typeface="Arial" panose="020B0604020202020204" pitchFamily="34" charset="0"/>
        <a:buChar char="•"/>
        <a:defRPr sz="2550" kern="1200">
          <a:solidFill>
            <a:schemeClr val="tx1"/>
          </a:solidFill>
          <a:latin typeface="+mn-lt"/>
          <a:ea typeface="+mn-ea"/>
          <a:cs typeface="+mn-cs"/>
        </a:defRPr>
      </a:lvl7pPr>
      <a:lvl8pPr marL="4857864" indent="-323858" algn="l" defTabSz="1295430" rtl="0" eaLnBrk="1" latinLnBrk="1" hangingPunct="1">
        <a:lnSpc>
          <a:spcPct val="90000"/>
        </a:lnSpc>
        <a:spcBef>
          <a:spcPts val="708"/>
        </a:spcBef>
        <a:buFont typeface="Arial" panose="020B0604020202020204" pitchFamily="34" charset="0"/>
        <a:buChar char="•"/>
        <a:defRPr sz="2550" kern="1200">
          <a:solidFill>
            <a:schemeClr val="tx1"/>
          </a:solidFill>
          <a:latin typeface="+mn-lt"/>
          <a:ea typeface="+mn-ea"/>
          <a:cs typeface="+mn-cs"/>
        </a:defRPr>
      </a:lvl8pPr>
      <a:lvl9pPr marL="5505580" indent="-323858" algn="l" defTabSz="1295430" rtl="0" eaLnBrk="1" latinLnBrk="1" hangingPunct="1">
        <a:lnSpc>
          <a:spcPct val="90000"/>
        </a:lnSpc>
        <a:spcBef>
          <a:spcPts val="708"/>
        </a:spcBef>
        <a:buFont typeface="Arial" panose="020B0604020202020204" pitchFamily="34" charset="0"/>
        <a:buChar char="•"/>
        <a:defRPr sz="25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95430" rtl="0" eaLnBrk="1" latinLnBrk="1" hangingPunct="1">
        <a:defRPr sz="2550" kern="1200">
          <a:solidFill>
            <a:schemeClr val="tx1"/>
          </a:solidFill>
          <a:latin typeface="+mn-lt"/>
          <a:ea typeface="+mn-ea"/>
          <a:cs typeface="+mn-cs"/>
        </a:defRPr>
      </a:lvl1pPr>
      <a:lvl2pPr marL="647715" algn="l" defTabSz="1295430" rtl="0" eaLnBrk="1" latinLnBrk="1" hangingPunct="1">
        <a:defRPr sz="2550" kern="1200">
          <a:solidFill>
            <a:schemeClr val="tx1"/>
          </a:solidFill>
          <a:latin typeface="+mn-lt"/>
          <a:ea typeface="+mn-ea"/>
          <a:cs typeface="+mn-cs"/>
        </a:defRPr>
      </a:lvl2pPr>
      <a:lvl3pPr marL="1295430" algn="l" defTabSz="1295430" rtl="0" eaLnBrk="1" latinLnBrk="1" hangingPunct="1">
        <a:defRPr sz="2550" kern="1200">
          <a:solidFill>
            <a:schemeClr val="tx1"/>
          </a:solidFill>
          <a:latin typeface="+mn-lt"/>
          <a:ea typeface="+mn-ea"/>
          <a:cs typeface="+mn-cs"/>
        </a:defRPr>
      </a:lvl3pPr>
      <a:lvl4pPr marL="1943146" algn="l" defTabSz="1295430" rtl="0" eaLnBrk="1" latinLnBrk="1" hangingPunct="1">
        <a:defRPr sz="2550" kern="1200">
          <a:solidFill>
            <a:schemeClr val="tx1"/>
          </a:solidFill>
          <a:latin typeface="+mn-lt"/>
          <a:ea typeface="+mn-ea"/>
          <a:cs typeface="+mn-cs"/>
        </a:defRPr>
      </a:lvl4pPr>
      <a:lvl5pPr marL="2590861" algn="l" defTabSz="1295430" rtl="0" eaLnBrk="1" latinLnBrk="1" hangingPunct="1">
        <a:defRPr sz="2550" kern="1200">
          <a:solidFill>
            <a:schemeClr val="tx1"/>
          </a:solidFill>
          <a:latin typeface="+mn-lt"/>
          <a:ea typeface="+mn-ea"/>
          <a:cs typeface="+mn-cs"/>
        </a:defRPr>
      </a:lvl5pPr>
      <a:lvl6pPr marL="3238576" algn="l" defTabSz="1295430" rtl="0" eaLnBrk="1" latinLnBrk="1" hangingPunct="1">
        <a:defRPr sz="2550" kern="1200">
          <a:solidFill>
            <a:schemeClr val="tx1"/>
          </a:solidFill>
          <a:latin typeface="+mn-lt"/>
          <a:ea typeface="+mn-ea"/>
          <a:cs typeface="+mn-cs"/>
        </a:defRPr>
      </a:lvl6pPr>
      <a:lvl7pPr marL="3886291" algn="l" defTabSz="1295430" rtl="0" eaLnBrk="1" latinLnBrk="1" hangingPunct="1">
        <a:defRPr sz="2550" kern="1200">
          <a:solidFill>
            <a:schemeClr val="tx1"/>
          </a:solidFill>
          <a:latin typeface="+mn-lt"/>
          <a:ea typeface="+mn-ea"/>
          <a:cs typeface="+mn-cs"/>
        </a:defRPr>
      </a:lvl7pPr>
      <a:lvl8pPr marL="4534007" algn="l" defTabSz="1295430" rtl="0" eaLnBrk="1" latinLnBrk="1" hangingPunct="1">
        <a:defRPr sz="2550" kern="1200">
          <a:solidFill>
            <a:schemeClr val="tx1"/>
          </a:solidFill>
          <a:latin typeface="+mn-lt"/>
          <a:ea typeface="+mn-ea"/>
          <a:cs typeface="+mn-cs"/>
        </a:defRPr>
      </a:lvl8pPr>
      <a:lvl9pPr marL="5181722" algn="l" defTabSz="1295430" rtl="0" eaLnBrk="1" latinLnBrk="1" hangingPunct="1">
        <a:defRPr sz="25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hyperlink" Target="https://e.vivasam.com/textbook/list?eduClsCode=2022&amp;textbookCd=106389&amp;term=108001" TargetMode="Externa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youtube.com/embed/UOvkClxj8kg" TargetMode="Externa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4.jp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microsoft.com/office/2007/relationships/media" Target="../media/media2.mp3"/><Relationship Id="rId7" Type="http://schemas.openxmlformats.org/officeDocument/2006/relationships/image" Target="../media/image4.jpg"/><Relationship Id="rId12" Type="http://schemas.openxmlformats.org/officeDocument/2006/relationships/image" Target="../media/image16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notesSlide" Target="../notesSlides/notesSlide4.xml"/><Relationship Id="rId11" Type="http://schemas.openxmlformats.org/officeDocument/2006/relationships/image" Target="../media/image11.png"/><Relationship Id="rId5" Type="http://schemas.openxmlformats.org/officeDocument/2006/relationships/slideLayout" Target="../slideLayouts/slideLayout1.xml"/><Relationship Id="rId10" Type="http://schemas.openxmlformats.org/officeDocument/2006/relationships/image" Target="../media/image8.png"/><Relationship Id="rId4" Type="http://schemas.openxmlformats.org/officeDocument/2006/relationships/audio" Target="../media/media2.mp3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microsoft.com/office/2007/relationships/media" Target="../media/media4.mp3"/><Relationship Id="rId7" Type="http://schemas.openxmlformats.org/officeDocument/2006/relationships/image" Target="../media/image20.jpg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audio" Target="../media/media4.mp3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24.png"/><Relationship Id="rId2" Type="http://schemas.openxmlformats.org/officeDocument/2006/relationships/audio" Target="../media/media4.mp3"/><Relationship Id="rId1" Type="http://schemas.microsoft.com/office/2007/relationships/media" Target="../media/media4.mp3"/><Relationship Id="rId6" Type="http://schemas.openxmlformats.org/officeDocument/2006/relationships/image" Target="../media/image23.png"/><Relationship Id="rId5" Type="http://schemas.openxmlformats.org/officeDocument/2006/relationships/image" Target="../media/image22.jpg"/><Relationship Id="rId4" Type="http://schemas.openxmlformats.org/officeDocument/2006/relationships/notesSlide" Target="../notesSlides/notesSlide6.xml"/><Relationship Id="rId9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jpe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jp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jp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jp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" y="0"/>
            <a:ext cx="18288000" cy="9715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515095" y="988133"/>
            <a:ext cx="753838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600" spc="100" dirty="0">
                <a:solidFill>
                  <a:schemeClr val="bg1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[</a:t>
            </a:r>
            <a:r>
              <a:rPr lang="ko-KR" altLang="en-US" sz="5600" spc="100" dirty="0">
                <a:solidFill>
                  <a:schemeClr val="bg1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주제</a:t>
            </a:r>
            <a:r>
              <a:rPr lang="en-US" altLang="ko-KR" sz="5600" spc="100" dirty="0">
                <a:solidFill>
                  <a:schemeClr val="bg1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] </a:t>
            </a:r>
            <a:r>
              <a:rPr lang="ko-KR" altLang="en-US" sz="5600" spc="100" dirty="0">
                <a:solidFill>
                  <a:schemeClr val="bg1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함께 골라요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5588" y="6689150"/>
            <a:ext cx="29194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solidFill>
                  <a:srgbClr val="2067B5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50~51</a:t>
            </a:r>
            <a:r>
              <a:rPr lang="ko-KR" altLang="en-US" sz="4000" dirty="0">
                <a:solidFill>
                  <a:srgbClr val="2067B5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쪽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9769" y="1358590"/>
            <a:ext cx="1107089" cy="64898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84723" y="746250"/>
            <a:ext cx="1897183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700">
                <a:solidFill>
                  <a:srgbClr val="535FAB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나</a:t>
            </a:r>
            <a:endParaRPr lang="ko-KR" altLang="en-US" sz="3700" dirty="0">
              <a:solidFill>
                <a:srgbClr val="535FAB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732348" y="4257586"/>
            <a:ext cx="148264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7200" spc="150" dirty="0"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17. </a:t>
            </a:r>
            <a:r>
              <a:rPr lang="ko-KR" altLang="en-US" sz="7200" spc="150" dirty="0"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매일매일 자라요</a:t>
            </a:r>
          </a:p>
        </p:txBody>
      </p:sp>
      <p:pic>
        <p:nvPicPr>
          <p:cNvPr id="10" name="그림 9">
            <a:hlinkClick r:id="rId5"/>
            <a:extLst>
              <a:ext uri="{FF2B5EF4-FFF2-40B4-BE49-F238E27FC236}">
                <a16:creationId xmlns:a16="http://schemas.microsoft.com/office/drawing/2014/main" id="{2DF2804A-4DAA-3D82-41F0-C58C3A9FDE8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90498" y="5887465"/>
            <a:ext cx="2939514" cy="1603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211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21F988A8-A4D9-6158-5325-A23CE2FBD2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" y="0"/>
            <a:ext cx="18288000" cy="97155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945600" y="218927"/>
            <a:ext cx="146947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6000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</a:lstStyle>
          <a:p>
            <a:r>
              <a:rPr lang="ko-KR" altLang="en-US" dirty="0"/>
              <a:t>영상을 보고 콩나물이 자라면서 어떻게 변하는지 이야기해 봅시다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8" name="모서리가 둥근 직사각형 27"/>
          <p:cNvSpPr/>
          <p:nvPr/>
        </p:nvSpPr>
        <p:spPr>
          <a:xfrm>
            <a:off x="406399" y="5920740"/>
            <a:ext cx="17500601" cy="3661409"/>
          </a:xfrm>
          <a:prstGeom prst="roundRect">
            <a:avLst>
              <a:gd name="adj" fmla="val 12182"/>
            </a:avLst>
          </a:prstGeom>
          <a:solidFill>
            <a:srgbClr val="E8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/>
          <p:cNvSpPr txBox="1"/>
          <p:nvPr/>
        </p:nvSpPr>
        <p:spPr>
          <a:xfrm>
            <a:off x="431801" y="8005710"/>
            <a:ext cx="17475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콩나물 성장 과정</a:t>
            </a:r>
            <a:endParaRPr lang="en-US" altLang="ko-KR" sz="44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31800" y="8666110"/>
            <a:ext cx="17475201" cy="7734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00"/>
              </a:lnSpc>
            </a:pPr>
            <a:r>
              <a:rPr lang="en-US" altLang="ko-KR" sz="3800" dirty="0">
                <a:solidFill>
                  <a:srgbClr val="F04E3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29</a:t>
            </a:r>
            <a:r>
              <a:rPr lang="ko-KR" altLang="en-US" sz="3800" dirty="0">
                <a:solidFill>
                  <a:srgbClr val="F04E3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초</a:t>
            </a:r>
            <a:endParaRPr lang="en-US" altLang="ko-KR" sz="3800" dirty="0">
              <a:solidFill>
                <a:srgbClr val="F04E3F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pic>
        <p:nvPicPr>
          <p:cNvPr id="31" name="그림 3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0736" y="2259935"/>
            <a:ext cx="13807271" cy="5573359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8201" y="2647949"/>
            <a:ext cx="8648700" cy="4829176"/>
          </a:xfrm>
          <a:prstGeom prst="rect">
            <a:avLst/>
          </a:prstGeom>
        </p:spPr>
      </p:pic>
      <p:pic>
        <p:nvPicPr>
          <p:cNvPr id="32" name="그림 31">
            <a:hlinkClick r:id="rId6"/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0816" y="4254147"/>
            <a:ext cx="1688128" cy="1742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381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21F988A8-A4D9-6158-5325-A23CE2FBD2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" y="0"/>
            <a:ext cx="18288000" cy="9715500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4990" y="5266617"/>
            <a:ext cx="987366" cy="43323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665185" y="218927"/>
            <a:ext cx="1527674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6000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</a:lstStyle>
          <a:p>
            <a:r>
              <a:rPr lang="ko-KR" altLang="en-US" dirty="0"/>
              <a:t>나는 자라며 어떻게 변했는지 이야기해 봅시다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03BE0E2-01D6-FCAA-93C4-DFA622337A7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40203" y="5455930"/>
            <a:ext cx="3968441" cy="3968441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3A30EDAF-B6AC-8E71-290B-60D901BDA66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62501" y="5455930"/>
            <a:ext cx="3968441" cy="3968441"/>
          </a:xfrm>
          <a:prstGeom prst="rect">
            <a:avLst/>
          </a:prstGeom>
        </p:spPr>
      </p:pic>
      <p:sp>
        <p:nvSpPr>
          <p:cNvPr id="21" name="모서리가 둥근 직사각형 20"/>
          <p:cNvSpPr/>
          <p:nvPr/>
        </p:nvSpPr>
        <p:spPr>
          <a:xfrm>
            <a:off x="2895089" y="2379202"/>
            <a:ext cx="5572009" cy="2951488"/>
          </a:xfrm>
          <a:prstGeom prst="roundRect">
            <a:avLst>
              <a:gd name="adj" fmla="val 20062"/>
            </a:avLst>
          </a:prstGeom>
          <a:solidFill>
            <a:srgbClr val="FFE8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E835F1E0-2E50-CC8C-9029-462232093027}"/>
              </a:ext>
            </a:extLst>
          </p:cNvPr>
          <p:cNvGrpSpPr/>
          <p:nvPr/>
        </p:nvGrpSpPr>
        <p:grpSpPr>
          <a:xfrm>
            <a:off x="9799656" y="2379202"/>
            <a:ext cx="5591283" cy="3272604"/>
            <a:chOff x="9799656" y="2379202"/>
            <a:chExt cx="5591283" cy="3272604"/>
          </a:xfrm>
        </p:grpSpPr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5C8A63D5-1709-EEEB-E4CF-A62E4800B036}"/>
                </a:ext>
              </a:extLst>
            </p:cNvPr>
            <p:cNvGrpSpPr/>
            <p:nvPr/>
          </p:nvGrpSpPr>
          <p:grpSpPr>
            <a:xfrm>
              <a:off x="9799656" y="2379202"/>
              <a:ext cx="5591283" cy="3272604"/>
              <a:chOff x="9799656" y="2385561"/>
              <a:chExt cx="5591283" cy="3272604"/>
            </a:xfrm>
          </p:grpSpPr>
          <p:pic>
            <p:nvPicPr>
              <p:cNvPr id="25" name="그림 24">
                <a:extLst>
                  <a:ext uri="{FF2B5EF4-FFF2-40B4-BE49-F238E27FC236}">
                    <a16:creationId xmlns:a16="http://schemas.microsoft.com/office/drawing/2014/main" id="{482CA16A-5CD7-1F94-C89A-7FB11299B20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2302860" y="5314693"/>
                <a:ext cx="874707" cy="343472"/>
              </a:xfrm>
              <a:prstGeom prst="rect">
                <a:avLst/>
              </a:prstGeom>
            </p:spPr>
          </p:pic>
          <p:sp>
            <p:nvSpPr>
              <p:cNvPr id="39" name="모서리가 둥근 직사각형 34">
                <a:extLst>
                  <a:ext uri="{FF2B5EF4-FFF2-40B4-BE49-F238E27FC236}">
                    <a16:creationId xmlns:a16="http://schemas.microsoft.com/office/drawing/2014/main" id="{92D3C310-2932-B033-7855-5531BC2E11CC}"/>
                  </a:ext>
                </a:extLst>
              </p:cNvPr>
              <p:cNvSpPr/>
              <p:nvPr/>
            </p:nvSpPr>
            <p:spPr>
              <a:xfrm>
                <a:off x="9799656" y="2385561"/>
                <a:ext cx="5591283" cy="2951488"/>
              </a:xfrm>
              <a:prstGeom prst="roundRect">
                <a:avLst>
                  <a:gd name="adj" fmla="val 20062"/>
                </a:avLst>
              </a:prstGeom>
              <a:solidFill>
                <a:srgbClr val="E3F7FF"/>
              </a:solidFill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BB716F11-AB54-99A8-7CDA-3AEE10FD0AC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770966" y="2989399"/>
              <a:ext cx="1648662" cy="1731094"/>
            </a:xfrm>
            <a:prstGeom prst="rect">
              <a:avLst/>
            </a:prstGeom>
          </p:spPr>
        </p:pic>
      </p:grpSp>
      <p:pic>
        <p:nvPicPr>
          <p:cNvPr id="40" name="그림 39">
            <a:extLst>
              <a:ext uri="{FF2B5EF4-FFF2-40B4-BE49-F238E27FC236}">
                <a16:creationId xmlns:a16="http://schemas.microsoft.com/office/drawing/2014/main" id="{38FD6101-C491-8AD5-BC3C-07FAA5C42FA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6762" y="2989399"/>
            <a:ext cx="1648662" cy="1731094"/>
          </a:xfrm>
          <a:prstGeom prst="rect">
            <a:avLst/>
          </a:prstGeom>
        </p:spPr>
      </p:pic>
      <p:pic>
        <p:nvPicPr>
          <p:cNvPr id="41" name="그림 4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1439" y="8482238"/>
            <a:ext cx="2684122" cy="929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644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21F988A8-A4D9-6158-5325-A23CE2FBD22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" y="0"/>
            <a:ext cx="18288000" cy="9715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665185" y="218927"/>
            <a:ext cx="1527674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6000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</a:lstStyle>
          <a:p>
            <a:r>
              <a:rPr lang="ko-KR" altLang="en-US" dirty="0"/>
              <a:t>나는 자라며 어떻게 변했는지 이야기해 봅시다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203BE0E2-01D6-FCAA-93C4-DFA622337A7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40203" y="5455930"/>
            <a:ext cx="3968441" cy="3968441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3A30EDAF-B6AC-8E71-290B-60D901BDA66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62501" y="5455930"/>
            <a:ext cx="3968441" cy="3968441"/>
          </a:xfrm>
          <a:prstGeom prst="rect">
            <a:avLst/>
          </a:prstGeom>
        </p:spPr>
      </p:pic>
      <p:grpSp>
        <p:nvGrpSpPr>
          <p:cNvPr id="17" name="그룹 16">
            <a:extLst>
              <a:ext uri="{FF2B5EF4-FFF2-40B4-BE49-F238E27FC236}">
                <a16:creationId xmlns:a16="http://schemas.microsoft.com/office/drawing/2014/main" id="{E7637068-8166-A0A1-1548-F44FC346146E}"/>
              </a:ext>
            </a:extLst>
          </p:cNvPr>
          <p:cNvGrpSpPr/>
          <p:nvPr/>
        </p:nvGrpSpPr>
        <p:grpSpPr>
          <a:xfrm>
            <a:off x="2895089" y="2379202"/>
            <a:ext cx="5572009" cy="3320646"/>
            <a:chOff x="2895089" y="2379202"/>
            <a:chExt cx="5572009" cy="3320646"/>
          </a:xfrm>
        </p:grpSpPr>
        <p:pic>
          <p:nvPicPr>
            <p:cNvPr id="26" name="그림 25"/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34990" y="5266617"/>
              <a:ext cx="987366" cy="433231"/>
            </a:xfrm>
            <a:prstGeom prst="rect">
              <a:avLst/>
            </a:prstGeom>
          </p:spPr>
        </p:pic>
        <p:sp>
          <p:nvSpPr>
            <p:cNvPr id="27" name="모서리가 둥근 직사각형 26"/>
            <p:cNvSpPr/>
            <p:nvPr/>
          </p:nvSpPr>
          <p:spPr>
            <a:xfrm>
              <a:off x="2895089" y="2379202"/>
              <a:ext cx="5572009" cy="2951488"/>
            </a:xfrm>
            <a:prstGeom prst="roundRect">
              <a:avLst>
                <a:gd name="adj" fmla="val 20062"/>
              </a:avLst>
            </a:prstGeom>
            <a:solidFill>
              <a:srgbClr val="FFE8E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2895089" y="2833851"/>
              <a:ext cx="5572009" cy="20424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5099"/>
                </a:lnSpc>
              </a:pPr>
              <a:r>
                <a:rPr lang="ko-KR" altLang="en-US" sz="3999" dirty="0">
                  <a:solidFill>
                    <a:srgbClr val="7A413D"/>
                  </a:solidFill>
                  <a:latin typeface="CookieRun Regular" panose="020B0600000101010101" pitchFamily="50" charset="-127"/>
                  <a:ea typeface="CookieRun Regular" panose="020B0600000101010101" pitchFamily="50" charset="-127"/>
                </a:rPr>
                <a:t>발이 커져서</a:t>
              </a:r>
              <a:r>
                <a:rPr lang="en-US" altLang="ko-KR" sz="3999" dirty="0">
                  <a:solidFill>
                    <a:srgbClr val="7A413D"/>
                  </a:solidFill>
                  <a:latin typeface="CookieRun Regular" panose="020B0600000101010101" pitchFamily="50" charset="-127"/>
                  <a:ea typeface="CookieRun Regular" panose="020B0600000101010101" pitchFamily="50" charset="-127"/>
                </a:rPr>
                <a:t/>
              </a:r>
              <a:br>
                <a:rPr lang="en-US" altLang="ko-KR" sz="3999" dirty="0">
                  <a:solidFill>
                    <a:srgbClr val="7A413D"/>
                  </a:solidFill>
                  <a:latin typeface="CookieRun Regular" panose="020B0600000101010101" pitchFamily="50" charset="-127"/>
                  <a:ea typeface="CookieRun Regular" panose="020B0600000101010101" pitchFamily="50" charset="-127"/>
                </a:rPr>
              </a:br>
              <a:r>
                <a:rPr lang="ko-KR" altLang="en-US" sz="3999" dirty="0">
                  <a:solidFill>
                    <a:srgbClr val="7A413D"/>
                  </a:solidFill>
                  <a:latin typeface="CookieRun Regular" panose="020B0600000101010101" pitchFamily="50" charset="-127"/>
                  <a:ea typeface="CookieRun Regular" panose="020B0600000101010101" pitchFamily="50" charset="-127"/>
                </a:rPr>
                <a:t>작년에 신었던 신발이</a:t>
              </a:r>
              <a:r>
                <a:rPr lang="en-US" altLang="ko-KR" sz="3999" dirty="0">
                  <a:solidFill>
                    <a:srgbClr val="7A413D"/>
                  </a:solidFill>
                  <a:latin typeface="CookieRun Regular" panose="020B0600000101010101" pitchFamily="50" charset="-127"/>
                  <a:ea typeface="CookieRun Regular" panose="020B0600000101010101" pitchFamily="50" charset="-127"/>
                </a:rPr>
                <a:t/>
              </a:r>
              <a:br>
                <a:rPr lang="en-US" altLang="ko-KR" sz="3999" dirty="0">
                  <a:solidFill>
                    <a:srgbClr val="7A413D"/>
                  </a:solidFill>
                  <a:latin typeface="CookieRun Regular" panose="020B0600000101010101" pitchFamily="50" charset="-127"/>
                  <a:ea typeface="CookieRun Regular" panose="020B0600000101010101" pitchFamily="50" charset="-127"/>
                </a:rPr>
              </a:br>
              <a:r>
                <a:rPr lang="ko-KR" altLang="en-US" sz="3999" dirty="0">
                  <a:solidFill>
                    <a:srgbClr val="7A413D"/>
                  </a:solidFill>
                  <a:latin typeface="CookieRun Regular" panose="020B0600000101010101" pitchFamily="50" charset="-127"/>
                  <a:ea typeface="CookieRun Regular" panose="020B0600000101010101" pitchFamily="50" charset="-127"/>
                </a:rPr>
                <a:t>맞지 않아요</a:t>
              </a:r>
              <a:r>
                <a:rPr lang="en-US" altLang="ko-KR" sz="3999" dirty="0">
                  <a:solidFill>
                    <a:srgbClr val="7A413D"/>
                  </a:solidFill>
                  <a:latin typeface="CookieRun Regular" panose="020B0600000101010101" pitchFamily="50" charset="-127"/>
                  <a:ea typeface="CookieRun Regular" panose="020B0600000101010101" pitchFamily="50" charset="-127"/>
                </a:rPr>
                <a:t>.</a:t>
              </a:r>
            </a:p>
          </p:txBody>
        </p:sp>
      </p:grpSp>
      <p:pic>
        <p:nvPicPr>
          <p:cNvPr id="29" name="그림 28">
            <a:extLst>
              <a:ext uri="{FF2B5EF4-FFF2-40B4-BE49-F238E27FC236}">
                <a16:creationId xmlns:a16="http://schemas.microsoft.com/office/drawing/2014/main" id="{482CA16A-5CD7-1F94-C89A-7FB11299B20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02860" y="5308334"/>
            <a:ext cx="874707" cy="343472"/>
          </a:xfrm>
          <a:prstGeom prst="rect">
            <a:avLst/>
          </a:prstGeom>
        </p:spPr>
      </p:pic>
      <p:sp>
        <p:nvSpPr>
          <p:cNvPr id="30" name="모서리가 둥근 직사각형 34">
            <a:extLst>
              <a:ext uri="{FF2B5EF4-FFF2-40B4-BE49-F238E27FC236}">
                <a16:creationId xmlns:a16="http://schemas.microsoft.com/office/drawing/2014/main" id="{92D3C310-2932-B033-7855-5531BC2E11CC}"/>
              </a:ext>
            </a:extLst>
          </p:cNvPr>
          <p:cNvSpPr/>
          <p:nvPr/>
        </p:nvSpPr>
        <p:spPr>
          <a:xfrm>
            <a:off x="9799656" y="2379202"/>
            <a:ext cx="5591283" cy="2951488"/>
          </a:xfrm>
          <a:prstGeom prst="roundRect">
            <a:avLst>
              <a:gd name="adj" fmla="val 20062"/>
            </a:avLst>
          </a:prstGeom>
          <a:solidFill>
            <a:srgbClr val="E3F7FF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/>
          <p:cNvSpPr txBox="1"/>
          <p:nvPr/>
        </p:nvSpPr>
        <p:spPr>
          <a:xfrm>
            <a:off x="9955439" y="2833851"/>
            <a:ext cx="5279717" cy="20424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lnSpc>
                <a:spcPts val="5100"/>
              </a:lnSpc>
              <a:defRPr sz="4000">
                <a:solidFill>
                  <a:srgbClr val="FF0000"/>
                </a:solidFill>
                <a:latin typeface="CookieRun Regular" panose="020B0600000101010101" pitchFamily="50" charset="-127"/>
                <a:ea typeface="CookieRun Regular" panose="020B0600000101010101" pitchFamily="50" charset="-127"/>
              </a:defRPr>
            </a:lvl1pPr>
          </a:lstStyle>
          <a:p>
            <a:r>
              <a:rPr lang="ko-KR" altLang="en-US" sz="3999" dirty="0">
                <a:solidFill>
                  <a:srgbClr val="234F70"/>
                </a:solidFill>
              </a:rPr>
              <a:t>키가 크고</a:t>
            </a:r>
            <a:r>
              <a:rPr lang="en-US" altLang="ko-KR" sz="3999" dirty="0">
                <a:solidFill>
                  <a:srgbClr val="234F70"/>
                </a:solidFill>
              </a:rPr>
              <a:t/>
            </a:r>
            <a:br>
              <a:rPr lang="en-US" altLang="ko-KR" sz="3999" dirty="0">
                <a:solidFill>
                  <a:srgbClr val="234F70"/>
                </a:solidFill>
              </a:rPr>
            </a:br>
            <a:r>
              <a:rPr lang="ko-KR" altLang="en-US" sz="3999" dirty="0">
                <a:solidFill>
                  <a:srgbClr val="234F70"/>
                </a:solidFill>
              </a:rPr>
              <a:t>몸무게가</a:t>
            </a:r>
            <a:r>
              <a:rPr lang="en-US" altLang="ko-KR" sz="3999" dirty="0">
                <a:solidFill>
                  <a:srgbClr val="234F70"/>
                </a:solidFill>
              </a:rPr>
              <a:t/>
            </a:r>
            <a:br>
              <a:rPr lang="en-US" altLang="ko-KR" sz="3999" dirty="0">
                <a:solidFill>
                  <a:srgbClr val="234F70"/>
                </a:solidFill>
              </a:rPr>
            </a:br>
            <a:r>
              <a:rPr lang="ko-KR" altLang="en-US" sz="3999" dirty="0">
                <a:solidFill>
                  <a:srgbClr val="234F70"/>
                </a:solidFill>
              </a:rPr>
              <a:t>늘었어요</a:t>
            </a:r>
            <a:r>
              <a:rPr lang="en-US" altLang="ko-KR" sz="3999" dirty="0">
                <a:solidFill>
                  <a:srgbClr val="234F70"/>
                </a:solidFill>
              </a:rPr>
              <a:t>.</a:t>
            </a:r>
          </a:p>
        </p:txBody>
      </p:sp>
      <p:pic>
        <p:nvPicPr>
          <p:cNvPr id="2" name="나-주17-4-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7026056" y="4289203"/>
            <a:ext cx="486000" cy="486000"/>
          </a:xfrm>
          <a:prstGeom prst="rect">
            <a:avLst/>
          </a:prstGeom>
        </p:spPr>
      </p:pic>
      <p:pic>
        <p:nvPicPr>
          <p:cNvPr id="4" name="나-주17-4-2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13623804" y="4244344"/>
            <a:ext cx="486000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77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332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373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audio>
              <p:cMediaNode vol="80000">
                <p:cTn id="1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045"/>
          <a:stretch/>
        </p:blipFill>
        <p:spPr>
          <a:xfrm>
            <a:off x="1587" y="0"/>
            <a:ext cx="18288000" cy="796231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4E3F101A-C72D-46E8-D4D4-EFA5EE82D3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328" y="3544528"/>
            <a:ext cx="714544" cy="95730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B7B164C-1491-B04A-A71D-0A484AC83D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328" y="5172980"/>
            <a:ext cx="714544" cy="957305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6599" y="3477705"/>
            <a:ext cx="5176401" cy="1024128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8642" y="5106157"/>
            <a:ext cx="3432747" cy="102412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17A31D6-BF2A-CA8A-D510-5542089AB22A}"/>
              </a:ext>
            </a:extLst>
          </p:cNvPr>
          <p:cNvSpPr txBox="1"/>
          <p:nvPr/>
        </p:nvSpPr>
        <p:spPr>
          <a:xfrm>
            <a:off x="1945212" y="3291131"/>
            <a:ext cx="15020464" cy="30546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lnSpc>
                <a:spcPts val="10200"/>
              </a:lnSpc>
            </a:pPr>
            <a:r>
              <a:rPr lang="en-US" altLang="ko-KR" sz="7600" spc="-3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‘</a:t>
            </a:r>
            <a:r>
              <a:rPr lang="ko-KR" altLang="en-US" sz="7600" spc="-300" dirty="0" err="1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콩콩콩</a:t>
            </a:r>
            <a:r>
              <a:rPr lang="ko-KR" altLang="en-US" sz="7600" spc="-3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콩나물</a:t>
            </a:r>
            <a:r>
              <a:rPr lang="en-US" altLang="ko-KR" sz="7600" spc="-3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’ </a:t>
            </a:r>
            <a:r>
              <a:rPr lang="ko-KR" altLang="en-US" sz="7600" spc="-3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노래를 익혀 봅시다</a:t>
            </a:r>
            <a:r>
              <a:rPr lang="en-US" altLang="ko-KR" sz="7600" spc="-3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.</a:t>
            </a:r>
          </a:p>
          <a:p>
            <a:pPr latinLnBrk="0">
              <a:lnSpc>
                <a:spcPts val="10200"/>
              </a:lnSpc>
              <a:spcBef>
                <a:spcPts val="2700"/>
              </a:spcBef>
            </a:pPr>
            <a:r>
              <a:rPr lang="ko-KR" altLang="en-US" sz="7600" spc="-3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성장 놀이를 해 봅시다</a:t>
            </a:r>
            <a:r>
              <a:rPr lang="en-US" altLang="ko-KR" sz="7600" spc="-3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28653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>
            <a:extLst>
              <a:ext uri="{FF2B5EF4-FFF2-40B4-BE49-F238E27FC236}">
                <a16:creationId xmlns:a16="http://schemas.microsoft.com/office/drawing/2014/main" id="{14342C1B-9C13-E399-6ED5-93C305383F6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" y="0"/>
            <a:ext cx="18288000" cy="97155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17A31D6-BF2A-CA8A-D510-5542089AB22A}"/>
              </a:ext>
            </a:extLst>
          </p:cNvPr>
          <p:cNvSpPr txBox="1"/>
          <p:nvPr/>
        </p:nvSpPr>
        <p:spPr>
          <a:xfrm>
            <a:off x="3980489" y="1757298"/>
            <a:ext cx="13924053" cy="682626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latinLnBrk="0">
              <a:lnSpc>
                <a:spcPts val="10200"/>
              </a:lnSpc>
            </a:pPr>
            <a:endParaRPr lang="en-US" altLang="ko-KR" sz="7600" spc="-3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17A31D6-BF2A-CA8A-D510-5542089AB22A}"/>
              </a:ext>
            </a:extLst>
          </p:cNvPr>
          <p:cNvSpPr txBox="1"/>
          <p:nvPr/>
        </p:nvSpPr>
        <p:spPr>
          <a:xfrm>
            <a:off x="385047" y="3745357"/>
            <a:ext cx="11620142" cy="540417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latinLnBrk="0">
              <a:lnSpc>
                <a:spcPts val="10200"/>
              </a:lnSpc>
            </a:pPr>
            <a:endParaRPr lang="en-US" altLang="ko-KR" sz="7600" spc="-3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74809" y="2241572"/>
            <a:ext cx="13381068" cy="68595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538185" y="218927"/>
            <a:ext cx="1365431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6000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</a:lstStyle>
          <a:p>
            <a:r>
              <a:rPr lang="en-US" altLang="ko-KR" dirty="0" smtClean="0"/>
              <a:t>‘</a:t>
            </a:r>
            <a:r>
              <a:rPr lang="ko-KR" altLang="en-US" dirty="0" err="1" smtClean="0"/>
              <a:t>콩콩콩</a:t>
            </a:r>
            <a:r>
              <a:rPr lang="ko-KR" altLang="en-US" dirty="0" smtClean="0"/>
              <a:t> 콩나물</a:t>
            </a:r>
            <a:r>
              <a:rPr lang="en-US" altLang="ko-KR" dirty="0" smtClean="0"/>
              <a:t>’ </a:t>
            </a:r>
            <a:r>
              <a:rPr lang="ko-KR" altLang="en-US" dirty="0" smtClean="0"/>
              <a:t>노래를 익혀 봅시다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9" name="모서리가 둥근 직사각형 8"/>
          <p:cNvSpPr/>
          <p:nvPr/>
        </p:nvSpPr>
        <p:spPr>
          <a:xfrm>
            <a:off x="14599412" y="1466619"/>
            <a:ext cx="969485" cy="542925"/>
          </a:xfrm>
          <a:prstGeom prst="roundRect">
            <a:avLst>
              <a:gd name="adj" fmla="val 50000"/>
            </a:avLst>
          </a:prstGeom>
          <a:solidFill>
            <a:srgbClr val="F6D7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노래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0" name="모서리가 둥근 직사각형 9"/>
          <p:cNvSpPr/>
          <p:nvPr/>
        </p:nvSpPr>
        <p:spPr>
          <a:xfrm>
            <a:off x="16298328" y="1466619"/>
            <a:ext cx="969485" cy="542925"/>
          </a:xfrm>
          <a:prstGeom prst="roundRect">
            <a:avLst>
              <a:gd name="adj" fmla="val 50000"/>
            </a:avLst>
          </a:prstGeom>
          <a:solidFill>
            <a:srgbClr val="F6D7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반주</a:t>
            </a:r>
          </a:p>
        </p:txBody>
      </p:sp>
      <p:pic>
        <p:nvPicPr>
          <p:cNvPr id="3" name="[비상교육] 초등_나 2-1_2단원-17_50~51p_01 콩콩콩 콩나물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5690612" y="1495081"/>
            <a:ext cx="486000" cy="486000"/>
          </a:xfrm>
          <a:prstGeom prst="rect">
            <a:avLst/>
          </a:prstGeom>
        </p:spPr>
      </p:pic>
      <p:pic>
        <p:nvPicPr>
          <p:cNvPr id="5" name="[비상교육] 초등_나 2-1_2단원-17_50~51p_02 콩콩콩 콩나물(반주)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7389529" y="1495081"/>
            <a:ext cx="486000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028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9112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59112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audio>
              <p:cMediaNode vol="80000">
                <p:cTn id="1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4342C1B-9C13-E399-6ED5-93C305383F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" y="0"/>
            <a:ext cx="18288000" cy="9715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945600" y="218927"/>
            <a:ext cx="1420397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6000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</a:lstStyle>
          <a:p>
            <a:r>
              <a:rPr lang="ko-KR" altLang="en-US" dirty="0"/>
              <a:t>소고를 연주하며 노래를 불러 봅시다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grpSp>
        <p:nvGrpSpPr>
          <p:cNvPr id="7" name="그룹 6"/>
          <p:cNvGrpSpPr/>
          <p:nvPr/>
        </p:nvGrpSpPr>
        <p:grpSpPr>
          <a:xfrm>
            <a:off x="444039" y="2811270"/>
            <a:ext cx="17403096" cy="5586036"/>
            <a:chOff x="434054" y="3401820"/>
            <a:chExt cx="17403096" cy="5586036"/>
          </a:xfrm>
        </p:grpSpPr>
        <p:sp>
          <p:nvSpPr>
            <p:cNvPr id="21" name="모서리가 둥근 직사각형 20"/>
            <p:cNvSpPr/>
            <p:nvPr/>
          </p:nvSpPr>
          <p:spPr>
            <a:xfrm>
              <a:off x="452185" y="3401820"/>
              <a:ext cx="17384965" cy="5586036"/>
            </a:xfrm>
            <a:prstGeom prst="roundRect">
              <a:avLst>
                <a:gd name="adj" fmla="val 10822"/>
              </a:avLst>
            </a:prstGeom>
            <a:noFill/>
            <a:ln w="76200">
              <a:solidFill>
                <a:srgbClr val="86D1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33" name="직선 연결선 32"/>
            <p:cNvCxnSpPr/>
            <p:nvPr/>
          </p:nvCxnSpPr>
          <p:spPr>
            <a:xfrm>
              <a:off x="1462222" y="3424808"/>
              <a:ext cx="0" cy="5563048"/>
            </a:xfrm>
            <a:prstGeom prst="line">
              <a:avLst/>
            </a:prstGeom>
            <a:ln w="79375">
              <a:solidFill>
                <a:srgbClr val="86D1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직선 연결선 38"/>
            <p:cNvCxnSpPr/>
            <p:nvPr/>
          </p:nvCxnSpPr>
          <p:spPr>
            <a:xfrm>
              <a:off x="2490922" y="3401820"/>
              <a:ext cx="0" cy="5563048"/>
            </a:xfrm>
            <a:prstGeom prst="line">
              <a:avLst/>
            </a:prstGeom>
            <a:ln w="79375">
              <a:solidFill>
                <a:srgbClr val="86D1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직선 연결선 39"/>
            <p:cNvCxnSpPr/>
            <p:nvPr/>
          </p:nvCxnSpPr>
          <p:spPr>
            <a:xfrm>
              <a:off x="3532322" y="3424808"/>
              <a:ext cx="0" cy="5563048"/>
            </a:xfrm>
            <a:prstGeom prst="line">
              <a:avLst/>
            </a:prstGeom>
            <a:ln w="79375">
              <a:solidFill>
                <a:srgbClr val="86D1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직선 연결선 40"/>
            <p:cNvCxnSpPr/>
            <p:nvPr/>
          </p:nvCxnSpPr>
          <p:spPr>
            <a:xfrm>
              <a:off x="4548322" y="3424808"/>
              <a:ext cx="0" cy="5563048"/>
            </a:xfrm>
            <a:prstGeom prst="line">
              <a:avLst/>
            </a:prstGeom>
            <a:ln w="79375">
              <a:solidFill>
                <a:srgbClr val="86D1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직선 연결선 41"/>
            <p:cNvCxnSpPr/>
            <p:nvPr/>
          </p:nvCxnSpPr>
          <p:spPr>
            <a:xfrm>
              <a:off x="5551622" y="3424808"/>
              <a:ext cx="0" cy="5563048"/>
            </a:xfrm>
            <a:prstGeom prst="line">
              <a:avLst/>
            </a:prstGeom>
            <a:ln w="79375">
              <a:solidFill>
                <a:srgbClr val="86D1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직선 연결선 43"/>
            <p:cNvCxnSpPr/>
            <p:nvPr/>
          </p:nvCxnSpPr>
          <p:spPr>
            <a:xfrm>
              <a:off x="6580322" y="3424808"/>
              <a:ext cx="0" cy="5563048"/>
            </a:xfrm>
            <a:prstGeom prst="line">
              <a:avLst/>
            </a:prstGeom>
            <a:ln w="79375">
              <a:solidFill>
                <a:srgbClr val="86D1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직선 연결선 44"/>
            <p:cNvCxnSpPr/>
            <p:nvPr/>
          </p:nvCxnSpPr>
          <p:spPr>
            <a:xfrm>
              <a:off x="7583622" y="3401820"/>
              <a:ext cx="0" cy="5563048"/>
            </a:xfrm>
            <a:prstGeom prst="line">
              <a:avLst/>
            </a:prstGeom>
            <a:ln w="79375">
              <a:solidFill>
                <a:srgbClr val="86D1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직선 연결선 45"/>
            <p:cNvCxnSpPr/>
            <p:nvPr/>
          </p:nvCxnSpPr>
          <p:spPr>
            <a:xfrm>
              <a:off x="8625022" y="3424808"/>
              <a:ext cx="0" cy="5563048"/>
            </a:xfrm>
            <a:prstGeom prst="line">
              <a:avLst/>
            </a:prstGeom>
            <a:ln w="79375">
              <a:solidFill>
                <a:srgbClr val="86D1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>
              <a:off x="9641022" y="3424808"/>
              <a:ext cx="0" cy="5563048"/>
            </a:xfrm>
            <a:prstGeom prst="line">
              <a:avLst/>
            </a:prstGeom>
            <a:ln w="79375">
              <a:solidFill>
                <a:srgbClr val="86D1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직선 연결선 47"/>
            <p:cNvCxnSpPr/>
            <p:nvPr/>
          </p:nvCxnSpPr>
          <p:spPr>
            <a:xfrm>
              <a:off x="10682422" y="3424808"/>
              <a:ext cx="0" cy="5563048"/>
            </a:xfrm>
            <a:prstGeom prst="line">
              <a:avLst/>
            </a:prstGeom>
            <a:ln w="79375">
              <a:solidFill>
                <a:srgbClr val="86D1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직선 연결선 48"/>
            <p:cNvCxnSpPr/>
            <p:nvPr/>
          </p:nvCxnSpPr>
          <p:spPr>
            <a:xfrm>
              <a:off x="11711122" y="3401820"/>
              <a:ext cx="0" cy="5563048"/>
            </a:xfrm>
            <a:prstGeom prst="line">
              <a:avLst/>
            </a:prstGeom>
            <a:ln w="79375">
              <a:solidFill>
                <a:srgbClr val="86D1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직선 연결선 49"/>
            <p:cNvCxnSpPr/>
            <p:nvPr/>
          </p:nvCxnSpPr>
          <p:spPr>
            <a:xfrm>
              <a:off x="12739822" y="3424808"/>
              <a:ext cx="0" cy="5563048"/>
            </a:xfrm>
            <a:prstGeom prst="line">
              <a:avLst/>
            </a:prstGeom>
            <a:ln w="79375">
              <a:solidFill>
                <a:srgbClr val="86D1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직선 연결선 52"/>
            <p:cNvCxnSpPr/>
            <p:nvPr/>
          </p:nvCxnSpPr>
          <p:spPr>
            <a:xfrm>
              <a:off x="13743122" y="3401820"/>
              <a:ext cx="0" cy="5563048"/>
            </a:xfrm>
            <a:prstGeom prst="line">
              <a:avLst/>
            </a:prstGeom>
            <a:ln w="79375">
              <a:solidFill>
                <a:srgbClr val="86D1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직선 연결선 54"/>
            <p:cNvCxnSpPr/>
            <p:nvPr/>
          </p:nvCxnSpPr>
          <p:spPr>
            <a:xfrm>
              <a:off x="14771822" y="3424808"/>
              <a:ext cx="0" cy="5563048"/>
            </a:xfrm>
            <a:prstGeom prst="line">
              <a:avLst/>
            </a:prstGeom>
            <a:ln w="79375">
              <a:solidFill>
                <a:srgbClr val="86D1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직선 연결선 55"/>
            <p:cNvCxnSpPr/>
            <p:nvPr/>
          </p:nvCxnSpPr>
          <p:spPr>
            <a:xfrm>
              <a:off x="15787822" y="3424808"/>
              <a:ext cx="0" cy="5563048"/>
            </a:xfrm>
            <a:prstGeom prst="line">
              <a:avLst/>
            </a:prstGeom>
            <a:ln w="79375">
              <a:solidFill>
                <a:srgbClr val="86D1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직선 연결선 56"/>
            <p:cNvCxnSpPr/>
            <p:nvPr/>
          </p:nvCxnSpPr>
          <p:spPr>
            <a:xfrm>
              <a:off x="16803822" y="3401820"/>
              <a:ext cx="0" cy="5563048"/>
            </a:xfrm>
            <a:prstGeom prst="line">
              <a:avLst/>
            </a:prstGeom>
            <a:ln w="79375">
              <a:solidFill>
                <a:srgbClr val="86D1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직선 연결선 57"/>
            <p:cNvCxnSpPr/>
            <p:nvPr/>
          </p:nvCxnSpPr>
          <p:spPr>
            <a:xfrm>
              <a:off x="434054" y="5248583"/>
              <a:ext cx="17384965" cy="0"/>
            </a:xfrm>
            <a:prstGeom prst="line">
              <a:avLst/>
            </a:prstGeom>
            <a:ln w="79375">
              <a:solidFill>
                <a:srgbClr val="86D1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직선 연결선 58"/>
            <p:cNvCxnSpPr/>
            <p:nvPr/>
          </p:nvCxnSpPr>
          <p:spPr>
            <a:xfrm>
              <a:off x="434054" y="7111796"/>
              <a:ext cx="17384965" cy="0"/>
            </a:xfrm>
            <a:prstGeom prst="line">
              <a:avLst/>
            </a:prstGeom>
            <a:ln w="79375">
              <a:solidFill>
                <a:srgbClr val="86D1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2B9E4688-D8CD-CE02-D2C7-9523601ACA8C}"/>
              </a:ext>
            </a:extLst>
          </p:cNvPr>
          <p:cNvSpPr txBox="1"/>
          <p:nvPr/>
        </p:nvSpPr>
        <p:spPr>
          <a:xfrm>
            <a:off x="692022" y="3530936"/>
            <a:ext cx="5443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0"/>
            <a:r>
              <a:rPr lang="ko-KR" altLang="en-US" sz="3200" spc="1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콩</a:t>
            </a:r>
            <a:endParaRPr lang="en-US" altLang="ko-KR" sz="3200" spc="1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B9E4688-D8CD-CE02-D2C7-9523601ACA8C}"/>
              </a:ext>
            </a:extLst>
          </p:cNvPr>
          <p:cNvSpPr txBox="1"/>
          <p:nvPr/>
        </p:nvSpPr>
        <p:spPr>
          <a:xfrm>
            <a:off x="2768472" y="3530935"/>
            <a:ext cx="5443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0"/>
            <a:r>
              <a:rPr lang="ko-KR" altLang="en-US" sz="3200" spc="1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콩</a:t>
            </a:r>
            <a:endParaRPr lang="en-US" altLang="ko-KR" sz="3200" spc="1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B9E4688-D8CD-CE02-D2C7-9523601ACA8C}"/>
              </a:ext>
            </a:extLst>
          </p:cNvPr>
          <p:cNvSpPr txBox="1"/>
          <p:nvPr/>
        </p:nvSpPr>
        <p:spPr>
          <a:xfrm>
            <a:off x="4789499" y="3530935"/>
            <a:ext cx="5443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0"/>
            <a:r>
              <a:rPr lang="ko-KR" altLang="en-US" sz="3200" spc="1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콩</a:t>
            </a:r>
            <a:endParaRPr lang="en-US" altLang="ko-KR" sz="3200" spc="1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B9E4688-D8CD-CE02-D2C7-9523601ACA8C}"/>
              </a:ext>
            </a:extLst>
          </p:cNvPr>
          <p:cNvSpPr txBox="1"/>
          <p:nvPr/>
        </p:nvSpPr>
        <p:spPr>
          <a:xfrm>
            <a:off x="6556485" y="3530934"/>
            <a:ext cx="10796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0"/>
            <a:r>
              <a:rPr lang="ko-KR" altLang="en-US" sz="3200" spc="100" dirty="0" err="1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콩나</a:t>
            </a:r>
            <a:endParaRPr lang="en-US" altLang="ko-KR" sz="3200" spc="1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B9E4688-D8CD-CE02-D2C7-9523601ACA8C}"/>
              </a:ext>
            </a:extLst>
          </p:cNvPr>
          <p:cNvSpPr txBox="1"/>
          <p:nvPr/>
        </p:nvSpPr>
        <p:spPr>
          <a:xfrm>
            <a:off x="7829421" y="3530933"/>
            <a:ext cx="5443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0"/>
            <a:r>
              <a:rPr lang="ko-KR" altLang="en-US" sz="3200" spc="1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물</a:t>
            </a:r>
            <a:endParaRPr lang="en-US" altLang="ko-KR" sz="3200" spc="1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B9E4688-D8CD-CE02-D2C7-9523601ACA8C}"/>
              </a:ext>
            </a:extLst>
          </p:cNvPr>
          <p:cNvSpPr txBox="1"/>
          <p:nvPr/>
        </p:nvSpPr>
        <p:spPr>
          <a:xfrm>
            <a:off x="9898570" y="3530933"/>
            <a:ext cx="5443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0"/>
            <a:r>
              <a:rPr lang="ko-KR" altLang="en-US" sz="3200" spc="10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콩</a:t>
            </a:r>
            <a:endParaRPr lang="en-US" altLang="ko-KR" sz="3200" spc="1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B9E4688-D8CD-CE02-D2C7-9523601ACA8C}"/>
              </a:ext>
            </a:extLst>
          </p:cNvPr>
          <p:cNvSpPr txBox="1"/>
          <p:nvPr/>
        </p:nvSpPr>
        <p:spPr>
          <a:xfrm>
            <a:off x="11950571" y="3530933"/>
            <a:ext cx="5443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0"/>
            <a:r>
              <a:rPr lang="ko-KR" altLang="en-US" sz="3200" spc="10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콩</a:t>
            </a:r>
            <a:endParaRPr lang="en-US" altLang="ko-KR" sz="3200" spc="1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B9E4688-D8CD-CE02-D2C7-9523601ACA8C}"/>
              </a:ext>
            </a:extLst>
          </p:cNvPr>
          <p:cNvSpPr txBox="1"/>
          <p:nvPr/>
        </p:nvSpPr>
        <p:spPr>
          <a:xfrm>
            <a:off x="13980713" y="3530932"/>
            <a:ext cx="5443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0"/>
            <a:r>
              <a:rPr lang="ko-KR" altLang="en-US" sz="3200" spc="10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콩</a:t>
            </a:r>
            <a:endParaRPr lang="en-US" altLang="ko-KR" sz="3200" spc="1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B9E4688-D8CD-CE02-D2C7-9523601ACA8C}"/>
              </a:ext>
            </a:extLst>
          </p:cNvPr>
          <p:cNvSpPr txBox="1"/>
          <p:nvPr/>
        </p:nvSpPr>
        <p:spPr>
          <a:xfrm>
            <a:off x="15767786" y="3530931"/>
            <a:ext cx="10796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0"/>
            <a:r>
              <a:rPr lang="ko-KR" altLang="en-US" sz="3200" spc="100" dirty="0" err="1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콩나</a:t>
            </a:r>
            <a:endParaRPr lang="en-US" altLang="ko-KR" sz="3200" spc="1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B9E4688-D8CD-CE02-D2C7-9523601ACA8C}"/>
              </a:ext>
            </a:extLst>
          </p:cNvPr>
          <p:cNvSpPr txBox="1"/>
          <p:nvPr/>
        </p:nvSpPr>
        <p:spPr>
          <a:xfrm>
            <a:off x="17035855" y="3530930"/>
            <a:ext cx="5443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0"/>
            <a:r>
              <a:rPr lang="ko-KR" altLang="en-US" sz="3200" spc="1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물</a:t>
            </a:r>
            <a:endParaRPr lang="en-US" altLang="ko-KR" sz="3200" spc="1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222" y="6936114"/>
            <a:ext cx="1023336" cy="1023336"/>
          </a:xfrm>
          <a:prstGeom prst="rect">
            <a:avLst/>
          </a:prstGeom>
        </p:spPr>
      </p:pic>
      <p:pic>
        <p:nvPicPr>
          <p:cNvPr id="74" name="그림 7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1672" y="6936114"/>
            <a:ext cx="1023336" cy="1023336"/>
          </a:xfrm>
          <a:prstGeom prst="rect">
            <a:avLst/>
          </a:prstGeom>
        </p:spPr>
      </p:pic>
      <p:pic>
        <p:nvPicPr>
          <p:cNvPr id="75" name="그림 7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0809" y="6935346"/>
            <a:ext cx="1023336" cy="1023336"/>
          </a:xfrm>
          <a:prstGeom prst="rect">
            <a:avLst/>
          </a:prstGeom>
        </p:spPr>
      </p:pic>
      <p:pic>
        <p:nvPicPr>
          <p:cNvPr id="76" name="그림 7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0290" y="6935346"/>
            <a:ext cx="1023336" cy="1023336"/>
          </a:xfrm>
          <a:prstGeom prst="rect">
            <a:avLst/>
          </a:prstGeom>
        </p:spPr>
      </p:pic>
      <p:pic>
        <p:nvPicPr>
          <p:cNvPr id="77" name="그림 7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4947" y="6935346"/>
            <a:ext cx="1023336" cy="1023336"/>
          </a:xfrm>
          <a:prstGeom prst="rect">
            <a:avLst/>
          </a:prstGeom>
        </p:spPr>
      </p:pic>
      <p:pic>
        <p:nvPicPr>
          <p:cNvPr id="78" name="그림 7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2493" y="6935346"/>
            <a:ext cx="1023336" cy="1023336"/>
          </a:xfrm>
          <a:prstGeom prst="rect">
            <a:avLst/>
          </a:prstGeom>
        </p:spPr>
      </p:pic>
      <p:pic>
        <p:nvPicPr>
          <p:cNvPr id="79" name="그림 7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0104" y="6935346"/>
            <a:ext cx="1023336" cy="1023336"/>
          </a:xfrm>
          <a:prstGeom prst="rect">
            <a:avLst/>
          </a:prstGeom>
        </p:spPr>
      </p:pic>
      <p:pic>
        <p:nvPicPr>
          <p:cNvPr id="80" name="그림 7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36231" y="6934751"/>
            <a:ext cx="1023336" cy="1023336"/>
          </a:xfrm>
          <a:prstGeom prst="rect">
            <a:avLst/>
          </a:prstGeom>
        </p:spPr>
      </p:pic>
      <p:pic>
        <p:nvPicPr>
          <p:cNvPr id="81" name="그림 8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10507" y="6934751"/>
            <a:ext cx="1023336" cy="1023336"/>
          </a:xfrm>
          <a:prstGeom prst="rect">
            <a:avLst/>
          </a:prstGeom>
        </p:spPr>
      </p:pic>
      <p:pic>
        <p:nvPicPr>
          <p:cNvPr id="82" name="그림 8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91566" y="6934751"/>
            <a:ext cx="1023336" cy="1023336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4033" y="5224577"/>
            <a:ext cx="807649" cy="782410"/>
          </a:xfrm>
          <a:prstGeom prst="rect">
            <a:avLst/>
          </a:prstGeom>
        </p:spPr>
      </p:pic>
      <p:pic>
        <p:nvPicPr>
          <p:cNvPr id="83" name="그림 8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17783" y="5226959"/>
            <a:ext cx="807649" cy="782410"/>
          </a:xfrm>
          <a:prstGeom prst="rect">
            <a:avLst/>
          </a:prstGeom>
        </p:spPr>
      </p:pic>
      <p:pic>
        <p:nvPicPr>
          <p:cNvPr id="84" name="그림 8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2483" y="5224577"/>
            <a:ext cx="807649" cy="782410"/>
          </a:xfrm>
          <a:prstGeom prst="rect">
            <a:avLst/>
          </a:prstGeom>
        </p:spPr>
      </p:pic>
      <p:pic>
        <p:nvPicPr>
          <p:cNvPr id="85" name="그림 8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88133" y="5228165"/>
            <a:ext cx="807649" cy="782410"/>
          </a:xfrm>
          <a:prstGeom prst="rect">
            <a:avLst/>
          </a:prstGeom>
        </p:spPr>
      </p:pic>
      <p:pic>
        <p:nvPicPr>
          <p:cNvPr id="86" name="그림 8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90330" y="5224577"/>
            <a:ext cx="807649" cy="782410"/>
          </a:xfrm>
          <a:prstGeom prst="rect">
            <a:avLst/>
          </a:prstGeom>
        </p:spPr>
      </p:pic>
      <p:pic>
        <p:nvPicPr>
          <p:cNvPr id="87" name="그림 8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61533" y="5224577"/>
            <a:ext cx="807649" cy="782410"/>
          </a:xfrm>
          <a:prstGeom prst="rect">
            <a:avLst/>
          </a:prstGeom>
        </p:spPr>
      </p:pic>
      <p:pic>
        <p:nvPicPr>
          <p:cNvPr id="88" name="그림 8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17830" y="5224577"/>
            <a:ext cx="807649" cy="782410"/>
          </a:xfrm>
          <a:prstGeom prst="rect">
            <a:avLst/>
          </a:prstGeom>
        </p:spPr>
      </p:pic>
      <p:pic>
        <p:nvPicPr>
          <p:cNvPr id="89" name="그림 8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839816" y="5224577"/>
            <a:ext cx="807649" cy="782410"/>
          </a:xfrm>
          <a:prstGeom prst="rect">
            <a:avLst/>
          </a:prstGeom>
        </p:spPr>
      </p:pic>
      <p:pic>
        <p:nvPicPr>
          <p:cNvPr id="90" name="그림 8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909514" y="5232364"/>
            <a:ext cx="807649" cy="782410"/>
          </a:xfrm>
          <a:prstGeom prst="rect">
            <a:avLst/>
          </a:prstGeom>
        </p:spPr>
      </p:pic>
      <p:pic>
        <p:nvPicPr>
          <p:cNvPr id="91" name="그림 9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900515" y="5232364"/>
            <a:ext cx="807649" cy="782410"/>
          </a:xfrm>
          <a:prstGeom prst="rect">
            <a:avLst/>
          </a:prstGeom>
        </p:spPr>
      </p:pic>
      <p:pic>
        <p:nvPicPr>
          <p:cNvPr id="92" name="그림 91" descr="원, 그래픽이(가) 표시된 사진&#10;&#10;자동 생성된 설명">
            <a:extLst>
              <a:ext uri="{FF2B5EF4-FFF2-40B4-BE49-F238E27FC236}">
                <a16:creationId xmlns:a16="http://schemas.microsoft.com/office/drawing/2014/main" id="{ACCE5632-8A0A-D850-02E3-7DEEAE8F587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89" y="2029728"/>
            <a:ext cx="530398" cy="530398"/>
          </a:xfrm>
          <a:prstGeom prst="rect">
            <a:avLst/>
          </a:prstGeom>
        </p:spPr>
      </p:pic>
      <p:sp>
        <p:nvSpPr>
          <p:cNvPr id="93" name="TextBox 92">
            <a:extLst>
              <a:ext uri="{FF2B5EF4-FFF2-40B4-BE49-F238E27FC236}">
                <a16:creationId xmlns:a16="http://schemas.microsoft.com/office/drawing/2014/main" id="{81840125-6245-3567-9598-B607E96E941D}"/>
              </a:ext>
            </a:extLst>
          </p:cNvPr>
          <p:cNvSpPr txBox="1"/>
          <p:nvPr/>
        </p:nvSpPr>
        <p:spPr>
          <a:xfrm>
            <a:off x="1125770" y="1781880"/>
            <a:ext cx="16689132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300" spc="1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‘</a:t>
            </a:r>
            <a:r>
              <a:rPr lang="ko-KR" altLang="en-US" sz="5300" spc="1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콩</a:t>
            </a:r>
            <a:r>
              <a:rPr lang="en-US" altLang="ko-KR" sz="5300" spc="1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’ </a:t>
            </a:r>
            <a:r>
              <a:rPr lang="ko-KR" altLang="en-US" sz="5300" spc="1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노랫말에 맞춰 박수나 소고를 치며 노래를 불러 봅시다</a:t>
            </a:r>
            <a:r>
              <a:rPr lang="en-US" altLang="ko-KR" sz="5300" spc="1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.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7404C7BA-3F0A-A02C-D310-591A4EB6A23A}"/>
              </a:ext>
            </a:extLst>
          </p:cNvPr>
          <p:cNvSpPr txBox="1"/>
          <p:nvPr/>
        </p:nvSpPr>
        <p:spPr>
          <a:xfrm>
            <a:off x="12300359" y="8663859"/>
            <a:ext cx="4491207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3400" spc="100" dirty="0">
                <a:solidFill>
                  <a:srgbClr val="B2B3B7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※ </a:t>
            </a:r>
            <a:r>
              <a:rPr lang="ko-KR" altLang="en-US" sz="3400" spc="100" dirty="0">
                <a:solidFill>
                  <a:srgbClr val="B2B3B7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스피커를 클릭하세요</a:t>
            </a:r>
            <a:r>
              <a:rPr lang="en-US" altLang="ko-KR" sz="3400" spc="100" dirty="0">
                <a:solidFill>
                  <a:srgbClr val="B2B3B7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.</a:t>
            </a:r>
          </a:p>
        </p:txBody>
      </p:sp>
      <p:pic>
        <p:nvPicPr>
          <p:cNvPr id="2" name="[비상교육] 초등_나 2-1_2단원-17_50~51p_02 콩콩콩 콩나물(반주)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6813807" y="8669812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989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9112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4342C1B-9C13-E399-6ED5-93C305383F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" y="0"/>
            <a:ext cx="18288000" cy="9715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945600" y="218927"/>
            <a:ext cx="1420397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6000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</a:lstStyle>
          <a:p>
            <a:r>
              <a:rPr lang="ko-KR" altLang="en-US" dirty="0"/>
              <a:t>성장 놀이를 해 봅시다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34" name="모서리가 둥근 직사각형 22">
            <a:extLst>
              <a:ext uri="{FF2B5EF4-FFF2-40B4-BE49-F238E27FC236}">
                <a16:creationId xmlns:a16="http://schemas.microsoft.com/office/drawing/2014/main" id="{469E3DD6-F699-2ACB-9134-CCC43DFFF2F1}"/>
              </a:ext>
            </a:extLst>
          </p:cNvPr>
          <p:cNvSpPr/>
          <p:nvPr/>
        </p:nvSpPr>
        <p:spPr>
          <a:xfrm flipV="1">
            <a:off x="592397" y="7450738"/>
            <a:ext cx="17106380" cy="1525355"/>
          </a:xfrm>
          <a:prstGeom prst="roundRect">
            <a:avLst>
              <a:gd name="adj" fmla="val 20062"/>
            </a:avLst>
          </a:prstGeom>
          <a:solidFill>
            <a:srgbClr val="FFE8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13716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69BF95E-1E4A-A050-0CB5-3BE24831B27B}"/>
              </a:ext>
            </a:extLst>
          </p:cNvPr>
          <p:cNvSpPr txBox="1"/>
          <p:nvPr/>
        </p:nvSpPr>
        <p:spPr>
          <a:xfrm>
            <a:off x="1017092" y="7771080"/>
            <a:ext cx="16681686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ko-KR" altLang="en-US" sz="5300" spc="1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모두 바닥에 앉아서 돌아다니다가 친구와 가위바위보를 해요</a:t>
            </a:r>
            <a:r>
              <a:rPr lang="en-US" altLang="ko-KR" sz="5300" spc="1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.</a:t>
            </a: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E7637068-8166-A0A1-1548-F44FC346146E}"/>
              </a:ext>
            </a:extLst>
          </p:cNvPr>
          <p:cNvGrpSpPr/>
          <p:nvPr/>
        </p:nvGrpSpPr>
        <p:grpSpPr>
          <a:xfrm>
            <a:off x="1833204" y="2848393"/>
            <a:ext cx="5572010" cy="3320646"/>
            <a:chOff x="2895088" y="2379202"/>
            <a:chExt cx="5572010" cy="3320646"/>
          </a:xfrm>
        </p:grpSpPr>
        <p:pic>
          <p:nvPicPr>
            <p:cNvPr id="43" name="그림 42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34990" y="5266617"/>
              <a:ext cx="987366" cy="433231"/>
            </a:xfrm>
            <a:prstGeom prst="rect">
              <a:avLst/>
            </a:prstGeom>
          </p:spPr>
        </p:pic>
        <p:sp>
          <p:nvSpPr>
            <p:cNvPr id="45" name="모서리가 둥근 직사각형 44"/>
            <p:cNvSpPr/>
            <p:nvPr/>
          </p:nvSpPr>
          <p:spPr>
            <a:xfrm>
              <a:off x="2895089" y="2379202"/>
              <a:ext cx="5572009" cy="2951488"/>
            </a:xfrm>
            <a:prstGeom prst="roundRect">
              <a:avLst>
                <a:gd name="adj" fmla="val 20062"/>
              </a:avLst>
            </a:prstGeom>
            <a:solidFill>
              <a:srgbClr val="FFE8E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2895088" y="3126656"/>
              <a:ext cx="5572009" cy="13884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5099"/>
                </a:lnSpc>
              </a:pPr>
              <a:r>
                <a:rPr lang="en-US" altLang="ko-KR" sz="3999" dirty="0">
                  <a:solidFill>
                    <a:srgbClr val="7A413D"/>
                  </a:solidFill>
                  <a:latin typeface="CookieRun Regular" panose="020B0600000101010101" pitchFamily="50" charset="-127"/>
                  <a:ea typeface="CookieRun Regular" panose="020B0600000101010101" pitchFamily="50" charset="-127"/>
                </a:rPr>
                <a:t>1</a:t>
              </a:r>
              <a:r>
                <a:rPr lang="ko-KR" altLang="en-US" sz="3999" dirty="0">
                  <a:solidFill>
                    <a:srgbClr val="7A413D"/>
                  </a:solidFill>
                  <a:latin typeface="CookieRun Regular" panose="020B0600000101010101" pitchFamily="50" charset="-127"/>
                  <a:ea typeface="CookieRun Regular" panose="020B0600000101010101" pitchFamily="50" charset="-127"/>
                </a:rPr>
                <a:t>단계</a:t>
              </a:r>
              <a:r>
                <a:rPr lang="en-US" altLang="ko-KR" sz="3999" dirty="0">
                  <a:solidFill>
                    <a:srgbClr val="7A413D"/>
                  </a:solidFill>
                  <a:latin typeface="CookieRun Regular" panose="020B0600000101010101" pitchFamily="50" charset="-127"/>
                  <a:ea typeface="CookieRun Regular" panose="020B0600000101010101" pitchFamily="50" charset="-127"/>
                </a:rPr>
                <a:t/>
              </a:r>
              <a:br>
                <a:rPr lang="en-US" altLang="ko-KR" sz="3999" dirty="0">
                  <a:solidFill>
                    <a:srgbClr val="7A413D"/>
                  </a:solidFill>
                  <a:latin typeface="CookieRun Regular" panose="020B0600000101010101" pitchFamily="50" charset="-127"/>
                  <a:ea typeface="CookieRun Regular" panose="020B0600000101010101" pitchFamily="50" charset="-127"/>
                </a:rPr>
              </a:br>
              <a:r>
                <a:rPr lang="ko-KR" altLang="en-US" sz="3999" dirty="0">
                  <a:solidFill>
                    <a:srgbClr val="7A413D"/>
                  </a:solidFill>
                  <a:latin typeface="CookieRun Regular" panose="020B0600000101010101" pitchFamily="50" charset="-127"/>
                  <a:ea typeface="CookieRun Regular" panose="020B0600000101010101" pitchFamily="50" charset="-127"/>
                </a:rPr>
                <a:t>바닥에 앉아 걷기</a:t>
              </a:r>
              <a:endParaRPr lang="en-US" altLang="ko-KR" sz="3999" dirty="0">
                <a:solidFill>
                  <a:srgbClr val="7A413D"/>
                </a:solidFill>
                <a:latin typeface="CookieRun Regular" panose="020B0600000101010101" pitchFamily="50" charset="-127"/>
                <a:ea typeface="CookieRun Regular" panose="020B0600000101010101" pitchFamily="50" charset="-127"/>
              </a:endParaRPr>
            </a:p>
          </p:txBody>
        </p:sp>
      </p:grpSp>
      <p:grpSp>
        <p:nvGrpSpPr>
          <p:cNvPr id="2" name="그룹 1"/>
          <p:cNvGrpSpPr/>
          <p:nvPr/>
        </p:nvGrpSpPr>
        <p:grpSpPr>
          <a:xfrm>
            <a:off x="11242214" y="1130389"/>
            <a:ext cx="6761862" cy="769441"/>
            <a:chOff x="11242214" y="1130389"/>
            <a:chExt cx="6761862" cy="769441"/>
          </a:xfrm>
        </p:grpSpPr>
        <p:grpSp>
          <p:nvGrpSpPr>
            <p:cNvPr id="21" name="그룹 20"/>
            <p:cNvGrpSpPr/>
            <p:nvPr/>
          </p:nvGrpSpPr>
          <p:grpSpPr>
            <a:xfrm>
              <a:off x="12369191" y="1130389"/>
              <a:ext cx="5634885" cy="769441"/>
              <a:chOff x="12369191" y="1168489"/>
              <a:chExt cx="5634885" cy="769441"/>
            </a:xfrm>
          </p:grpSpPr>
          <p:sp>
            <p:nvSpPr>
              <p:cNvPr id="22" name="오각형 85">
                <a:extLst>
                  <a:ext uri="{FF2B5EF4-FFF2-40B4-BE49-F238E27FC236}">
                    <a16:creationId xmlns:a16="http://schemas.microsoft.com/office/drawing/2014/main" id="{A28D0E6D-F79E-C1E1-5C85-C2EAF72C65DE}"/>
                  </a:ext>
                </a:extLst>
              </p:cNvPr>
              <p:cNvSpPr/>
              <p:nvPr/>
            </p:nvSpPr>
            <p:spPr>
              <a:xfrm>
                <a:off x="12369191" y="1205264"/>
                <a:ext cx="1126977" cy="695854"/>
              </a:xfrm>
              <a:prstGeom prst="homePlate">
                <a:avLst>
                  <a:gd name="adj" fmla="val 30152"/>
                </a:avLst>
              </a:prstGeom>
              <a:solidFill>
                <a:srgbClr val="BDC2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66590FA-C196-C88E-3259-74CD4B54FA15}"/>
                  </a:ext>
                </a:extLst>
              </p:cNvPr>
              <p:cNvSpPr txBox="1"/>
              <p:nvPr/>
            </p:nvSpPr>
            <p:spPr>
              <a:xfrm>
                <a:off x="12539539" y="1168489"/>
                <a:ext cx="699765" cy="769441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altLang="ko-KR" sz="4400" dirty="0"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2</a:t>
                </a:r>
                <a:endParaRPr lang="ko-KR" altLang="en-US" sz="4400" dirty="0"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24" name="오각형 90">
                <a:extLst>
                  <a:ext uri="{FF2B5EF4-FFF2-40B4-BE49-F238E27FC236}">
                    <a16:creationId xmlns:a16="http://schemas.microsoft.com/office/drawing/2014/main" id="{E14722C2-BA55-EF0D-7ABD-77F242CB339C}"/>
                  </a:ext>
                </a:extLst>
              </p:cNvPr>
              <p:cNvSpPr/>
              <p:nvPr/>
            </p:nvSpPr>
            <p:spPr>
              <a:xfrm>
                <a:off x="13496168" y="1205264"/>
                <a:ext cx="1126977" cy="695854"/>
              </a:xfrm>
              <a:prstGeom prst="homePlate">
                <a:avLst>
                  <a:gd name="adj" fmla="val 30152"/>
                </a:avLst>
              </a:prstGeom>
              <a:solidFill>
                <a:srgbClr val="BDC2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BD01712-421B-986D-B561-2536A8D0582C}"/>
                  </a:ext>
                </a:extLst>
              </p:cNvPr>
              <p:cNvSpPr txBox="1"/>
              <p:nvPr/>
            </p:nvSpPr>
            <p:spPr>
              <a:xfrm>
                <a:off x="13666516" y="1168489"/>
                <a:ext cx="699765" cy="769441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altLang="ko-KR" sz="4400" dirty="0"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3</a:t>
                </a:r>
                <a:endParaRPr lang="ko-KR" altLang="en-US" sz="4400" dirty="0"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26" name="오각형 102">
                <a:extLst>
                  <a:ext uri="{FF2B5EF4-FFF2-40B4-BE49-F238E27FC236}">
                    <a16:creationId xmlns:a16="http://schemas.microsoft.com/office/drawing/2014/main" id="{074778A6-BBCF-3FE2-1BA0-311A2810DBF2}"/>
                  </a:ext>
                </a:extLst>
              </p:cNvPr>
              <p:cNvSpPr/>
              <p:nvPr/>
            </p:nvSpPr>
            <p:spPr>
              <a:xfrm>
                <a:off x="14623145" y="1205264"/>
                <a:ext cx="1126977" cy="695854"/>
              </a:xfrm>
              <a:prstGeom prst="homePlate">
                <a:avLst>
                  <a:gd name="adj" fmla="val 30152"/>
                </a:avLst>
              </a:prstGeom>
              <a:solidFill>
                <a:srgbClr val="BDC2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119C864-D18C-E4CD-6ECC-AEBD0B6E6DF8}"/>
                  </a:ext>
                </a:extLst>
              </p:cNvPr>
              <p:cNvSpPr txBox="1"/>
              <p:nvPr/>
            </p:nvSpPr>
            <p:spPr>
              <a:xfrm>
                <a:off x="14793493" y="1168489"/>
                <a:ext cx="699765" cy="769441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altLang="ko-KR" sz="4400" dirty="0"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4</a:t>
                </a:r>
                <a:endParaRPr lang="ko-KR" altLang="en-US" sz="4400" dirty="0"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28" name="오각형 104">
                <a:extLst>
                  <a:ext uri="{FF2B5EF4-FFF2-40B4-BE49-F238E27FC236}">
                    <a16:creationId xmlns:a16="http://schemas.microsoft.com/office/drawing/2014/main" id="{4AAC6286-FA85-8112-03F5-0E433C026D5A}"/>
                  </a:ext>
                </a:extLst>
              </p:cNvPr>
              <p:cNvSpPr/>
              <p:nvPr/>
            </p:nvSpPr>
            <p:spPr>
              <a:xfrm>
                <a:off x="15750122" y="1205264"/>
                <a:ext cx="1126977" cy="695854"/>
              </a:xfrm>
              <a:prstGeom prst="homePlate">
                <a:avLst>
                  <a:gd name="adj" fmla="val 30152"/>
                </a:avLst>
              </a:prstGeom>
              <a:solidFill>
                <a:srgbClr val="BDC2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6B3314A-33AD-46C3-CF8B-12A872F1B08C}"/>
                  </a:ext>
                </a:extLst>
              </p:cNvPr>
              <p:cNvSpPr txBox="1"/>
              <p:nvPr/>
            </p:nvSpPr>
            <p:spPr>
              <a:xfrm>
                <a:off x="15920470" y="1168489"/>
                <a:ext cx="699765" cy="769441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altLang="ko-KR" sz="4400" dirty="0"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5</a:t>
                </a:r>
                <a:endParaRPr lang="ko-KR" altLang="en-US" sz="4400" dirty="0"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30" name="오각형 106">
                <a:extLst>
                  <a:ext uri="{FF2B5EF4-FFF2-40B4-BE49-F238E27FC236}">
                    <a16:creationId xmlns:a16="http://schemas.microsoft.com/office/drawing/2014/main" id="{544D2146-D917-D97A-67DD-D7AB192C1E81}"/>
                  </a:ext>
                </a:extLst>
              </p:cNvPr>
              <p:cNvSpPr/>
              <p:nvPr/>
            </p:nvSpPr>
            <p:spPr>
              <a:xfrm>
                <a:off x="16877099" y="1205264"/>
                <a:ext cx="1126977" cy="695854"/>
              </a:xfrm>
              <a:prstGeom prst="homePlate">
                <a:avLst>
                  <a:gd name="adj" fmla="val 30152"/>
                </a:avLst>
              </a:prstGeom>
              <a:solidFill>
                <a:srgbClr val="BDC2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1BE7662-BB2F-3F93-C5AE-1AE272953E68}"/>
                  </a:ext>
                </a:extLst>
              </p:cNvPr>
              <p:cNvSpPr txBox="1"/>
              <p:nvPr/>
            </p:nvSpPr>
            <p:spPr>
              <a:xfrm>
                <a:off x="17047447" y="1168489"/>
                <a:ext cx="699765" cy="769441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altLang="ko-KR" sz="4400" dirty="0"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6</a:t>
                </a:r>
                <a:endParaRPr lang="ko-KR" altLang="en-US" sz="4400" dirty="0"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</p:grpSp>
        <p:sp>
          <p:nvSpPr>
            <p:cNvPr id="50" name="오각형 85">
              <a:extLst>
                <a:ext uri="{FF2B5EF4-FFF2-40B4-BE49-F238E27FC236}">
                  <a16:creationId xmlns:a16="http://schemas.microsoft.com/office/drawing/2014/main" id="{A28D0E6D-F79E-C1E1-5C85-C2EAF72C65DE}"/>
                </a:ext>
              </a:extLst>
            </p:cNvPr>
            <p:cNvSpPr/>
            <p:nvPr/>
          </p:nvSpPr>
          <p:spPr>
            <a:xfrm>
              <a:off x="11242214" y="1167164"/>
              <a:ext cx="1126977" cy="695854"/>
            </a:xfrm>
            <a:prstGeom prst="homePlate">
              <a:avLst>
                <a:gd name="adj" fmla="val 30152"/>
              </a:avLst>
            </a:prstGeom>
            <a:solidFill>
              <a:srgbClr val="00B0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466590FA-C196-C88E-3259-74CD4B54FA15}"/>
                </a:ext>
              </a:extLst>
            </p:cNvPr>
            <p:cNvSpPr txBox="1"/>
            <p:nvPr/>
          </p:nvSpPr>
          <p:spPr>
            <a:xfrm>
              <a:off x="11412562" y="1130389"/>
              <a:ext cx="699765" cy="769441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altLang="ko-KR" sz="4400" dirty="0"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1</a:t>
              </a:r>
              <a:endParaRPr lang="ko-KR" altLang="en-US" sz="440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</p:grpSp>
      <p:pic>
        <p:nvPicPr>
          <p:cNvPr id="4" name="그림 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810351" y="2620516"/>
            <a:ext cx="4474468" cy="4474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361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4342C1B-9C13-E399-6ED5-93C305383F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" y="0"/>
            <a:ext cx="18288000" cy="9715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945600" y="218927"/>
            <a:ext cx="1420397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6000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</a:lstStyle>
          <a:p>
            <a:r>
              <a:rPr lang="ko-KR" altLang="en-US" dirty="0"/>
              <a:t>성장 놀이를 해 봅시다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E7637068-8166-A0A1-1548-F44FC346146E}"/>
              </a:ext>
            </a:extLst>
          </p:cNvPr>
          <p:cNvGrpSpPr/>
          <p:nvPr/>
        </p:nvGrpSpPr>
        <p:grpSpPr>
          <a:xfrm>
            <a:off x="1833204" y="2848393"/>
            <a:ext cx="5572010" cy="3320646"/>
            <a:chOff x="2895088" y="2379202"/>
            <a:chExt cx="5572010" cy="3320646"/>
          </a:xfrm>
        </p:grpSpPr>
        <p:pic>
          <p:nvPicPr>
            <p:cNvPr id="18" name="그림 17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34990" y="5266617"/>
              <a:ext cx="987366" cy="433231"/>
            </a:xfrm>
            <a:prstGeom prst="rect">
              <a:avLst/>
            </a:prstGeom>
          </p:spPr>
        </p:pic>
        <p:sp>
          <p:nvSpPr>
            <p:cNvPr id="19" name="모서리가 둥근 직사각형 18"/>
            <p:cNvSpPr/>
            <p:nvPr/>
          </p:nvSpPr>
          <p:spPr>
            <a:xfrm>
              <a:off x="2895089" y="2379202"/>
              <a:ext cx="5572009" cy="2951488"/>
            </a:xfrm>
            <a:prstGeom prst="roundRect">
              <a:avLst>
                <a:gd name="adj" fmla="val 20062"/>
              </a:avLst>
            </a:prstGeom>
            <a:solidFill>
              <a:srgbClr val="FFE8E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895088" y="3126656"/>
              <a:ext cx="5572009" cy="13884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5099"/>
                </a:lnSpc>
              </a:pPr>
              <a:r>
                <a:rPr lang="en-US" altLang="ko-KR" sz="3999" dirty="0">
                  <a:solidFill>
                    <a:srgbClr val="7A413D"/>
                  </a:solidFill>
                  <a:latin typeface="CookieRun Regular" panose="020B0600000101010101" pitchFamily="50" charset="-127"/>
                  <a:ea typeface="CookieRun Regular" panose="020B0600000101010101" pitchFamily="50" charset="-127"/>
                </a:rPr>
                <a:t>2</a:t>
              </a:r>
              <a:r>
                <a:rPr lang="ko-KR" altLang="en-US" sz="3999" dirty="0">
                  <a:solidFill>
                    <a:srgbClr val="7A413D"/>
                  </a:solidFill>
                  <a:latin typeface="CookieRun Regular" panose="020B0600000101010101" pitchFamily="50" charset="-127"/>
                  <a:ea typeface="CookieRun Regular" panose="020B0600000101010101" pitchFamily="50" charset="-127"/>
                </a:rPr>
                <a:t>단계</a:t>
              </a:r>
              <a:r>
                <a:rPr lang="en-US" altLang="ko-KR" sz="3999" dirty="0">
                  <a:solidFill>
                    <a:srgbClr val="7A413D"/>
                  </a:solidFill>
                  <a:latin typeface="CookieRun Regular" panose="020B0600000101010101" pitchFamily="50" charset="-127"/>
                  <a:ea typeface="CookieRun Regular" panose="020B0600000101010101" pitchFamily="50" charset="-127"/>
                </a:rPr>
                <a:t/>
              </a:r>
              <a:br>
                <a:rPr lang="en-US" altLang="ko-KR" sz="3999" dirty="0">
                  <a:solidFill>
                    <a:srgbClr val="7A413D"/>
                  </a:solidFill>
                  <a:latin typeface="CookieRun Regular" panose="020B0600000101010101" pitchFamily="50" charset="-127"/>
                  <a:ea typeface="CookieRun Regular" panose="020B0600000101010101" pitchFamily="50" charset="-127"/>
                </a:rPr>
              </a:br>
              <a:r>
                <a:rPr lang="ko-KR" altLang="en-US" sz="3999" dirty="0">
                  <a:solidFill>
                    <a:srgbClr val="7A413D"/>
                  </a:solidFill>
                  <a:latin typeface="CookieRun Regular" panose="020B0600000101010101" pitchFamily="50" charset="-127"/>
                  <a:ea typeface="CookieRun Regular" panose="020B0600000101010101" pitchFamily="50" charset="-127"/>
                </a:rPr>
                <a:t>의자에 앉기</a:t>
              </a:r>
              <a:endParaRPr lang="en-US" altLang="ko-KR" sz="3999" dirty="0">
                <a:solidFill>
                  <a:srgbClr val="7A413D"/>
                </a:solidFill>
                <a:latin typeface="CookieRun Regular" panose="020B0600000101010101" pitchFamily="50" charset="-127"/>
                <a:ea typeface="CookieRun Regular" panose="020B0600000101010101" pitchFamily="50" charset="-127"/>
              </a:endParaRPr>
            </a:p>
          </p:txBody>
        </p:sp>
      </p:grpSp>
      <p:sp>
        <p:nvSpPr>
          <p:cNvPr id="31" name="모서리가 둥근 직사각형 22">
            <a:extLst>
              <a:ext uri="{FF2B5EF4-FFF2-40B4-BE49-F238E27FC236}">
                <a16:creationId xmlns:a16="http://schemas.microsoft.com/office/drawing/2014/main" id="{E0A6E055-6DA7-1AF0-512B-817305BCBD35}"/>
              </a:ext>
            </a:extLst>
          </p:cNvPr>
          <p:cNvSpPr/>
          <p:nvPr/>
        </p:nvSpPr>
        <p:spPr>
          <a:xfrm flipV="1">
            <a:off x="592397" y="6742379"/>
            <a:ext cx="17106380" cy="2233712"/>
          </a:xfrm>
          <a:prstGeom prst="roundRect">
            <a:avLst>
              <a:gd name="adj" fmla="val 20062"/>
            </a:avLst>
          </a:prstGeom>
          <a:solidFill>
            <a:srgbClr val="FFE8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13716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A044AE8-2E59-9D3A-D326-62E9DCE50B03}"/>
              </a:ext>
            </a:extLst>
          </p:cNvPr>
          <p:cNvSpPr txBox="1"/>
          <p:nvPr/>
        </p:nvSpPr>
        <p:spPr>
          <a:xfrm>
            <a:off x="1017092" y="7009080"/>
            <a:ext cx="16031204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ko-KR" altLang="en-US" sz="5300" spc="1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가위바위보를 해서 이긴 사람은 의자에 앉아요</a:t>
            </a:r>
            <a:r>
              <a:rPr lang="en-US" altLang="ko-KR" sz="5300" spc="1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.</a:t>
            </a:r>
            <a:br>
              <a:rPr lang="en-US" altLang="ko-KR" sz="5300" spc="1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</a:br>
            <a:r>
              <a:rPr lang="ko-KR" altLang="en-US" sz="5300" spc="1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진 학생은 그 단계</a:t>
            </a:r>
            <a:r>
              <a:rPr lang="en-US" altLang="ko-KR" sz="5300" spc="1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</a:t>
            </a:r>
            <a:r>
              <a:rPr lang="ko-KR" altLang="en-US" sz="5300" spc="1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바닥에 앉기</a:t>
            </a:r>
            <a:r>
              <a:rPr lang="en-US" altLang="ko-KR" sz="5300" spc="1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)</a:t>
            </a:r>
            <a:r>
              <a:rPr lang="ko-KR" altLang="en-US" sz="5300" spc="1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의 모습을 유지해요</a:t>
            </a:r>
            <a:r>
              <a:rPr lang="en-US" altLang="ko-KR" sz="5300" spc="1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.</a:t>
            </a:r>
          </a:p>
        </p:txBody>
      </p:sp>
      <p:grpSp>
        <p:nvGrpSpPr>
          <p:cNvPr id="35" name="그룹 34"/>
          <p:cNvGrpSpPr/>
          <p:nvPr/>
        </p:nvGrpSpPr>
        <p:grpSpPr>
          <a:xfrm>
            <a:off x="11242214" y="1130389"/>
            <a:ext cx="6761862" cy="769441"/>
            <a:chOff x="11242214" y="1130389"/>
            <a:chExt cx="6761862" cy="769441"/>
          </a:xfrm>
        </p:grpSpPr>
        <p:grpSp>
          <p:nvGrpSpPr>
            <p:cNvPr id="36" name="그룹 35"/>
            <p:cNvGrpSpPr/>
            <p:nvPr/>
          </p:nvGrpSpPr>
          <p:grpSpPr>
            <a:xfrm>
              <a:off x="12369191" y="1130389"/>
              <a:ext cx="5634885" cy="769441"/>
              <a:chOff x="12369191" y="1168489"/>
              <a:chExt cx="5634885" cy="769441"/>
            </a:xfrm>
          </p:grpSpPr>
          <p:sp>
            <p:nvSpPr>
              <p:cNvPr id="40" name="오각형 85">
                <a:extLst>
                  <a:ext uri="{FF2B5EF4-FFF2-40B4-BE49-F238E27FC236}">
                    <a16:creationId xmlns:a16="http://schemas.microsoft.com/office/drawing/2014/main" id="{A28D0E6D-F79E-C1E1-5C85-C2EAF72C65DE}"/>
                  </a:ext>
                </a:extLst>
              </p:cNvPr>
              <p:cNvSpPr/>
              <p:nvPr/>
            </p:nvSpPr>
            <p:spPr>
              <a:xfrm>
                <a:off x="12369191" y="1205264"/>
                <a:ext cx="1126977" cy="695854"/>
              </a:xfrm>
              <a:prstGeom prst="homePlate">
                <a:avLst>
                  <a:gd name="adj" fmla="val 30152"/>
                </a:avLst>
              </a:prstGeom>
              <a:solidFill>
                <a:srgbClr val="00B0C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466590FA-C196-C88E-3259-74CD4B54FA15}"/>
                  </a:ext>
                </a:extLst>
              </p:cNvPr>
              <p:cNvSpPr txBox="1"/>
              <p:nvPr/>
            </p:nvSpPr>
            <p:spPr>
              <a:xfrm>
                <a:off x="12539539" y="1168489"/>
                <a:ext cx="699765" cy="769441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altLang="ko-KR" sz="4400" dirty="0"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2</a:t>
                </a:r>
                <a:endParaRPr lang="ko-KR" altLang="en-US" sz="4400" dirty="0"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42" name="오각형 90">
                <a:extLst>
                  <a:ext uri="{FF2B5EF4-FFF2-40B4-BE49-F238E27FC236}">
                    <a16:creationId xmlns:a16="http://schemas.microsoft.com/office/drawing/2014/main" id="{E14722C2-BA55-EF0D-7ABD-77F242CB339C}"/>
                  </a:ext>
                </a:extLst>
              </p:cNvPr>
              <p:cNvSpPr/>
              <p:nvPr/>
            </p:nvSpPr>
            <p:spPr>
              <a:xfrm>
                <a:off x="13496168" y="1205264"/>
                <a:ext cx="1126977" cy="695854"/>
              </a:xfrm>
              <a:prstGeom prst="homePlate">
                <a:avLst>
                  <a:gd name="adj" fmla="val 30152"/>
                </a:avLst>
              </a:prstGeom>
              <a:solidFill>
                <a:srgbClr val="BDC2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BD01712-421B-986D-B561-2536A8D0582C}"/>
                  </a:ext>
                </a:extLst>
              </p:cNvPr>
              <p:cNvSpPr txBox="1"/>
              <p:nvPr/>
            </p:nvSpPr>
            <p:spPr>
              <a:xfrm>
                <a:off x="13666516" y="1168489"/>
                <a:ext cx="699765" cy="769441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altLang="ko-KR" sz="4400" dirty="0"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3</a:t>
                </a:r>
                <a:endParaRPr lang="ko-KR" altLang="en-US" sz="4400" dirty="0"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44" name="오각형 102">
                <a:extLst>
                  <a:ext uri="{FF2B5EF4-FFF2-40B4-BE49-F238E27FC236}">
                    <a16:creationId xmlns:a16="http://schemas.microsoft.com/office/drawing/2014/main" id="{074778A6-BBCF-3FE2-1BA0-311A2810DBF2}"/>
                  </a:ext>
                </a:extLst>
              </p:cNvPr>
              <p:cNvSpPr/>
              <p:nvPr/>
            </p:nvSpPr>
            <p:spPr>
              <a:xfrm>
                <a:off x="14623145" y="1205264"/>
                <a:ext cx="1126977" cy="695854"/>
              </a:xfrm>
              <a:prstGeom prst="homePlate">
                <a:avLst>
                  <a:gd name="adj" fmla="val 30152"/>
                </a:avLst>
              </a:prstGeom>
              <a:solidFill>
                <a:srgbClr val="BDC2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119C864-D18C-E4CD-6ECC-AEBD0B6E6DF8}"/>
                  </a:ext>
                </a:extLst>
              </p:cNvPr>
              <p:cNvSpPr txBox="1"/>
              <p:nvPr/>
            </p:nvSpPr>
            <p:spPr>
              <a:xfrm>
                <a:off x="14793493" y="1168489"/>
                <a:ext cx="699765" cy="769441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altLang="ko-KR" sz="4400" dirty="0"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4</a:t>
                </a:r>
                <a:endParaRPr lang="ko-KR" altLang="en-US" sz="4400" dirty="0"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46" name="오각형 104">
                <a:extLst>
                  <a:ext uri="{FF2B5EF4-FFF2-40B4-BE49-F238E27FC236}">
                    <a16:creationId xmlns:a16="http://schemas.microsoft.com/office/drawing/2014/main" id="{4AAC6286-FA85-8112-03F5-0E433C026D5A}"/>
                  </a:ext>
                </a:extLst>
              </p:cNvPr>
              <p:cNvSpPr/>
              <p:nvPr/>
            </p:nvSpPr>
            <p:spPr>
              <a:xfrm>
                <a:off x="15750122" y="1205264"/>
                <a:ext cx="1126977" cy="695854"/>
              </a:xfrm>
              <a:prstGeom prst="homePlate">
                <a:avLst>
                  <a:gd name="adj" fmla="val 30152"/>
                </a:avLst>
              </a:prstGeom>
              <a:solidFill>
                <a:srgbClr val="BDC2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C6B3314A-33AD-46C3-CF8B-12A872F1B08C}"/>
                  </a:ext>
                </a:extLst>
              </p:cNvPr>
              <p:cNvSpPr txBox="1"/>
              <p:nvPr/>
            </p:nvSpPr>
            <p:spPr>
              <a:xfrm>
                <a:off x="15920470" y="1168489"/>
                <a:ext cx="699765" cy="769441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altLang="ko-KR" sz="4400" dirty="0"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5</a:t>
                </a:r>
                <a:endParaRPr lang="ko-KR" altLang="en-US" sz="4400" dirty="0"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48" name="오각형 106">
                <a:extLst>
                  <a:ext uri="{FF2B5EF4-FFF2-40B4-BE49-F238E27FC236}">
                    <a16:creationId xmlns:a16="http://schemas.microsoft.com/office/drawing/2014/main" id="{544D2146-D917-D97A-67DD-D7AB192C1E81}"/>
                  </a:ext>
                </a:extLst>
              </p:cNvPr>
              <p:cNvSpPr/>
              <p:nvPr/>
            </p:nvSpPr>
            <p:spPr>
              <a:xfrm>
                <a:off x="16877099" y="1205264"/>
                <a:ext cx="1126977" cy="695854"/>
              </a:xfrm>
              <a:prstGeom prst="homePlate">
                <a:avLst>
                  <a:gd name="adj" fmla="val 30152"/>
                </a:avLst>
              </a:prstGeom>
              <a:solidFill>
                <a:srgbClr val="BDC2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51BE7662-BB2F-3F93-C5AE-1AE272953E68}"/>
                  </a:ext>
                </a:extLst>
              </p:cNvPr>
              <p:cNvSpPr txBox="1"/>
              <p:nvPr/>
            </p:nvSpPr>
            <p:spPr>
              <a:xfrm>
                <a:off x="17047447" y="1168489"/>
                <a:ext cx="699765" cy="769441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altLang="ko-KR" sz="4400" dirty="0"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6</a:t>
                </a:r>
                <a:endParaRPr lang="ko-KR" altLang="en-US" sz="4400" dirty="0"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</p:grpSp>
        <p:sp>
          <p:nvSpPr>
            <p:cNvPr id="37" name="오각형 85">
              <a:extLst>
                <a:ext uri="{FF2B5EF4-FFF2-40B4-BE49-F238E27FC236}">
                  <a16:creationId xmlns:a16="http://schemas.microsoft.com/office/drawing/2014/main" id="{A28D0E6D-F79E-C1E1-5C85-C2EAF72C65DE}"/>
                </a:ext>
              </a:extLst>
            </p:cNvPr>
            <p:cNvSpPr/>
            <p:nvPr/>
          </p:nvSpPr>
          <p:spPr>
            <a:xfrm>
              <a:off x="11242214" y="1167164"/>
              <a:ext cx="1126977" cy="695854"/>
            </a:xfrm>
            <a:prstGeom prst="homePlate">
              <a:avLst>
                <a:gd name="adj" fmla="val 30152"/>
              </a:avLst>
            </a:prstGeom>
            <a:solidFill>
              <a:srgbClr val="BDC2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66590FA-C196-C88E-3259-74CD4B54FA15}"/>
                </a:ext>
              </a:extLst>
            </p:cNvPr>
            <p:cNvSpPr txBox="1"/>
            <p:nvPr/>
          </p:nvSpPr>
          <p:spPr>
            <a:xfrm>
              <a:off x="11412562" y="1130389"/>
              <a:ext cx="699765" cy="769441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altLang="ko-KR" sz="4400" dirty="0"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1</a:t>
              </a:r>
              <a:endParaRPr lang="ko-KR" altLang="en-US" sz="440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</p:grpSp>
      <p:pic>
        <p:nvPicPr>
          <p:cNvPr id="26" name="그림 2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890099" y="2163619"/>
            <a:ext cx="4314971" cy="4314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247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4342C1B-9C13-E399-6ED5-93C305383F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" y="0"/>
            <a:ext cx="18288000" cy="9715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945600" y="218927"/>
            <a:ext cx="1420397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6000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</a:lstStyle>
          <a:p>
            <a:r>
              <a:rPr lang="ko-KR" altLang="en-US" dirty="0"/>
              <a:t>성장 놀이를 해 봅시다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E7637068-8166-A0A1-1548-F44FC346146E}"/>
              </a:ext>
            </a:extLst>
          </p:cNvPr>
          <p:cNvGrpSpPr/>
          <p:nvPr/>
        </p:nvGrpSpPr>
        <p:grpSpPr>
          <a:xfrm>
            <a:off x="1833204" y="2848393"/>
            <a:ext cx="5572010" cy="3320646"/>
            <a:chOff x="2895088" y="2379202"/>
            <a:chExt cx="5572010" cy="3320646"/>
          </a:xfrm>
        </p:grpSpPr>
        <p:pic>
          <p:nvPicPr>
            <p:cNvPr id="18" name="그림 17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34990" y="5266617"/>
              <a:ext cx="987366" cy="433231"/>
            </a:xfrm>
            <a:prstGeom prst="rect">
              <a:avLst/>
            </a:prstGeom>
          </p:spPr>
        </p:pic>
        <p:sp>
          <p:nvSpPr>
            <p:cNvPr id="19" name="모서리가 둥근 직사각형 18"/>
            <p:cNvSpPr/>
            <p:nvPr/>
          </p:nvSpPr>
          <p:spPr>
            <a:xfrm>
              <a:off x="2895089" y="2379202"/>
              <a:ext cx="5572009" cy="2951488"/>
            </a:xfrm>
            <a:prstGeom prst="roundRect">
              <a:avLst>
                <a:gd name="adj" fmla="val 20062"/>
              </a:avLst>
            </a:prstGeom>
            <a:solidFill>
              <a:srgbClr val="FFE8E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895088" y="3126656"/>
              <a:ext cx="5572009" cy="13884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5099"/>
                </a:lnSpc>
              </a:pPr>
              <a:r>
                <a:rPr lang="en-US" altLang="ko-KR" sz="3999" dirty="0">
                  <a:solidFill>
                    <a:srgbClr val="7A413D"/>
                  </a:solidFill>
                  <a:latin typeface="CookieRun Regular" panose="020B0600000101010101" pitchFamily="50" charset="-127"/>
                  <a:ea typeface="CookieRun Regular" panose="020B0600000101010101" pitchFamily="50" charset="-127"/>
                </a:rPr>
                <a:t>3</a:t>
              </a:r>
              <a:r>
                <a:rPr lang="ko-KR" altLang="en-US" sz="3999" dirty="0">
                  <a:solidFill>
                    <a:srgbClr val="7A413D"/>
                  </a:solidFill>
                  <a:latin typeface="CookieRun Regular" panose="020B0600000101010101" pitchFamily="50" charset="-127"/>
                  <a:ea typeface="CookieRun Regular" panose="020B0600000101010101" pitchFamily="50" charset="-127"/>
                </a:rPr>
                <a:t>단계</a:t>
              </a:r>
              <a:r>
                <a:rPr lang="en-US" altLang="ko-KR" sz="3999" dirty="0">
                  <a:solidFill>
                    <a:srgbClr val="7A413D"/>
                  </a:solidFill>
                  <a:latin typeface="CookieRun Regular" panose="020B0600000101010101" pitchFamily="50" charset="-127"/>
                  <a:ea typeface="CookieRun Regular" panose="020B0600000101010101" pitchFamily="50" charset="-127"/>
                </a:rPr>
                <a:t/>
              </a:r>
              <a:br>
                <a:rPr lang="en-US" altLang="ko-KR" sz="3999" dirty="0">
                  <a:solidFill>
                    <a:srgbClr val="7A413D"/>
                  </a:solidFill>
                  <a:latin typeface="CookieRun Regular" panose="020B0600000101010101" pitchFamily="50" charset="-127"/>
                  <a:ea typeface="CookieRun Regular" panose="020B0600000101010101" pitchFamily="50" charset="-127"/>
                </a:rPr>
              </a:br>
              <a:r>
                <a:rPr lang="ko-KR" altLang="en-US" sz="3999" dirty="0">
                  <a:solidFill>
                    <a:srgbClr val="7A413D"/>
                  </a:solidFill>
                  <a:latin typeface="CookieRun Regular" panose="020B0600000101010101" pitchFamily="50" charset="-127"/>
                  <a:ea typeface="CookieRun Regular" panose="020B0600000101010101" pitchFamily="50" charset="-127"/>
                </a:rPr>
                <a:t>일어서서 걷기</a:t>
              </a:r>
              <a:endParaRPr lang="en-US" altLang="ko-KR" sz="3999" dirty="0">
                <a:solidFill>
                  <a:srgbClr val="7A413D"/>
                </a:solidFill>
                <a:latin typeface="CookieRun Regular" panose="020B0600000101010101" pitchFamily="50" charset="-127"/>
                <a:ea typeface="CookieRun Regular" panose="020B0600000101010101" pitchFamily="50" charset="-127"/>
              </a:endParaRPr>
            </a:p>
          </p:txBody>
        </p:sp>
      </p:grpSp>
      <p:sp>
        <p:nvSpPr>
          <p:cNvPr id="35" name="모서리가 둥근 직사각형 22">
            <a:extLst>
              <a:ext uri="{FF2B5EF4-FFF2-40B4-BE49-F238E27FC236}">
                <a16:creationId xmlns:a16="http://schemas.microsoft.com/office/drawing/2014/main" id="{469E3DD6-F699-2ACB-9134-CCC43DFFF2F1}"/>
              </a:ext>
            </a:extLst>
          </p:cNvPr>
          <p:cNvSpPr/>
          <p:nvPr/>
        </p:nvSpPr>
        <p:spPr>
          <a:xfrm flipV="1">
            <a:off x="592397" y="7450738"/>
            <a:ext cx="17106380" cy="1525355"/>
          </a:xfrm>
          <a:prstGeom prst="roundRect">
            <a:avLst>
              <a:gd name="adj" fmla="val 20062"/>
            </a:avLst>
          </a:prstGeom>
          <a:solidFill>
            <a:srgbClr val="FFE8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13716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69BF95E-1E4A-A050-0CB5-3BE24831B27B}"/>
              </a:ext>
            </a:extLst>
          </p:cNvPr>
          <p:cNvSpPr txBox="1"/>
          <p:nvPr/>
        </p:nvSpPr>
        <p:spPr>
          <a:xfrm>
            <a:off x="1017092" y="7771080"/>
            <a:ext cx="16681686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ko-KR" altLang="en-US" sz="5300" spc="1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의자에 앉은 사람끼리 가위바위보를 해서 이기면 일어서요</a:t>
            </a:r>
            <a:r>
              <a:rPr lang="en-US" altLang="ko-KR" sz="5300" spc="1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.</a:t>
            </a:r>
          </a:p>
        </p:txBody>
      </p:sp>
      <p:grpSp>
        <p:nvGrpSpPr>
          <p:cNvPr id="37" name="그룹 36"/>
          <p:cNvGrpSpPr/>
          <p:nvPr/>
        </p:nvGrpSpPr>
        <p:grpSpPr>
          <a:xfrm>
            <a:off x="11242214" y="1130389"/>
            <a:ext cx="6761862" cy="769441"/>
            <a:chOff x="11242214" y="1130389"/>
            <a:chExt cx="6761862" cy="769441"/>
          </a:xfrm>
        </p:grpSpPr>
        <p:grpSp>
          <p:nvGrpSpPr>
            <p:cNvPr id="39" name="그룹 38"/>
            <p:cNvGrpSpPr/>
            <p:nvPr/>
          </p:nvGrpSpPr>
          <p:grpSpPr>
            <a:xfrm>
              <a:off x="12369191" y="1130389"/>
              <a:ext cx="5634885" cy="769441"/>
              <a:chOff x="12369191" y="1168489"/>
              <a:chExt cx="5634885" cy="769441"/>
            </a:xfrm>
          </p:grpSpPr>
          <p:sp>
            <p:nvSpPr>
              <p:cNvPr id="42" name="오각형 85">
                <a:extLst>
                  <a:ext uri="{FF2B5EF4-FFF2-40B4-BE49-F238E27FC236}">
                    <a16:creationId xmlns:a16="http://schemas.microsoft.com/office/drawing/2014/main" id="{A28D0E6D-F79E-C1E1-5C85-C2EAF72C65DE}"/>
                  </a:ext>
                </a:extLst>
              </p:cNvPr>
              <p:cNvSpPr/>
              <p:nvPr/>
            </p:nvSpPr>
            <p:spPr>
              <a:xfrm>
                <a:off x="12369191" y="1205264"/>
                <a:ext cx="1126977" cy="695854"/>
              </a:xfrm>
              <a:prstGeom prst="homePlate">
                <a:avLst>
                  <a:gd name="adj" fmla="val 30152"/>
                </a:avLst>
              </a:prstGeom>
              <a:solidFill>
                <a:srgbClr val="BDC2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66590FA-C196-C88E-3259-74CD4B54FA15}"/>
                  </a:ext>
                </a:extLst>
              </p:cNvPr>
              <p:cNvSpPr txBox="1"/>
              <p:nvPr/>
            </p:nvSpPr>
            <p:spPr>
              <a:xfrm>
                <a:off x="12539539" y="1168489"/>
                <a:ext cx="699765" cy="769441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altLang="ko-KR" sz="4400" dirty="0"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2</a:t>
                </a:r>
                <a:endParaRPr lang="ko-KR" altLang="en-US" sz="4400" dirty="0"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44" name="오각형 90">
                <a:extLst>
                  <a:ext uri="{FF2B5EF4-FFF2-40B4-BE49-F238E27FC236}">
                    <a16:creationId xmlns:a16="http://schemas.microsoft.com/office/drawing/2014/main" id="{E14722C2-BA55-EF0D-7ABD-77F242CB339C}"/>
                  </a:ext>
                </a:extLst>
              </p:cNvPr>
              <p:cNvSpPr/>
              <p:nvPr/>
            </p:nvSpPr>
            <p:spPr>
              <a:xfrm>
                <a:off x="13496168" y="1205264"/>
                <a:ext cx="1126977" cy="695854"/>
              </a:xfrm>
              <a:prstGeom prst="homePlate">
                <a:avLst>
                  <a:gd name="adj" fmla="val 30152"/>
                </a:avLst>
              </a:prstGeom>
              <a:solidFill>
                <a:srgbClr val="00B0C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4BD01712-421B-986D-B561-2536A8D0582C}"/>
                  </a:ext>
                </a:extLst>
              </p:cNvPr>
              <p:cNvSpPr txBox="1"/>
              <p:nvPr/>
            </p:nvSpPr>
            <p:spPr>
              <a:xfrm>
                <a:off x="13666516" y="1168489"/>
                <a:ext cx="699765" cy="769441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altLang="ko-KR" sz="4400" dirty="0"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3</a:t>
                </a:r>
                <a:endParaRPr lang="ko-KR" altLang="en-US" sz="4400" dirty="0"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46" name="오각형 102">
                <a:extLst>
                  <a:ext uri="{FF2B5EF4-FFF2-40B4-BE49-F238E27FC236}">
                    <a16:creationId xmlns:a16="http://schemas.microsoft.com/office/drawing/2014/main" id="{074778A6-BBCF-3FE2-1BA0-311A2810DBF2}"/>
                  </a:ext>
                </a:extLst>
              </p:cNvPr>
              <p:cNvSpPr/>
              <p:nvPr/>
            </p:nvSpPr>
            <p:spPr>
              <a:xfrm>
                <a:off x="14623145" y="1205264"/>
                <a:ext cx="1126977" cy="695854"/>
              </a:xfrm>
              <a:prstGeom prst="homePlate">
                <a:avLst>
                  <a:gd name="adj" fmla="val 30152"/>
                </a:avLst>
              </a:prstGeom>
              <a:solidFill>
                <a:srgbClr val="BDC2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0119C864-D18C-E4CD-6ECC-AEBD0B6E6DF8}"/>
                  </a:ext>
                </a:extLst>
              </p:cNvPr>
              <p:cNvSpPr txBox="1"/>
              <p:nvPr/>
            </p:nvSpPr>
            <p:spPr>
              <a:xfrm>
                <a:off x="14793493" y="1168489"/>
                <a:ext cx="699765" cy="769441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altLang="ko-KR" sz="4400" dirty="0"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4</a:t>
                </a:r>
                <a:endParaRPr lang="ko-KR" altLang="en-US" sz="4400" dirty="0"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48" name="오각형 104">
                <a:extLst>
                  <a:ext uri="{FF2B5EF4-FFF2-40B4-BE49-F238E27FC236}">
                    <a16:creationId xmlns:a16="http://schemas.microsoft.com/office/drawing/2014/main" id="{4AAC6286-FA85-8112-03F5-0E433C026D5A}"/>
                  </a:ext>
                </a:extLst>
              </p:cNvPr>
              <p:cNvSpPr/>
              <p:nvPr/>
            </p:nvSpPr>
            <p:spPr>
              <a:xfrm>
                <a:off x="15750122" y="1205264"/>
                <a:ext cx="1126977" cy="695854"/>
              </a:xfrm>
              <a:prstGeom prst="homePlate">
                <a:avLst>
                  <a:gd name="adj" fmla="val 30152"/>
                </a:avLst>
              </a:prstGeom>
              <a:solidFill>
                <a:srgbClr val="BDC2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C6B3314A-33AD-46C3-CF8B-12A872F1B08C}"/>
                  </a:ext>
                </a:extLst>
              </p:cNvPr>
              <p:cNvSpPr txBox="1"/>
              <p:nvPr/>
            </p:nvSpPr>
            <p:spPr>
              <a:xfrm>
                <a:off x="15920470" y="1168489"/>
                <a:ext cx="699765" cy="769441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altLang="ko-KR" sz="4400" dirty="0"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5</a:t>
                </a:r>
                <a:endParaRPr lang="ko-KR" altLang="en-US" sz="4400" dirty="0"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50" name="오각형 106">
                <a:extLst>
                  <a:ext uri="{FF2B5EF4-FFF2-40B4-BE49-F238E27FC236}">
                    <a16:creationId xmlns:a16="http://schemas.microsoft.com/office/drawing/2014/main" id="{544D2146-D917-D97A-67DD-D7AB192C1E81}"/>
                  </a:ext>
                </a:extLst>
              </p:cNvPr>
              <p:cNvSpPr/>
              <p:nvPr/>
            </p:nvSpPr>
            <p:spPr>
              <a:xfrm>
                <a:off x="16877099" y="1205264"/>
                <a:ext cx="1126977" cy="695854"/>
              </a:xfrm>
              <a:prstGeom prst="homePlate">
                <a:avLst>
                  <a:gd name="adj" fmla="val 30152"/>
                </a:avLst>
              </a:prstGeom>
              <a:solidFill>
                <a:srgbClr val="BDC2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51BE7662-BB2F-3F93-C5AE-1AE272953E68}"/>
                  </a:ext>
                </a:extLst>
              </p:cNvPr>
              <p:cNvSpPr txBox="1"/>
              <p:nvPr/>
            </p:nvSpPr>
            <p:spPr>
              <a:xfrm>
                <a:off x="17047447" y="1168489"/>
                <a:ext cx="699765" cy="769441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altLang="ko-KR" sz="4400" dirty="0"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6</a:t>
                </a:r>
                <a:endParaRPr lang="ko-KR" altLang="en-US" sz="4400" dirty="0"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</p:grpSp>
        <p:sp>
          <p:nvSpPr>
            <p:cNvPr id="40" name="오각형 85">
              <a:extLst>
                <a:ext uri="{FF2B5EF4-FFF2-40B4-BE49-F238E27FC236}">
                  <a16:creationId xmlns:a16="http://schemas.microsoft.com/office/drawing/2014/main" id="{A28D0E6D-F79E-C1E1-5C85-C2EAF72C65DE}"/>
                </a:ext>
              </a:extLst>
            </p:cNvPr>
            <p:cNvSpPr/>
            <p:nvPr/>
          </p:nvSpPr>
          <p:spPr>
            <a:xfrm>
              <a:off x="11242214" y="1167164"/>
              <a:ext cx="1126977" cy="695854"/>
            </a:xfrm>
            <a:prstGeom prst="homePlate">
              <a:avLst>
                <a:gd name="adj" fmla="val 30152"/>
              </a:avLst>
            </a:prstGeom>
            <a:solidFill>
              <a:srgbClr val="BDC2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66590FA-C196-C88E-3259-74CD4B54FA15}"/>
                </a:ext>
              </a:extLst>
            </p:cNvPr>
            <p:cNvSpPr txBox="1"/>
            <p:nvPr/>
          </p:nvSpPr>
          <p:spPr>
            <a:xfrm>
              <a:off x="11412562" y="1130389"/>
              <a:ext cx="699765" cy="769441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altLang="ko-KR" sz="4400" dirty="0"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1</a:t>
              </a:r>
              <a:endParaRPr lang="ko-KR" altLang="en-US" sz="440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</p:grpSp>
      <p:pic>
        <p:nvPicPr>
          <p:cNvPr id="25" name="그림 2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0351" y="2620516"/>
            <a:ext cx="4474468" cy="4474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009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4342C1B-9C13-E399-6ED5-93C305383F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" y="0"/>
            <a:ext cx="18288000" cy="9715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945600" y="218927"/>
            <a:ext cx="1420397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6000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</a:lstStyle>
          <a:p>
            <a:r>
              <a:rPr lang="ko-KR" altLang="en-US" dirty="0"/>
              <a:t>성장 놀이를 해 봅시다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E7637068-8166-A0A1-1548-F44FC346146E}"/>
              </a:ext>
            </a:extLst>
          </p:cNvPr>
          <p:cNvGrpSpPr/>
          <p:nvPr/>
        </p:nvGrpSpPr>
        <p:grpSpPr>
          <a:xfrm>
            <a:off x="1833204" y="2848393"/>
            <a:ext cx="5572010" cy="3320646"/>
            <a:chOff x="2895088" y="2379202"/>
            <a:chExt cx="5572010" cy="3320646"/>
          </a:xfrm>
        </p:grpSpPr>
        <p:pic>
          <p:nvPicPr>
            <p:cNvPr id="18" name="그림 17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34990" y="5266617"/>
              <a:ext cx="987366" cy="433231"/>
            </a:xfrm>
            <a:prstGeom prst="rect">
              <a:avLst/>
            </a:prstGeom>
          </p:spPr>
        </p:pic>
        <p:sp>
          <p:nvSpPr>
            <p:cNvPr id="19" name="모서리가 둥근 직사각형 18"/>
            <p:cNvSpPr/>
            <p:nvPr/>
          </p:nvSpPr>
          <p:spPr>
            <a:xfrm>
              <a:off x="2895089" y="2379202"/>
              <a:ext cx="5572009" cy="2951488"/>
            </a:xfrm>
            <a:prstGeom prst="roundRect">
              <a:avLst>
                <a:gd name="adj" fmla="val 20062"/>
              </a:avLst>
            </a:prstGeom>
            <a:solidFill>
              <a:srgbClr val="FFE8E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895088" y="3126656"/>
              <a:ext cx="5572009" cy="13884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5099"/>
                </a:lnSpc>
              </a:pPr>
              <a:r>
                <a:rPr lang="en-US" altLang="ko-KR" sz="3999" dirty="0">
                  <a:solidFill>
                    <a:srgbClr val="7A413D"/>
                  </a:solidFill>
                  <a:latin typeface="CookieRun Regular" panose="020B0600000101010101" pitchFamily="50" charset="-127"/>
                  <a:ea typeface="CookieRun Regular" panose="020B0600000101010101" pitchFamily="50" charset="-127"/>
                </a:rPr>
                <a:t>4</a:t>
              </a:r>
              <a:r>
                <a:rPr lang="ko-KR" altLang="en-US" sz="3999" dirty="0">
                  <a:solidFill>
                    <a:srgbClr val="7A413D"/>
                  </a:solidFill>
                  <a:latin typeface="CookieRun Regular" panose="020B0600000101010101" pitchFamily="50" charset="-127"/>
                  <a:ea typeface="CookieRun Regular" panose="020B0600000101010101" pitchFamily="50" charset="-127"/>
                </a:rPr>
                <a:t>단계</a:t>
              </a:r>
              <a:r>
                <a:rPr lang="en-US" altLang="ko-KR" sz="3999" dirty="0">
                  <a:solidFill>
                    <a:srgbClr val="7A413D"/>
                  </a:solidFill>
                  <a:latin typeface="CookieRun Regular" panose="020B0600000101010101" pitchFamily="50" charset="-127"/>
                  <a:ea typeface="CookieRun Regular" panose="020B0600000101010101" pitchFamily="50" charset="-127"/>
                </a:rPr>
                <a:t/>
              </a:r>
              <a:br>
                <a:rPr lang="en-US" altLang="ko-KR" sz="3999" dirty="0">
                  <a:solidFill>
                    <a:srgbClr val="7A413D"/>
                  </a:solidFill>
                  <a:latin typeface="CookieRun Regular" panose="020B0600000101010101" pitchFamily="50" charset="-127"/>
                  <a:ea typeface="CookieRun Regular" panose="020B0600000101010101" pitchFamily="50" charset="-127"/>
                </a:rPr>
              </a:br>
              <a:r>
                <a:rPr lang="ko-KR" altLang="en-US" sz="3999" dirty="0">
                  <a:solidFill>
                    <a:srgbClr val="7A413D"/>
                  </a:solidFill>
                  <a:latin typeface="CookieRun Regular" panose="020B0600000101010101" pitchFamily="50" charset="-127"/>
                  <a:ea typeface="CookieRun Regular" panose="020B0600000101010101" pitchFamily="50" charset="-127"/>
                </a:rPr>
                <a:t>자리에 서서 손 들기</a:t>
              </a:r>
              <a:endParaRPr lang="en-US" altLang="ko-KR" sz="3999" dirty="0">
                <a:solidFill>
                  <a:srgbClr val="7A413D"/>
                </a:solidFill>
                <a:latin typeface="CookieRun Regular" panose="020B0600000101010101" pitchFamily="50" charset="-127"/>
                <a:ea typeface="CookieRun Regular" panose="020B0600000101010101" pitchFamily="50" charset="-127"/>
              </a:endParaRPr>
            </a:p>
          </p:txBody>
        </p:sp>
      </p:grpSp>
      <p:sp>
        <p:nvSpPr>
          <p:cNvPr id="31" name="모서리가 둥근 직사각형 22">
            <a:extLst>
              <a:ext uri="{FF2B5EF4-FFF2-40B4-BE49-F238E27FC236}">
                <a16:creationId xmlns:a16="http://schemas.microsoft.com/office/drawing/2014/main" id="{E0A6E055-6DA7-1AF0-512B-817305BCBD35}"/>
              </a:ext>
            </a:extLst>
          </p:cNvPr>
          <p:cNvSpPr/>
          <p:nvPr/>
        </p:nvSpPr>
        <p:spPr>
          <a:xfrm flipV="1">
            <a:off x="592397" y="6742379"/>
            <a:ext cx="17106380" cy="2233712"/>
          </a:xfrm>
          <a:prstGeom prst="roundRect">
            <a:avLst>
              <a:gd name="adj" fmla="val 20062"/>
            </a:avLst>
          </a:prstGeom>
          <a:solidFill>
            <a:srgbClr val="FFE8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13716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A044AE8-2E59-9D3A-D326-62E9DCE50B03}"/>
              </a:ext>
            </a:extLst>
          </p:cNvPr>
          <p:cNvSpPr txBox="1"/>
          <p:nvPr/>
        </p:nvSpPr>
        <p:spPr>
          <a:xfrm>
            <a:off x="1017092" y="7009080"/>
            <a:ext cx="16031204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ko-KR" altLang="en-US" sz="5300" spc="1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일어선 사람끼리 다시 가위바위보를 해서 이기면</a:t>
            </a:r>
            <a:r>
              <a:rPr lang="en-US" altLang="ko-KR" sz="5300" spc="1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/>
            </a:r>
            <a:br>
              <a:rPr lang="en-US" altLang="ko-KR" sz="5300" spc="1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</a:br>
            <a:r>
              <a:rPr lang="ko-KR" altLang="en-US" sz="5300" spc="1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머리 위로 손을 들어요</a:t>
            </a:r>
            <a:r>
              <a:rPr lang="en-US" altLang="ko-KR" sz="5300" spc="1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.</a:t>
            </a:r>
          </a:p>
        </p:txBody>
      </p:sp>
      <p:grpSp>
        <p:nvGrpSpPr>
          <p:cNvPr id="34" name="그룹 33"/>
          <p:cNvGrpSpPr/>
          <p:nvPr/>
        </p:nvGrpSpPr>
        <p:grpSpPr>
          <a:xfrm>
            <a:off x="11242214" y="1130389"/>
            <a:ext cx="6761862" cy="769441"/>
            <a:chOff x="11242214" y="1130389"/>
            <a:chExt cx="6761862" cy="769441"/>
          </a:xfrm>
        </p:grpSpPr>
        <p:grpSp>
          <p:nvGrpSpPr>
            <p:cNvPr id="37" name="그룹 36"/>
            <p:cNvGrpSpPr/>
            <p:nvPr/>
          </p:nvGrpSpPr>
          <p:grpSpPr>
            <a:xfrm>
              <a:off x="12369191" y="1130389"/>
              <a:ext cx="5634885" cy="769441"/>
              <a:chOff x="12369191" y="1168489"/>
              <a:chExt cx="5634885" cy="769441"/>
            </a:xfrm>
          </p:grpSpPr>
          <p:sp>
            <p:nvSpPr>
              <p:cNvPr id="40" name="오각형 85">
                <a:extLst>
                  <a:ext uri="{FF2B5EF4-FFF2-40B4-BE49-F238E27FC236}">
                    <a16:creationId xmlns:a16="http://schemas.microsoft.com/office/drawing/2014/main" id="{A28D0E6D-F79E-C1E1-5C85-C2EAF72C65DE}"/>
                  </a:ext>
                </a:extLst>
              </p:cNvPr>
              <p:cNvSpPr/>
              <p:nvPr/>
            </p:nvSpPr>
            <p:spPr>
              <a:xfrm>
                <a:off x="12369191" y="1205264"/>
                <a:ext cx="1126977" cy="695854"/>
              </a:xfrm>
              <a:prstGeom prst="homePlate">
                <a:avLst>
                  <a:gd name="adj" fmla="val 30152"/>
                </a:avLst>
              </a:prstGeom>
              <a:solidFill>
                <a:srgbClr val="BDC2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466590FA-C196-C88E-3259-74CD4B54FA15}"/>
                  </a:ext>
                </a:extLst>
              </p:cNvPr>
              <p:cNvSpPr txBox="1"/>
              <p:nvPr/>
            </p:nvSpPr>
            <p:spPr>
              <a:xfrm>
                <a:off x="12539539" y="1168489"/>
                <a:ext cx="699765" cy="769441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altLang="ko-KR" sz="4400" dirty="0"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2</a:t>
                </a:r>
                <a:endParaRPr lang="ko-KR" altLang="en-US" sz="4400" dirty="0"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42" name="오각형 90">
                <a:extLst>
                  <a:ext uri="{FF2B5EF4-FFF2-40B4-BE49-F238E27FC236}">
                    <a16:creationId xmlns:a16="http://schemas.microsoft.com/office/drawing/2014/main" id="{E14722C2-BA55-EF0D-7ABD-77F242CB339C}"/>
                  </a:ext>
                </a:extLst>
              </p:cNvPr>
              <p:cNvSpPr/>
              <p:nvPr/>
            </p:nvSpPr>
            <p:spPr>
              <a:xfrm>
                <a:off x="13496168" y="1205264"/>
                <a:ext cx="1126977" cy="695854"/>
              </a:xfrm>
              <a:prstGeom prst="homePlate">
                <a:avLst>
                  <a:gd name="adj" fmla="val 30152"/>
                </a:avLst>
              </a:prstGeom>
              <a:solidFill>
                <a:srgbClr val="BDC2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BD01712-421B-986D-B561-2536A8D0582C}"/>
                  </a:ext>
                </a:extLst>
              </p:cNvPr>
              <p:cNvSpPr txBox="1"/>
              <p:nvPr/>
            </p:nvSpPr>
            <p:spPr>
              <a:xfrm>
                <a:off x="13666516" y="1168489"/>
                <a:ext cx="699765" cy="769441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altLang="ko-KR" sz="4400" dirty="0"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3</a:t>
                </a:r>
                <a:endParaRPr lang="ko-KR" altLang="en-US" sz="4400" dirty="0"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44" name="오각형 102">
                <a:extLst>
                  <a:ext uri="{FF2B5EF4-FFF2-40B4-BE49-F238E27FC236}">
                    <a16:creationId xmlns:a16="http://schemas.microsoft.com/office/drawing/2014/main" id="{074778A6-BBCF-3FE2-1BA0-311A2810DBF2}"/>
                  </a:ext>
                </a:extLst>
              </p:cNvPr>
              <p:cNvSpPr/>
              <p:nvPr/>
            </p:nvSpPr>
            <p:spPr>
              <a:xfrm>
                <a:off x="14623145" y="1205264"/>
                <a:ext cx="1126977" cy="695854"/>
              </a:xfrm>
              <a:prstGeom prst="homePlate">
                <a:avLst>
                  <a:gd name="adj" fmla="val 30152"/>
                </a:avLst>
              </a:prstGeom>
              <a:solidFill>
                <a:srgbClr val="00B0C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119C864-D18C-E4CD-6ECC-AEBD0B6E6DF8}"/>
                  </a:ext>
                </a:extLst>
              </p:cNvPr>
              <p:cNvSpPr txBox="1"/>
              <p:nvPr/>
            </p:nvSpPr>
            <p:spPr>
              <a:xfrm>
                <a:off x="14793493" y="1168489"/>
                <a:ext cx="699765" cy="769441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altLang="ko-KR" sz="4400" dirty="0"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4</a:t>
                </a:r>
                <a:endParaRPr lang="ko-KR" altLang="en-US" sz="4400" dirty="0"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46" name="오각형 104">
                <a:extLst>
                  <a:ext uri="{FF2B5EF4-FFF2-40B4-BE49-F238E27FC236}">
                    <a16:creationId xmlns:a16="http://schemas.microsoft.com/office/drawing/2014/main" id="{4AAC6286-FA85-8112-03F5-0E433C026D5A}"/>
                  </a:ext>
                </a:extLst>
              </p:cNvPr>
              <p:cNvSpPr/>
              <p:nvPr/>
            </p:nvSpPr>
            <p:spPr>
              <a:xfrm>
                <a:off x="15750122" y="1205264"/>
                <a:ext cx="1126977" cy="695854"/>
              </a:xfrm>
              <a:prstGeom prst="homePlate">
                <a:avLst>
                  <a:gd name="adj" fmla="val 30152"/>
                </a:avLst>
              </a:prstGeom>
              <a:solidFill>
                <a:srgbClr val="BDC2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C6B3314A-33AD-46C3-CF8B-12A872F1B08C}"/>
                  </a:ext>
                </a:extLst>
              </p:cNvPr>
              <p:cNvSpPr txBox="1"/>
              <p:nvPr/>
            </p:nvSpPr>
            <p:spPr>
              <a:xfrm>
                <a:off x="15920470" y="1168489"/>
                <a:ext cx="699765" cy="769441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altLang="ko-KR" sz="4400" dirty="0"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5</a:t>
                </a:r>
                <a:endParaRPr lang="ko-KR" altLang="en-US" sz="4400" dirty="0"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48" name="오각형 106">
                <a:extLst>
                  <a:ext uri="{FF2B5EF4-FFF2-40B4-BE49-F238E27FC236}">
                    <a16:creationId xmlns:a16="http://schemas.microsoft.com/office/drawing/2014/main" id="{544D2146-D917-D97A-67DD-D7AB192C1E81}"/>
                  </a:ext>
                </a:extLst>
              </p:cNvPr>
              <p:cNvSpPr/>
              <p:nvPr/>
            </p:nvSpPr>
            <p:spPr>
              <a:xfrm>
                <a:off x="16877099" y="1205264"/>
                <a:ext cx="1126977" cy="695854"/>
              </a:xfrm>
              <a:prstGeom prst="homePlate">
                <a:avLst>
                  <a:gd name="adj" fmla="val 30152"/>
                </a:avLst>
              </a:prstGeom>
              <a:solidFill>
                <a:srgbClr val="BDC2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51BE7662-BB2F-3F93-C5AE-1AE272953E68}"/>
                  </a:ext>
                </a:extLst>
              </p:cNvPr>
              <p:cNvSpPr txBox="1"/>
              <p:nvPr/>
            </p:nvSpPr>
            <p:spPr>
              <a:xfrm>
                <a:off x="17047447" y="1168489"/>
                <a:ext cx="699765" cy="769441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altLang="ko-KR" sz="4400" dirty="0"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6</a:t>
                </a:r>
                <a:endParaRPr lang="ko-KR" altLang="en-US" sz="4400" dirty="0"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</p:grpSp>
        <p:sp>
          <p:nvSpPr>
            <p:cNvPr id="38" name="오각형 85">
              <a:extLst>
                <a:ext uri="{FF2B5EF4-FFF2-40B4-BE49-F238E27FC236}">
                  <a16:creationId xmlns:a16="http://schemas.microsoft.com/office/drawing/2014/main" id="{A28D0E6D-F79E-C1E1-5C85-C2EAF72C65DE}"/>
                </a:ext>
              </a:extLst>
            </p:cNvPr>
            <p:cNvSpPr/>
            <p:nvPr/>
          </p:nvSpPr>
          <p:spPr>
            <a:xfrm>
              <a:off x="11242214" y="1167164"/>
              <a:ext cx="1126977" cy="695854"/>
            </a:xfrm>
            <a:prstGeom prst="homePlate">
              <a:avLst>
                <a:gd name="adj" fmla="val 30152"/>
              </a:avLst>
            </a:prstGeom>
            <a:solidFill>
              <a:srgbClr val="BDC2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66590FA-C196-C88E-3259-74CD4B54FA15}"/>
                </a:ext>
              </a:extLst>
            </p:cNvPr>
            <p:cNvSpPr txBox="1"/>
            <p:nvPr/>
          </p:nvSpPr>
          <p:spPr>
            <a:xfrm>
              <a:off x="11412562" y="1130389"/>
              <a:ext cx="699765" cy="769441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altLang="ko-KR" sz="4400" dirty="0"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1</a:t>
              </a:r>
              <a:endParaRPr lang="ko-KR" altLang="en-US" sz="440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</p:grpSp>
      <p:pic>
        <p:nvPicPr>
          <p:cNvPr id="25" name="그림 2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890099" y="2163619"/>
            <a:ext cx="4314971" cy="4314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583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4342C1B-9C13-E399-6ED5-93C305383F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" y="0"/>
            <a:ext cx="18288000" cy="9715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945600" y="218927"/>
            <a:ext cx="1420397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6000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</a:lstStyle>
          <a:p>
            <a:r>
              <a:rPr lang="ko-KR" altLang="en-US" dirty="0"/>
              <a:t>성장 놀이를 해 봅시다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31" name="모서리가 둥근 직사각형 22">
            <a:extLst>
              <a:ext uri="{FF2B5EF4-FFF2-40B4-BE49-F238E27FC236}">
                <a16:creationId xmlns:a16="http://schemas.microsoft.com/office/drawing/2014/main" id="{E0A6E055-6DA7-1AF0-512B-817305BCBD35}"/>
              </a:ext>
            </a:extLst>
          </p:cNvPr>
          <p:cNvSpPr/>
          <p:nvPr/>
        </p:nvSpPr>
        <p:spPr>
          <a:xfrm flipV="1">
            <a:off x="592397" y="6742379"/>
            <a:ext cx="17106380" cy="2233712"/>
          </a:xfrm>
          <a:prstGeom prst="roundRect">
            <a:avLst>
              <a:gd name="adj" fmla="val 20062"/>
            </a:avLst>
          </a:prstGeom>
          <a:solidFill>
            <a:srgbClr val="FFE8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13716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A044AE8-2E59-9D3A-D326-62E9DCE50B03}"/>
              </a:ext>
            </a:extLst>
          </p:cNvPr>
          <p:cNvSpPr txBox="1"/>
          <p:nvPr/>
        </p:nvSpPr>
        <p:spPr>
          <a:xfrm>
            <a:off x="1017092" y="7009080"/>
            <a:ext cx="16031204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ko-KR" altLang="en-US" sz="5300" spc="1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계속해서 같은 단계의 친구를 만나 놀이를 하며 </a:t>
            </a:r>
            <a:r>
              <a:rPr lang="en-US" altLang="ko-KR" sz="5300" spc="1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4</a:t>
            </a:r>
            <a:r>
              <a:rPr lang="ko-KR" altLang="en-US" sz="5300" spc="1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단계까지 성장한 친구는 칠판 앞으로 모여요</a:t>
            </a:r>
            <a:r>
              <a:rPr lang="en-US" altLang="ko-KR" sz="5300" spc="1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.</a:t>
            </a:r>
          </a:p>
        </p:txBody>
      </p:sp>
      <p:grpSp>
        <p:nvGrpSpPr>
          <p:cNvPr id="34" name="그룹 33"/>
          <p:cNvGrpSpPr/>
          <p:nvPr/>
        </p:nvGrpSpPr>
        <p:grpSpPr>
          <a:xfrm>
            <a:off x="11242214" y="1130389"/>
            <a:ext cx="6761862" cy="769441"/>
            <a:chOff x="11242214" y="1130389"/>
            <a:chExt cx="6761862" cy="769441"/>
          </a:xfrm>
        </p:grpSpPr>
        <p:grpSp>
          <p:nvGrpSpPr>
            <p:cNvPr id="35" name="그룹 34"/>
            <p:cNvGrpSpPr/>
            <p:nvPr/>
          </p:nvGrpSpPr>
          <p:grpSpPr>
            <a:xfrm>
              <a:off x="12369191" y="1130389"/>
              <a:ext cx="5634885" cy="769441"/>
              <a:chOff x="12369191" y="1168489"/>
              <a:chExt cx="5634885" cy="769441"/>
            </a:xfrm>
          </p:grpSpPr>
          <p:sp>
            <p:nvSpPr>
              <p:cNvPr id="38" name="오각형 85">
                <a:extLst>
                  <a:ext uri="{FF2B5EF4-FFF2-40B4-BE49-F238E27FC236}">
                    <a16:creationId xmlns:a16="http://schemas.microsoft.com/office/drawing/2014/main" id="{A28D0E6D-F79E-C1E1-5C85-C2EAF72C65DE}"/>
                  </a:ext>
                </a:extLst>
              </p:cNvPr>
              <p:cNvSpPr/>
              <p:nvPr/>
            </p:nvSpPr>
            <p:spPr>
              <a:xfrm>
                <a:off x="12369191" y="1205264"/>
                <a:ext cx="1126977" cy="695854"/>
              </a:xfrm>
              <a:prstGeom prst="homePlate">
                <a:avLst>
                  <a:gd name="adj" fmla="val 30152"/>
                </a:avLst>
              </a:prstGeom>
              <a:solidFill>
                <a:srgbClr val="BDC2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66590FA-C196-C88E-3259-74CD4B54FA15}"/>
                  </a:ext>
                </a:extLst>
              </p:cNvPr>
              <p:cNvSpPr txBox="1"/>
              <p:nvPr/>
            </p:nvSpPr>
            <p:spPr>
              <a:xfrm>
                <a:off x="12539539" y="1168489"/>
                <a:ext cx="699765" cy="769441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altLang="ko-KR" sz="4400" dirty="0"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2</a:t>
                </a:r>
                <a:endParaRPr lang="ko-KR" altLang="en-US" sz="4400" dirty="0"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40" name="오각형 90">
                <a:extLst>
                  <a:ext uri="{FF2B5EF4-FFF2-40B4-BE49-F238E27FC236}">
                    <a16:creationId xmlns:a16="http://schemas.microsoft.com/office/drawing/2014/main" id="{E14722C2-BA55-EF0D-7ABD-77F242CB339C}"/>
                  </a:ext>
                </a:extLst>
              </p:cNvPr>
              <p:cNvSpPr/>
              <p:nvPr/>
            </p:nvSpPr>
            <p:spPr>
              <a:xfrm>
                <a:off x="13496168" y="1205264"/>
                <a:ext cx="1126977" cy="695854"/>
              </a:xfrm>
              <a:prstGeom prst="homePlate">
                <a:avLst>
                  <a:gd name="adj" fmla="val 30152"/>
                </a:avLst>
              </a:prstGeom>
              <a:solidFill>
                <a:srgbClr val="BDC2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4BD01712-421B-986D-B561-2536A8D0582C}"/>
                  </a:ext>
                </a:extLst>
              </p:cNvPr>
              <p:cNvSpPr txBox="1"/>
              <p:nvPr/>
            </p:nvSpPr>
            <p:spPr>
              <a:xfrm>
                <a:off x="13666516" y="1168489"/>
                <a:ext cx="699765" cy="769441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altLang="ko-KR" sz="4400" dirty="0"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3</a:t>
                </a:r>
                <a:endParaRPr lang="ko-KR" altLang="en-US" sz="4400" dirty="0"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42" name="오각형 102">
                <a:extLst>
                  <a:ext uri="{FF2B5EF4-FFF2-40B4-BE49-F238E27FC236}">
                    <a16:creationId xmlns:a16="http://schemas.microsoft.com/office/drawing/2014/main" id="{074778A6-BBCF-3FE2-1BA0-311A2810DBF2}"/>
                  </a:ext>
                </a:extLst>
              </p:cNvPr>
              <p:cNvSpPr/>
              <p:nvPr/>
            </p:nvSpPr>
            <p:spPr>
              <a:xfrm>
                <a:off x="14623145" y="1205264"/>
                <a:ext cx="1126977" cy="695854"/>
              </a:xfrm>
              <a:prstGeom prst="homePlate">
                <a:avLst>
                  <a:gd name="adj" fmla="val 30152"/>
                </a:avLst>
              </a:prstGeom>
              <a:solidFill>
                <a:srgbClr val="BDC2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0119C864-D18C-E4CD-6ECC-AEBD0B6E6DF8}"/>
                  </a:ext>
                </a:extLst>
              </p:cNvPr>
              <p:cNvSpPr txBox="1"/>
              <p:nvPr/>
            </p:nvSpPr>
            <p:spPr>
              <a:xfrm>
                <a:off x="14793493" y="1168489"/>
                <a:ext cx="699765" cy="769441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altLang="ko-KR" sz="4400" dirty="0"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4</a:t>
                </a:r>
                <a:endParaRPr lang="ko-KR" altLang="en-US" sz="4400" dirty="0"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44" name="오각형 104">
                <a:extLst>
                  <a:ext uri="{FF2B5EF4-FFF2-40B4-BE49-F238E27FC236}">
                    <a16:creationId xmlns:a16="http://schemas.microsoft.com/office/drawing/2014/main" id="{4AAC6286-FA85-8112-03F5-0E433C026D5A}"/>
                  </a:ext>
                </a:extLst>
              </p:cNvPr>
              <p:cNvSpPr/>
              <p:nvPr/>
            </p:nvSpPr>
            <p:spPr>
              <a:xfrm>
                <a:off x="15750122" y="1205264"/>
                <a:ext cx="1126977" cy="695854"/>
              </a:xfrm>
              <a:prstGeom prst="homePlate">
                <a:avLst>
                  <a:gd name="adj" fmla="val 30152"/>
                </a:avLst>
              </a:prstGeom>
              <a:solidFill>
                <a:srgbClr val="00B0C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6B3314A-33AD-46C3-CF8B-12A872F1B08C}"/>
                  </a:ext>
                </a:extLst>
              </p:cNvPr>
              <p:cNvSpPr txBox="1"/>
              <p:nvPr/>
            </p:nvSpPr>
            <p:spPr>
              <a:xfrm>
                <a:off x="15920470" y="1168489"/>
                <a:ext cx="699765" cy="769441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altLang="ko-KR" sz="4400" dirty="0"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5</a:t>
                </a:r>
                <a:endParaRPr lang="ko-KR" altLang="en-US" sz="4400" dirty="0"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46" name="오각형 106">
                <a:extLst>
                  <a:ext uri="{FF2B5EF4-FFF2-40B4-BE49-F238E27FC236}">
                    <a16:creationId xmlns:a16="http://schemas.microsoft.com/office/drawing/2014/main" id="{544D2146-D917-D97A-67DD-D7AB192C1E81}"/>
                  </a:ext>
                </a:extLst>
              </p:cNvPr>
              <p:cNvSpPr/>
              <p:nvPr/>
            </p:nvSpPr>
            <p:spPr>
              <a:xfrm>
                <a:off x="16877099" y="1205264"/>
                <a:ext cx="1126977" cy="695854"/>
              </a:xfrm>
              <a:prstGeom prst="homePlate">
                <a:avLst>
                  <a:gd name="adj" fmla="val 30152"/>
                </a:avLst>
              </a:prstGeom>
              <a:solidFill>
                <a:srgbClr val="BDC2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1BE7662-BB2F-3F93-C5AE-1AE272953E68}"/>
                  </a:ext>
                </a:extLst>
              </p:cNvPr>
              <p:cNvSpPr txBox="1"/>
              <p:nvPr/>
            </p:nvSpPr>
            <p:spPr>
              <a:xfrm>
                <a:off x="17047447" y="1168489"/>
                <a:ext cx="699765" cy="769441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altLang="ko-KR" sz="4400" dirty="0"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6</a:t>
                </a:r>
                <a:endParaRPr lang="ko-KR" altLang="en-US" sz="4400" dirty="0"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</p:grpSp>
        <p:sp>
          <p:nvSpPr>
            <p:cNvPr id="36" name="오각형 85">
              <a:extLst>
                <a:ext uri="{FF2B5EF4-FFF2-40B4-BE49-F238E27FC236}">
                  <a16:creationId xmlns:a16="http://schemas.microsoft.com/office/drawing/2014/main" id="{A28D0E6D-F79E-C1E1-5C85-C2EAF72C65DE}"/>
                </a:ext>
              </a:extLst>
            </p:cNvPr>
            <p:cNvSpPr/>
            <p:nvPr/>
          </p:nvSpPr>
          <p:spPr>
            <a:xfrm>
              <a:off x="11242214" y="1167164"/>
              <a:ext cx="1126977" cy="695854"/>
            </a:xfrm>
            <a:prstGeom prst="homePlate">
              <a:avLst>
                <a:gd name="adj" fmla="val 30152"/>
              </a:avLst>
            </a:prstGeom>
            <a:solidFill>
              <a:srgbClr val="BDC2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466590FA-C196-C88E-3259-74CD4B54FA15}"/>
                </a:ext>
              </a:extLst>
            </p:cNvPr>
            <p:cNvSpPr txBox="1"/>
            <p:nvPr/>
          </p:nvSpPr>
          <p:spPr>
            <a:xfrm>
              <a:off x="11412562" y="1130389"/>
              <a:ext cx="699765" cy="769441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altLang="ko-KR" sz="4400" dirty="0"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1</a:t>
              </a:r>
              <a:endParaRPr lang="ko-KR" altLang="en-US" sz="440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</p:grpSp>
      <p:pic>
        <p:nvPicPr>
          <p:cNvPr id="2" name="그림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4232" y="2166531"/>
            <a:ext cx="6722710" cy="4438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747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4342C1B-9C13-E399-6ED5-93C305383F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" y="0"/>
            <a:ext cx="18288000" cy="9715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945600" y="218927"/>
            <a:ext cx="1420397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6000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</a:lstStyle>
          <a:p>
            <a:r>
              <a:rPr lang="ko-KR" altLang="en-US" dirty="0"/>
              <a:t>성장 놀이를 해 봅시다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31" name="모서리가 둥근 직사각형 22">
            <a:extLst>
              <a:ext uri="{FF2B5EF4-FFF2-40B4-BE49-F238E27FC236}">
                <a16:creationId xmlns:a16="http://schemas.microsoft.com/office/drawing/2014/main" id="{E0A6E055-6DA7-1AF0-512B-817305BCBD35}"/>
              </a:ext>
            </a:extLst>
          </p:cNvPr>
          <p:cNvSpPr/>
          <p:nvPr/>
        </p:nvSpPr>
        <p:spPr>
          <a:xfrm flipV="1">
            <a:off x="592397" y="6742379"/>
            <a:ext cx="17106380" cy="2233712"/>
          </a:xfrm>
          <a:prstGeom prst="roundRect">
            <a:avLst>
              <a:gd name="adj" fmla="val 20062"/>
            </a:avLst>
          </a:prstGeom>
          <a:solidFill>
            <a:srgbClr val="FFE8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13716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A044AE8-2E59-9D3A-D326-62E9DCE50B03}"/>
              </a:ext>
            </a:extLst>
          </p:cNvPr>
          <p:cNvSpPr txBox="1"/>
          <p:nvPr/>
        </p:nvSpPr>
        <p:spPr>
          <a:xfrm>
            <a:off x="1017092" y="7009080"/>
            <a:ext cx="16031204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ko-KR" altLang="en-US" sz="5300" spc="1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절반 이상의 학생이 칠판 앞으로 모이면</a:t>
            </a:r>
            <a:r>
              <a:rPr lang="en-US" altLang="ko-KR" sz="5300" spc="1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/>
            </a:r>
            <a:br>
              <a:rPr lang="en-US" altLang="ko-KR" sz="5300" spc="1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</a:br>
            <a:r>
              <a:rPr lang="ko-KR" altLang="en-US" sz="5300" spc="1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다 함께</a:t>
            </a:r>
            <a:r>
              <a:rPr lang="en-US" altLang="ko-KR" sz="5300" spc="1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‘</a:t>
            </a:r>
            <a:r>
              <a:rPr lang="ko-KR" altLang="en-US" sz="5300" spc="100" dirty="0" err="1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콩콩콩</a:t>
            </a:r>
            <a:r>
              <a:rPr lang="ko-KR" altLang="en-US" sz="5300" spc="1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콩나물</a:t>
            </a:r>
            <a:r>
              <a:rPr lang="en-US" altLang="ko-KR" sz="5300" spc="1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’</a:t>
            </a:r>
            <a:r>
              <a:rPr lang="ko-KR" altLang="en-US" sz="5300" spc="1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을 부르며 놀이를 끝내요</a:t>
            </a:r>
            <a:r>
              <a:rPr lang="en-US" altLang="ko-KR" sz="5300" spc="1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.</a:t>
            </a:r>
          </a:p>
        </p:txBody>
      </p:sp>
      <p:grpSp>
        <p:nvGrpSpPr>
          <p:cNvPr id="34" name="그룹 33"/>
          <p:cNvGrpSpPr/>
          <p:nvPr/>
        </p:nvGrpSpPr>
        <p:grpSpPr>
          <a:xfrm>
            <a:off x="11242214" y="1130389"/>
            <a:ext cx="6761862" cy="769441"/>
            <a:chOff x="11242214" y="1130389"/>
            <a:chExt cx="6761862" cy="769441"/>
          </a:xfrm>
        </p:grpSpPr>
        <p:grpSp>
          <p:nvGrpSpPr>
            <p:cNvPr id="35" name="그룹 34"/>
            <p:cNvGrpSpPr/>
            <p:nvPr/>
          </p:nvGrpSpPr>
          <p:grpSpPr>
            <a:xfrm>
              <a:off x="12369191" y="1130389"/>
              <a:ext cx="5634885" cy="769441"/>
              <a:chOff x="12369191" y="1168489"/>
              <a:chExt cx="5634885" cy="769441"/>
            </a:xfrm>
          </p:grpSpPr>
          <p:sp>
            <p:nvSpPr>
              <p:cNvPr id="38" name="오각형 85">
                <a:extLst>
                  <a:ext uri="{FF2B5EF4-FFF2-40B4-BE49-F238E27FC236}">
                    <a16:creationId xmlns:a16="http://schemas.microsoft.com/office/drawing/2014/main" id="{A28D0E6D-F79E-C1E1-5C85-C2EAF72C65DE}"/>
                  </a:ext>
                </a:extLst>
              </p:cNvPr>
              <p:cNvSpPr/>
              <p:nvPr/>
            </p:nvSpPr>
            <p:spPr>
              <a:xfrm>
                <a:off x="12369191" y="1205264"/>
                <a:ext cx="1126977" cy="695854"/>
              </a:xfrm>
              <a:prstGeom prst="homePlate">
                <a:avLst>
                  <a:gd name="adj" fmla="val 30152"/>
                </a:avLst>
              </a:prstGeom>
              <a:solidFill>
                <a:srgbClr val="BDC2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66590FA-C196-C88E-3259-74CD4B54FA15}"/>
                  </a:ext>
                </a:extLst>
              </p:cNvPr>
              <p:cNvSpPr txBox="1"/>
              <p:nvPr/>
            </p:nvSpPr>
            <p:spPr>
              <a:xfrm>
                <a:off x="12539539" y="1168489"/>
                <a:ext cx="699765" cy="769441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altLang="ko-KR" sz="4400" dirty="0"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2</a:t>
                </a:r>
                <a:endParaRPr lang="ko-KR" altLang="en-US" sz="4400" dirty="0"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40" name="오각형 90">
                <a:extLst>
                  <a:ext uri="{FF2B5EF4-FFF2-40B4-BE49-F238E27FC236}">
                    <a16:creationId xmlns:a16="http://schemas.microsoft.com/office/drawing/2014/main" id="{E14722C2-BA55-EF0D-7ABD-77F242CB339C}"/>
                  </a:ext>
                </a:extLst>
              </p:cNvPr>
              <p:cNvSpPr/>
              <p:nvPr/>
            </p:nvSpPr>
            <p:spPr>
              <a:xfrm>
                <a:off x="13496168" y="1205264"/>
                <a:ext cx="1126977" cy="695854"/>
              </a:xfrm>
              <a:prstGeom prst="homePlate">
                <a:avLst>
                  <a:gd name="adj" fmla="val 30152"/>
                </a:avLst>
              </a:prstGeom>
              <a:solidFill>
                <a:srgbClr val="BDC2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4BD01712-421B-986D-B561-2536A8D0582C}"/>
                  </a:ext>
                </a:extLst>
              </p:cNvPr>
              <p:cNvSpPr txBox="1"/>
              <p:nvPr/>
            </p:nvSpPr>
            <p:spPr>
              <a:xfrm>
                <a:off x="13666516" y="1168489"/>
                <a:ext cx="699765" cy="769441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altLang="ko-KR" sz="4400" dirty="0"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3</a:t>
                </a:r>
                <a:endParaRPr lang="ko-KR" altLang="en-US" sz="4400" dirty="0"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42" name="오각형 102">
                <a:extLst>
                  <a:ext uri="{FF2B5EF4-FFF2-40B4-BE49-F238E27FC236}">
                    <a16:creationId xmlns:a16="http://schemas.microsoft.com/office/drawing/2014/main" id="{074778A6-BBCF-3FE2-1BA0-311A2810DBF2}"/>
                  </a:ext>
                </a:extLst>
              </p:cNvPr>
              <p:cNvSpPr/>
              <p:nvPr/>
            </p:nvSpPr>
            <p:spPr>
              <a:xfrm>
                <a:off x="14623145" y="1205264"/>
                <a:ext cx="1126977" cy="695854"/>
              </a:xfrm>
              <a:prstGeom prst="homePlate">
                <a:avLst>
                  <a:gd name="adj" fmla="val 30152"/>
                </a:avLst>
              </a:prstGeom>
              <a:solidFill>
                <a:srgbClr val="BDC2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0119C864-D18C-E4CD-6ECC-AEBD0B6E6DF8}"/>
                  </a:ext>
                </a:extLst>
              </p:cNvPr>
              <p:cNvSpPr txBox="1"/>
              <p:nvPr/>
            </p:nvSpPr>
            <p:spPr>
              <a:xfrm>
                <a:off x="14793493" y="1168489"/>
                <a:ext cx="699765" cy="769441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altLang="ko-KR" sz="4400" dirty="0"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4</a:t>
                </a:r>
                <a:endParaRPr lang="ko-KR" altLang="en-US" sz="4400" dirty="0"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44" name="오각형 104">
                <a:extLst>
                  <a:ext uri="{FF2B5EF4-FFF2-40B4-BE49-F238E27FC236}">
                    <a16:creationId xmlns:a16="http://schemas.microsoft.com/office/drawing/2014/main" id="{4AAC6286-FA85-8112-03F5-0E433C026D5A}"/>
                  </a:ext>
                </a:extLst>
              </p:cNvPr>
              <p:cNvSpPr/>
              <p:nvPr/>
            </p:nvSpPr>
            <p:spPr>
              <a:xfrm>
                <a:off x="15750122" y="1205264"/>
                <a:ext cx="1126977" cy="695854"/>
              </a:xfrm>
              <a:prstGeom prst="homePlate">
                <a:avLst>
                  <a:gd name="adj" fmla="val 30152"/>
                </a:avLst>
              </a:prstGeom>
              <a:solidFill>
                <a:srgbClr val="BDC2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6B3314A-33AD-46C3-CF8B-12A872F1B08C}"/>
                  </a:ext>
                </a:extLst>
              </p:cNvPr>
              <p:cNvSpPr txBox="1"/>
              <p:nvPr/>
            </p:nvSpPr>
            <p:spPr>
              <a:xfrm>
                <a:off x="15920470" y="1168489"/>
                <a:ext cx="699765" cy="769441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altLang="ko-KR" sz="4400" dirty="0"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5</a:t>
                </a:r>
                <a:endParaRPr lang="ko-KR" altLang="en-US" sz="4400" dirty="0"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46" name="오각형 106">
                <a:extLst>
                  <a:ext uri="{FF2B5EF4-FFF2-40B4-BE49-F238E27FC236}">
                    <a16:creationId xmlns:a16="http://schemas.microsoft.com/office/drawing/2014/main" id="{544D2146-D917-D97A-67DD-D7AB192C1E81}"/>
                  </a:ext>
                </a:extLst>
              </p:cNvPr>
              <p:cNvSpPr/>
              <p:nvPr/>
            </p:nvSpPr>
            <p:spPr>
              <a:xfrm>
                <a:off x="16877099" y="1205264"/>
                <a:ext cx="1126977" cy="695854"/>
              </a:xfrm>
              <a:prstGeom prst="homePlate">
                <a:avLst>
                  <a:gd name="adj" fmla="val 30152"/>
                </a:avLst>
              </a:prstGeom>
              <a:solidFill>
                <a:srgbClr val="00B0C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1BE7662-BB2F-3F93-C5AE-1AE272953E68}"/>
                  </a:ext>
                </a:extLst>
              </p:cNvPr>
              <p:cNvSpPr txBox="1"/>
              <p:nvPr/>
            </p:nvSpPr>
            <p:spPr>
              <a:xfrm>
                <a:off x="17047447" y="1168489"/>
                <a:ext cx="699765" cy="769441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altLang="ko-KR" sz="4400" dirty="0"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6</a:t>
                </a:r>
                <a:endParaRPr lang="ko-KR" altLang="en-US" sz="4400" dirty="0"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</p:grpSp>
        <p:sp>
          <p:nvSpPr>
            <p:cNvPr id="36" name="오각형 85">
              <a:extLst>
                <a:ext uri="{FF2B5EF4-FFF2-40B4-BE49-F238E27FC236}">
                  <a16:creationId xmlns:a16="http://schemas.microsoft.com/office/drawing/2014/main" id="{A28D0E6D-F79E-C1E1-5C85-C2EAF72C65DE}"/>
                </a:ext>
              </a:extLst>
            </p:cNvPr>
            <p:cNvSpPr/>
            <p:nvPr/>
          </p:nvSpPr>
          <p:spPr>
            <a:xfrm>
              <a:off x="11242214" y="1167164"/>
              <a:ext cx="1126977" cy="695854"/>
            </a:xfrm>
            <a:prstGeom prst="homePlate">
              <a:avLst>
                <a:gd name="adj" fmla="val 30152"/>
              </a:avLst>
            </a:prstGeom>
            <a:solidFill>
              <a:srgbClr val="BDC2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466590FA-C196-C88E-3259-74CD4B54FA15}"/>
                </a:ext>
              </a:extLst>
            </p:cNvPr>
            <p:cNvSpPr txBox="1"/>
            <p:nvPr/>
          </p:nvSpPr>
          <p:spPr>
            <a:xfrm>
              <a:off x="11412562" y="1130389"/>
              <a:ext cx="699765" cy="769441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altLang="ko-KR" sz="4400" dirty="0"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1</a:t>
              </a:r>
              <a:endParaRPr lang="ko-KR" altLang="en-US" sz="440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</p:grpSp>
      <p:pic>
        <p:nvPicPr>
          <p:cNvPr id="48" name="그림 4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4211" y="2241210"/>
            <a:ext cx="8042751" cy="4122977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BAD73693-0BE8-54CC-6878-A899BC2784C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16500" y="7721600"/>
            <a:ext cx="2736000" cy="1710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696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4342C1B-9C13-E399-6ED5-93C305383F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" y="0"/>
            <a:ext cx="18288000" cy="9715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945600" y="218927"/>
            <a:ext cx="1420397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6000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</a:lstStyle>
          <a:p>
            <a:r>
              <a:rPr lang="ko-KR" altLang="en-US" dirty="0"/>
              <a:t>성장 놀이를 해 봅시다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31" name="모서리가 둥근 직사각형 22">
            <a:extLst>
              <a:ext uri="{FF2B5EF4-FFF2-40B4-BE49-F238E27FC236}">
                <a16:creationId xmlns:a16="http://schemas.microsoft.com/office/drawing/2014/main" id="{E0A6E055-6DA7-1AF0-512B-817305BCBD35}"/>
              </a:ext>
            </a:extLst>
          </p:cNvPr>
          <p:cNvSpPr/>
          <p:nvPr/>
        </p:nvSpPr>
        <p:spPr>
          <a:xfrm flipV="1">
            <a:off x="592397" y="6742379"/>
            <a:ext cx="17106380" cy="2233712"/>
          </a:xfrm>
          <a:prstGeom prst="roundRect">
            <a:avLst>
              <a:gd name="adj" fmla="val 20062"/>
            </a:avLst>
          </a:prstGeom>
          <a:solidFill>
            <a:srgbClr val="FFE8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13716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1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A044AE8-2E59-9D3A-D326-62E9DCE50B03}"/>
              </a:ext>
            </a:extLst>
          </p:cNvPr>
          <p:cNvSpPr txBox="1"/>
          <p:nvPr/>
        </p:nvSpPr>
        <p:spPr>
          <a:xfrm>
            <a:off x="1017092" y="7009080"/>
            <a:ext cx="16031204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ko-KR" altLang="en-US" sz="5300" spc="1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절반 이상의 학생이 칠판 앞으로 모이면</a:t>
            </a:r>
            <a:r>
              <a:rPr lang="en-US" altLang="ko-KR" sz="5300" spc="1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/>
            </a:r>
            <a:br>
              <a:rPr lang="en-US" altLang="ko-KR" sz="5300" spc="1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</a:br>
            <a:r>
              <a:rPr lang="ko-KR" altLang="en-US" sz="5300" spc="1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다 함께</a:t>
            </a:r>
            <a:r>
              <a:rPr lang="en-US" altLang="ko-KR" sz="5300" spc="1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‘</a:t>
            </a:r>
            <a:r>
              <a:rPr lang="ko-KR" altLang="en-US" sz="5300" spc="100" dirty="0" err="1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콩콩콩</a:t>
            </a:r>
            <a:r>
              <a:rPr lang="ko-KR" altLang="en-US" sz="5300" spc="1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콩나물</a:t>
            </a:r>
            <a:r>
              <a:rPr lang="en-US" altLang="ko-KR" sz="5300" spc="1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’</a:t>
            </a:r>
            <a:r>
              <a:rPr lang="ko-KR" altLang="en-US" sz="5300" spc="1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을 부르며 놀이를 끝내요</a:t>
            </a:r>
            <a:r>
              <a:rPr lang="en-US" altLang="ko-KR" sz="5300" spc="1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.</a:t>
            </a:r>
          </a:p>
        </p:txBody>
      </p:sp>
      <p:grpSp>
        <p:nvGrpSpPr>
          <p:cNvPr id="34" name="그룹 33"/>
          <p:cNvGrpSpPr/>
          <p:nvPr/>
        </p:nvGrpSpPr>
        <p:grpSpPr>
          <a:xfrm>
            <a:off x="11242214" y="1130389"/>
            <a:ext cx="6761862" cy="769441"/>
            <a:chOff x="11242214" y="1130389"/>
            <a:chExt cx="6761862" cy="769441"/>
          </a:xfrm>
        </p:grpSpPr>
        <p:grpSp>
          <p:nvGrpSpPr>
            <p:cNvPr id="35" name="그룹 34"/>
            <p:cNvGrpSpPr/>
            <p:nvPr/>
          </p:nvGrpSpPr>
          <p:grpSpPr>
            <a:xfrm>
              <a:off x="12369191" y="1130389"/>
              <a:ext cx="5634885" cy="769441"/>
              <a:chOff x="12369191" y="1168489"/>
              <a:chExt cx="5634885" cy="769441"/>
            </a:xfrm>
          </p:grpSpPr>
          <p:sp>
            <p:nvSpPr>
              <p:cNvPr id="38" name="오각형 85">
                <a:extLst>
                  <a:ext uri="{FF2B5EF4-FFF2-40B4-BE49-F238E27FC236}">
                    <a16:creationId xmlns:a16="http://schemas.microsoft.com/office/drawing/2014/main" id="{A28D0E6D-F79E-C1E1-5C85-C2EAF72C65DE}"/>
                  </a:ext>
                </a:extLst>
              </p:cNvPr>
              <p:cNvSpPr/>
              <p:nvPr/>
            </p:nvSpPr>
            <p:spPr>
              <a:xfrm>
                <a:off x="12369191" y="1205264"/>
                <a:ext cx="1126977" cy="695854"/>
              </a:xfrm>
              <a:prstGeom prst="homePlate">
                <a:avLst>
                  <a:gd name="adj" fmla="val 30152"/>
                </a:avLst>
              </a:prstGeom>
              <a:solidFill>
                <a:srgbClr val="BDC2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66590FA-C196-C88E-3259-74CD4B54FA15}"/>
                  </a:ext>
                </a:extLst>
              </p:cNvPr>
              <p:cNvSpPr txBox="1"/>
              <p:nvPr/>
            </p:nvSpPr>
            <p:spPr>
              <a:xfrm>
                <a:off x="12539539" y="1168489"/>
                <a:ext cx="699765" cy="769441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altLang="ko-KR" sz="4400" dirty="0"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2</a:t>
                </a:r>
                <a:endParaRPr lang="ko-KR" altLang="en-US" sz="4400" dirty="0"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40" name="오각형 90">
                <a:extLst>
                  <a:ext uri="{FF2B5EF4-FFF2-40B4-BE49-F238E27FC236}">
                    <a16:creationId xmlns:a16="http://schemas.microsoft.com/office/drawing/2014/main" id="{E14722C2-BA55-EF0D-7ABD-77F242CB339C}"/>
                  </a:ext>
                </a:extLst>
              </p:cNvPr>
              <p:cNvSpPr/>
              <p:nvPr/>
            </p:nvSpPr>
            <p:spPr>
              <a:xfrm>
                <a:off x="13496168" y="1205264"/>
                <a:ext cx="1126977" cy="695854"/>
              </a:xfrm>
              <a:prstGeom prst="homePlate">
                <a:avLst>
                  <a:gd name="adj" fmla="val 30152"/>
                </a:avLst>
              </a:prstGeom>
              <a:solidFill>
                <a:srgbClr val="BDC2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4BD01712-421B-986D-B561-2536A8D0582C}"/>
                  </a:ext>
                </a:extLst>
              </p:cNvPr>
              <p:cNvSpPr txBox="1"/>
              <p:nvPr/>
            </p:nvSpPr>
            <p:spPr>
              <a:xfrm>
                <a:off x="13666516" y="1168489"/>
                <a:ext cx="699765" cy="769441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altLang="ko-KR" sz="4400" dirty="0"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3</a:t>
                </a:r>
                <a:endParaRPr lang="ko-KR" altLang="en-US" sz="4400" dirty="0"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42" name="오각형 102">
                <a:extLst>
                  <a:ext uri="{FF2B5EF4-FFF2-40B4-BE49-F238E27FC236}">
                    <a16:creationId xmlns:a16="http://schemas.microsoft.com/office/drawing/2014/main" id="{074778A6-BBCF-3FE2-1BA0-311A2810DBF2}"/>
                  </a:ext>
                </a:extLst>
              </p:cNvPr>
              <p:cNvSpPr/>
              <p:nvPr/>
            </p:nvSpPr>
            <p:spPr>
              <a:xfrm>
                <a:off x="14623145" y="1205264"/>
                <a:ext cx="1126977" cy="695854"/>
              </a:xfrm>
              <a:prstGeom prst="homePlate">
                <a:avLst>
                  <a:gd name="adj" fmla="val 30152"/>
                </a:avLst>
              </a:prstGeom>
              <a:solidFill>
                <a:srgbClr val="BDC2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0119C864-D18C-E4CD-6ECC-AEBD0B6E6DF8}"/>
                  </a:ext>
                </a:extLst>
              </p:cNvPr>
              <p:cNvSpPr txBox="1"/>
              <p:nvPr/>
            </p:nvSpPr>
            <p:spPr>
              <a:xfrm>
                <a:off x="14793493" y="1168489"/>
                <a:ext cx="699765" cy="769441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altLang="ko-KR" sz="4400" dirty="0"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4</a:t>
                </a:r>
                <a:endParaRPr lang="ko-KR" altLang="en-US" sz="4400" dirty="0"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44" name="오각형 104">
                <a:extLst>
                  <a:ext uri="{FF2B5EF4-FFF2-40B4-BE49-F238E27FC236}">
                    <a16:creationId xmlns:a16="http://schemas.microsoft.com/office/drawing/2014/main" id="{4AAC6286-FA85-8112-03F5-0E433C026D5A}"/>
                  </a:ext>
                </a:extLst>
              </p:cNvPr>
              <p:cNvSpPr/>
              <p:nvPr/>
            </p:nvSpPr>
            <p:spPr>
              <a:xfrm>
                <a:off x="15750122" y="1205264"/>
                <a:ext cx="1126977" cy="695854"/>
              </a:xfrm>
              <a:prstGeom prst="homePlate">
                <a:avLst>
                  <a:gd name="adj" fmla="val 30152"/>
                </a:avLst>
              </a:prstGeom>
              <a:solidFill>
                <a:srgbClr val="BDC2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6B3314A-33AD-46C3-CF8B-12A872F1B08C}"/>
                  </a:ext>
                </a:extLst>
              </p:cNvPr>
              <p:cNvSpPr txBox="1"/>
              <p:nvPr/>
            </p:nvSpPr>
            <p:spPr>
              <a:xfrm>
                <a:off x="15920470" y="1168489"/>
                <a:ext cx="699765" cy="769441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altLang="ko-KR" sz="4400" dirty="0"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5</a:t>
                </a:r>
                <a:endParaRPr lang="ko-KR" altLang="en-US" sz="4400" dirty="0"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46" name="오각형 106">
                <a:extLst>
                  <a:ext uri="{FF2B5EF4-FFF2-40B4-BE49-F238E27FC236}">
                    <a16:creationId xmlns:a16="http://schemas.microsoft.com/office/drawing/2014/main" id="{544D2146-D917-D97A-67DD-D7AB192C1E81}"/>
                  </a:ext>
                </a:extLst>
              </p:cNvPr>
              <p:cNvSpPr/>
              <p:nvPr/>
            </p:nvSpPr>
            <p:spPr>
              <a:xfrm>
                <a:off x="16877099" y="1205264"/>
                <a:ext cx="1126977" cy="695854"/>
              </a:xfrm>
              <a:prstGeom prst="homePlate">
                <a:avLst>
                  <a:gd name="adj" fmla="val 30152"/>
                </a:avLst>
              </a:prstGeom>
              <a:solidFill>
                <a:srgbClr val="00B0C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1BE7662-BB2F-3F93-C5AE-1AE272953E68}"/>
                  </a:ext>
                </a:extLst>
              </p:cNvPr>
              <p:cNvSpPr txBox="1"/>
              <p:nvPr/>
            </p:nvSpPr>
            <p:spPr>
              <a:xfrm>
                <a:off x="17047447" y="1168489"/>
                <a:ext cx="699765" cy="769441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altLang="ko-KR" sz="4400" dirty="0"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6</a:t>
                </a:r>
                <a:endParaRPr lang="ko-KR" altLang="en-US" sz="4400" dirty="0"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</p:grpSp>
        <p:sp>
          <p:nvSpPr>
            <p:cNvPr id="36" name="오각형 85">
              <a:extLst>
                <a:ext uri="{FF2B5EF4-FFF2-40B4-BE49-F238E27FC236}">
                  <a16:creationId xmlns:a16="http://schemas.microsoft.com/office/drawing/2014/main" id="{A28D0E6D-F79E-C1E1-5C85-C2EAF72C65DE}"/>
                </a:ext>
              </a:extLst>
            </p:cNvPr>
            <p:cNvSpPr/>
            <p:nvPr/>
          </p:nvSpPr>
          <p:spPr>
            <a:xfrm>
              <a:off x="11242214" y="1167164"/>
              <a:ext cx="1126977" cy="695854"/>
            </a:xfrm>
            <a:prstGeom prst="homePlate">
              <a:avLst>
                <a:gd name="adj" fmla="val 30152"/>
              </a:avLst>
            </a:prstGeom>
            <a:solidFill>
              <a:srgbClr val="BDC2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466590FA-C196-C88E-3259-74CD4B54FA15}"/>
                </a:ext>
              </a:extLst>
            </p:cNvPr>
            <p:cNvSpPr txBox="1"/>
            <p:nvPr/>
          </p:nvSpPr>
          <p:spPr>
            <a:xfrm>
              <a:off x="11412562" y="1130389"/>
              <a:ext cx="699765" cy="769441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altLang="ko-KR" sz="4400" dirty="0"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1</a:t>
              </a:r>
              <a:endParaRPr lang="ko-KR" altLang="en-US" sz="440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</p:grpSp>
      <p:pic>
        <p:nvPicPr>
          <p:cNvPr id="48" name="그림 4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4211" y="2241210"/>
            <a:ext cx="8042751" cy="4122977"/>
          </a:xfrm>
          <a:prstGeom prst="rect">
            <a:avLst/>
          </a:prstGeom>
        </p:spPr>
      </p:pic>
      <p:pic>
        <p:nvPicPr>
          <p:cNvPr id="22" name="그림 2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066" y="5168901"/>
            <a:ext cx="6720285" cy="317499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1404600" y="5346700"/>
            <a:ext cx="6235700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200" dirty="0">
                <a:latin typeface="HU남자친구 140" panose="02020603020101020101" pitchFamily="18" charset="-127"/>
                <a:ea typeface="HU남자친구 140" panose="02020603020101020101" pitchFamily="18" charset="-127"/>
              </a:rPr>
              <a:t>우리 반의 성장 동작을 </a:t>
            </a:r>
            <a:r>
              <a:rPr lang="en-US" altLang="ko-KR" sz="5200" dirty="0">
                <a:latin typeface="HU남자친구 140" panose="02020603020101020101" pitchFamily="18" charset="-127"/>
                <a:ea typeface="HU남자친구 140" panose="02020603020101020101" pitchFamily="18" charset="-127"/>
              </a:rPr>
              <a:t/>
            </a:r>
            <a:br>
              <a:rPr lang="en-US" altLang="ko-KR" sz="5200" dirty="0">
                <a:latin typeface="HU남자친구 140" panose="02020603020101020101" pitchFamily="18" charset="-127"/>
                <a:ea typeface="HU남자친구 140" panose="02020603020101020101" pitchFamily="18" charset="-127"/>
              </a:rPr>
            </a:br>
            <a:r>
              <a:rPr lang="ko-KR" altLang="en-US" sz="5200" dirty="0">
                <a:latin typeface="HU남자친구 140" panose="02020603020101020101" pitchFamily="18" charset="-127"/>
                <a:ea typeface="HU남자친구 140" panose="02020603020101020101" pitchFamily="18" charset="-127"/>
              </a:rPr>
              <a:t>직접 정해서</a:t>
            </a:r>
            <a:r>
              <a:rPr lang="en-US" altLang="ko-KR" sz="5200" dirty="0">
                <a:latin typeface="HU남자친구 140" panose="02020603020101020101" pitchFamily="18" charset="-127"/>
                <a:ea typeface="HU남자친구 140" panose="02020603020101020101" pitchFamily="18" charset="-127"/>
              </a:rPr>
              <a:t/>
            </a:r>
            <a:br>
              <a:rPr lang="en-US" altLang="ko-KR" sz="5200" dirty="0">
                <a:latin typeface="HU남자친구 140" panose="02020603020101020101" pitchFamily="18" charset="-127"/>
                <a:ea typeface="HU남자친구 140" panose="02020603020101020101" pitchFamily="18" charset="-127"/>
              </a:rPr>
            </a:br>
            <a:r>
              <a:rPr lang="ko-KR" altLang="en-US" sz="5200" dirty="0">
                <a:latin typeface="HU남자친구 140" panose="02020603020101020101" pitchFamily="18" charset="-127"/>
                <a:ea typeface="HU남자친구 140" panose="02020603020101020101" pitchFamily="18" charset="-127"/>
              </a:rPr>
              <a:t>놀이를 즐겨도</a:t>
            </a:r>
            <a:r>
              <a:rPr lang="en-US" altLang="ko-KR" sz="5200" dirty="0">
                <a:latin typeface="HU남자친구 140" panose="02020603020101020101" pitchFamily="18" charset="-127"/>
                <a:ea typeface="HU남자친구 140" panose="02020603020101020101" pitchFamily="18" charset="-127"/>
              </a:rPr>
              <a:t> </a:t>
            </a:r>
            <a:r>
              <a:rPr lang="ko-KR" altLang="en-US" sz="5200" dirty="0">
                <a:latin typeface="HU남자친구 140" panose="02020603020101020101" pitchFamily="18" charset="-127"/>
                <a:ea typeface="HU남자친구 140" panose="02020603020101020101" pitchFamily="18" charset="-127"/>
              </a:rPr>
              <a:t>좋아요</a:t>
            </a:r>
            <a:r>
              <a:rPr lang="en-US" altLang="ko-KR" sz="5200" dirty="0">
                <a:latin typeface="HU남자친구 140" panose="02020603020101020101" pitchFamily="18" charset="-127"/>
                <a:ea typeface="HU남자친구 140" panose="02020603020101020101" pitchFamily="18" charset="-127"/>
              </a:rPr>
              <a:t>!</a:t>
            </a:r>
          </a:p>
        </p:txBody>
      </p:sp>
      <p:pic>
        <p:nvPicPr>
          <p:cNvPr id="24" name="그림 2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16500" y="7721600"/>
            <a:ext cx="2736000" cy="1710566"/>
          </a:xfrm>
          <a:prstGeom prst="rect">
            <a:avLst/>
          </a:prstGeom>
        </p:spPr>
      </p:pic>
      <p:pic>
        <p:nvPicPr>
          <p:cNvPr id="25" name="그림 2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44445" y="4857750"/>
            <a:ext cx="769509" cy="815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391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B6D9A97-86DF-F3B8-BAB5-727B2F3E4D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" y="0"/>
            <a:ext cx="18288000" cy="97155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7A25519-1252-A7D7-1623-750ECF35A03D}"/>
              </a:ext>
            </a:extLst>
          </p:cNvPr>
          <p:cNvSpPr txBox="1"/>
          <p:nvPr/>
        </p:nvSpPr>
        <p:spPr>
          <a:xfrm>
            <a:off x="2538184" y="218927"/>
            <a:ext cx="1536881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6000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</a:lstStyle>
          <a:p>
            <a:r>
              <a:rPr lang="ko-KR" altLang="en-US" dirty="0"/>
              <a:t>나의 모습을 정지 동작으로 표현해 봅시다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14" name="그림 13" descr="원, 그래픽이(가) 표시된 사진&#10;&#10;자동 생성된 설명">
            <a:extLst>
              <a:ext uri="{FF2B5EF4-FFF2-40B4-BE49-F238E27FC236}">
                <a16:creationId xmlns:a16="http://schemas.microsoft.com/office/drawing/2014/main" id="{ACCE5632-8A0A-D850-02E3-7DEEAE8F58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89" y="2029728"/>
            <a:ext cx="530398" cy="53039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1840125-6245-3567-9598-B607E96E941D}"/>
              </a:ext>
            </a:extLst>
          </p:cNvPr>
          <p:cNvSpPr txBox="1"/>
          <p:nvPr/>
        </p:nvSpPr>
        <p:spPr>
          <a:xfrm>
            <a:off x="1125770" y="1781880"/>
            <a:ext cx="16689132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300" spc="1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성장 놀이를 바탕으로 현재 나의 모습을 정지 동작으로</a:t>
            </a:r>
            <a:r>
              <a:rPr lang="en-US" altLang="ko-KR" sz="5300" spc="1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/>
            </a:r>
            <a:br>
              <a:rPr lang="en-US" altLang="ko-KR" sz="5300" spc="1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</a:br>
            <a:r>
              <a:rPr lang="ko-KR" altLang="en-US" sz="5300" spc="1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표현해 봅시다</a:t>
            </a:r>
            <a:r>
              <a:rPr lang="en-US" altLang="ko-KR" sz="5300" spc="1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.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9550" y="3260896"/>
            <a:ext cx="8501571" cy="6454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750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B6D9A97-86DF-F3B8-BAB5-727B2F3E4D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" y="0"/>
            <a:ext cx="18288000" cy="97155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7A25519-1252-A7D7-1623-750ECF35A03D}"/>
              </a:ext>
            </a:extLst>
          </p:cNvPr>
          <p:cNvSpPr txBox="1"/>
          <p:nvPr/>
        </p:nvSpPr>
        <p:spPr>
          <a:xfrm>
            <a:off x="2538184" y="218927"/>
            <a:ext cx="1536881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6000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</a:lstStyle>
          <a:p>
            <a:r>
              <a:rPr lang="ko-KR" altLang="en-US" dirty="0"/>
              <a:t>나의 모습을 정지 동작으로 표현해 봅시다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14" name="그림 13" descr="원, 그래픽이(가) 표시된 사진&#10;&#10;자동 생성된 설명">
            <a:extLst>
              <a:ext uri="{FF2B5EF4-FFF2-40B4-BE49-F238E27FC236}">
                <a16:creationId xmlns:a16="http://schemas.microsoft.com/office/drawing/2014/main" id="{ACCE5632-8A0A-D850-02E3-7DEEAE8F58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89" y="2029728"/>
            <a:ext cx="530398" cy="53039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1840125-6245-3567-9598-B607E96E941D}"/>
              </a:ext>
            </a:extLst>
          </p:cNvPr>
          <p:cNvSpPr txBox="1"/>
          <p:nvPr/>
        </p:nvSpPr>
        <p:spPr>
          <a:xfrm>
            <a:off x="1125770" y="1781880"/>
            <a:ext cx="16689132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300" spc="1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성장 놀이를 바탕으로 </a:t>
            </a:r>
            <a:r>
              <a:rPr lang="en-US" altLang="ko-KR" sz="5300" spc="1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1</a:t>
            </a:r>
            <a:r>
              <a:rPr lang="ko-KR" altLang="en-US" sz="5300" spc="1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년 뒤 나의 모습을 생각하며 정지</a:t>
            </a:r>
            <a:r>
              <a:rPr lang="en-US" altLang="ko-KR" sz="5300" spc="1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/>
            </a:r>
            <a:br>
              <a:rPr lang="en-US" altLang="ko-KR" sz="5300" spc="1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</a:br>
            <a:r>
              <a:rPr lang="ko-KR" altLang="en-US" sz="5300" spc="1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동작으로 표현해 봅시다</a:t>
            </a:r>
            <a:r>
              <a:rPr lang="en-US" altLang="ko-KR" sz="5300" spc="1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.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7423" y="3593700"/>
            <a:ext cx="10136327" cy="6033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865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72AC728-C3D1-437C-AA6A-7F5198549A45}"/>
              </a:ext>
            </a:extLst>
          </p:cNvPr>
          <p:cNvSpPr/>
          <p:nvPr/>
        </p:nvSpPr>
        <p:spPr>
          <a:xfrm>
            <a:off x="0" y="0"/>
            <a:ext cx="18291175" cy="9715500"/>
          </a:xfrm>
          <a:prstGeom prst="rect">
            <a:avLst/>
          </a:prstGeom>
          <a:solidFill>
            <a:srgbClr val="F4F1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825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B62CE61-791C-4E59-98CE-DE301E17C21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093" y="12853"/>
            <a:ext cx="5494661" cy="5293198"/>
          </a:xfrm>
          <a:prstGeom prst="rect">
            <a:avLst/>
          </a:prstGeom>
          <a:solidFill>
            <a:srgbClr val="F4F1D9"/>
          </a:solidFill>
        </p:spPr>
      </p:pic>
      <p:sp>
        <p:nvSpPr>
          <p:cNvPr id="4" name="TextBox 33">
            <a:extLst>
              <a:ext uri="{FF2B5EF4-FFF2-40B4-BE49-F238E27FC236}">
                <a16:creationId xmlns:a16="http://schemas.microsoft.com/office/drawing/2014/main" id="{54A0FF5C-4E95-464A-B161-7683CE30FF6D}"/>
              </a:ext>
            </a:extLst>
          </p:cNvPr>
          <p:cNvSpPr txBox="1"/>
          <p:nvPr/>
        </p:nvSpPr>
        <p:spPr>
          <a:xfrm>
            <a:off x="2534992" y="2413746"/>
            <a:ext cx="9544408" cy="7463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4250" b="1" spc="-213" dirty="0">
                <a:solidFill>
                  <a:srgbClr val="212121"/>
                </a:solidFill>
                <a:latin typeface="+mn-ea"/>
              </a:rPr>
              <a:t>선생님</a:t>
            </a:r>
            <a:r>
              <a:rPr lang="en-US" altLang="ko-KR" sz="4250" b="1" spc="-213" dirty="0">
                <a:solidFill>
                  <a:srgbClr val="212121"/>
                </a:solidFill>
                <a:latin typeface="+mn-ea"/>
              </a:rPr>
              <a:t>, PPT</a:t>
            </a:r>
            <a:r>
              <a:rPr lang="ko-KR" altLang="en-US" sz="4250" b="1" spc="-213" dirty="0">
                <a:solidFill>
                  <a:srgbClr val="212121"/>
                </a:solidFill>
                <a:latin typeface="+mn-ea"/>
              </a:rPr>
              <a:t>는 </a:t>
            </a:r>
            <a:r>
              <a:rPr lang="en-US" altLang="ko-KR" sz="4250" b="1" spc="-213" dirty="0">
                <a:solidFill>
                  <a:srgbClr val="212121"/>
                </a:solidFill>
                <a:latin typeface="+mn-ea"/>
              </a:rPr>
              <a:t>“</a:t>
            </a:r>
            <a:r>
              <a:rPr lang="ko-KR" altLang="en-US" sz="4250" b="1" spc="-213" dirty="0">
                <a:solidFill>
                  <a:srgbClr val="212121"/>
                </a:solidFill>
                <a:latin typeface="+mn-ea"/>
              </a:rPr>
              <a:t>학교 수업</a:t>
            </a:r>
            <a:r>
              <a:rPr lang="en-US" altLang="ko-KR" sz="4250" b="1" spc="-213" dirty="0">
                <a:solidFill>
                  <a:srgbClr val="212121"/>
                </a:solidFill>
                <a:latin typeface="+mn-ea"/>
              </a:rPr>
              <a:t>”</a:t>
            </a:r>
            <a:r>
              <a:rPr lang="ko-KR" altLang="en-US" sz="4250" b="1" spc="-213" dirty="0">
                <a:solidFill>
                  <a:srgbClr val="212121"/>
                </a:solidFill>
                <a:latin typeface="+mn-ea"/>
              </a:rPr>
              <a:t>에만 활용해 주세요</a:t>
            </a:r>
            <a:r>
              <a:rPr lang="en-US" altLang="ko-KR" sz="4250" b="1" spc="-213" dirty="0">
                <a:solidFill>
                  <a:srgbClr val="212121"/>
                </a:solidFill>
                <a:latin typeface="+mn-ea"/>
              </a:rPr>
              <a:t>!</a:t>
            </a:r>
            <a:endParaRPr lang="ko-KR" altLang="en-US" sz="4250" b="1" spc="-213" dirty="0">
              <a:solidFill>
                <a:srgbClr val="212121"/>
              </a:solidFill>
              <a:latin typeface="+mn-ea"/>
            </a:endParaRPr>
          </a:p>
        </p:txBody>
      </p:sp>
      <p:sp>
        <p:nvSpPr>
          <p:cNvPr id="5" name="TextBox 34">
            <a:extLst>
              <a:ext uri="{FF2B5EF4-FFF2-40B4-BE49-F238E27FC236}">
                <a16:creationId xmlns:a16="http://schemas.microsoft.com/office/drawing/2014/main" id="{C5746833-B9B8-4AA8-B4D1-1F7BCDB152DE}"/>
              </a:ext>
            </a:extLst>
          </p:cNvPr>
          <p:cNvSpPr txBox="1"/>
          <p:nvPr/>
        </p:nvSpPr>
        <p:spPr>
          <a:xfrm>
            <a:off x="2310828" y="3720680"/>
            <a:ext cx="13975553" cy="1796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4788" indent="-404788" algn="just">
              <a:buFont typeface="Wingdings" pitchFamily="2" charset="2"/>
              <a:buChar char="§"/>
            </a:pPr>
            <a:r>
              <a:rPr lang="ko-KR" altLang="en-US" sz="2550" b="1" spc="-213" dirty="0">
                <a:solidFill>
                  <a:srgbClr val="1B1464"/>
                </a:solidFill>
                <a:latin typeface="+mn-ea"/>
              </a:rPr>
              <a:t>본</a:t>
            </a:r>
            <a:r>
              <a:rPr lang="en-US" altLang="ko-KR" sz="2550" b="1" spc="-213" dirty="0">
                <a:solidFill>
                  <a:srgbClr val="1B1464"/>
                </a:solidFill>
                <a:latin typeface="+mn-ea"/>
              </a:rPr>
              <a:t> PPT </a:t>
            </a:r>
            <a:r>
              <a:rPr lang="ko-KR" altLang="en-US" sz="2550" b="1" spc="-213" dirty="0">
                <a:solidFill>
                  <a:srgbClr val="1B1464"/>
                </a:solidFill>
                <a:latin typeface="+mn-ea"/>
              </a:rPr>
              <a:t>자료는 </a:t>
            </a:r>
            <a:r>
              <a:rPr lang="en-US" altLang="ko-KR" sz="2550" b="1" spc="-213" dirty="0">
                <a:solidFill>
                  <a:srgbClr val="1B1464"/>
                </a:solidFill>
                <a:latin typeface="+mn-ea"/>
              </a:rPr>
              <a:t>‘</a:t>
            </a:r>
            <a:r>
              <a:rPr lang="ko-KR" altLang="en-US" sz="2550" b="1" spc="-213" dirty="0">
                <a:solidFill>
                  <a:srgbClr val="1B1464"/>
                </a:solidFill>
                <a:latin typeface="+mn-ea"/>
              </a:rPr>
              <a:t>학교 수업을 목적으로 선생님의 관리하에 한정된 학생</a:t>
            </a:r>
            <a:r>
              <a:rPr lang="en-US" altLang="ko-KR" sz="2550" b="1" spc="-213" dirty="0">
                <a:solidFill>
                  <a:srgbClr val="1B1464"/>
                </a:solidFill>
                <a:latin typeface="+mn-ea"/>
              </a:rPr>
              <a:t>’</a:t>
            </a:r>
            <a:r>
              <a:rPr lang="ko-KR" altLang="en-US" sz="2550" b="1" spc="-213" dirty="0">
                <a:solidFill>
                  <a:srgbClr val="1B1464"/>
                </a:solidFill>
                <a:latin typeface="+mn-ea"/>
              </a:rPr>
              <a:t>에게만 사용하실 수 있습니다</a:t>
            </a:r>
            <a:r>
              <a:rPr lang="en-US" altLang="ko-KR" sz="2550" b="1" spc="-213" dirty="0">
                <a:solidFill>
                  <a:srgbClr val="1B1464"/>
                </a:solidFill>
                <a:latin typeface="+mn-ea"/>
              </a:rPr>
              <a:t>.</a:t>
            </a:r>
          </a:p>
          <a:p>
            <a:pPr marL="404788" indent="-404788" algn="just">
              <a:buFont typeface="Wingdings" pitchFamily="2" charset="2"/>
              <a:buChar char="§"/>
            </a:pPr>
            <a:endParaRPr lang="en-US" altLang="ko-KR" sz="2550" b="1" spc="-213" dirty="0">
              <a:solidFill>
                <a:srgbClr val="1B1464"/>
              </a:solidFill>
              <a:latin typeface="+mn-ea"/>
            </a:endParaRPr>
          </a:p>
          <a:p>
            <a:pPr marL="404788" indent="-404788" algn="just">
              <a:lnSpc>
                <a:spcPts val="3683"/>
              </a:lnSpc>
              <a:buFont typeface="Wingdings" pitchFamily="2" charset="2"/>
              <a:buChar char="§"/>
            </a:pPr>
            <a:r>
              <a:rPr lang="ko-KR" altLang="en-US" sz="2550" b="1" spc="-213" dirty="0">
                <a:solidFill>
                  <a:srgbClr val="1B1464"/>
                </a:solidFill>
                <a:latin typeface="+mn-ea"/>
              </a:rPr>
              <a:t>본 </a:t>
            </a:r>
            <a:r>
              <a:rPr lang="en-US" altLang="ko-KR" sz="2550" b="1" spc="-213" dirty="0">
                <a:solidFill>
                  <a:srgbClr val="1B1464"/>
                </a:solidFill>
                <a:latin typeface="+mn-ea"/>
              </a:rPr>
              <a:t>PPT </a:t>
            </a:r>
            <a:r>
              <a:rPr lang="ko-KR" altLang="en-US" sz="2550" b="1" spc="-213" dirty="0">
                <a:solidFill>
                  <a:srgbClr val="1B1464"/>
                </a:solidFill>
                <a:latin typeface="+mn-ea"/>
              </a:rPr>
              <a:t>자료는</a:t>
            </a:r>
            <a:r>
              <a:rPr lang="en-US" altLang="ko-KR" sz="2550" b="1" spc="-213" dirty="0">
                <a:solidFill>
                  <a:srgbClr val="1B1464"/>
                </a:solidFill>
                <a:latin typeface="+mn-ea"/>
              </a:rPr>
              <a:t> </a:t>
            </a:r>
            <a:r>
              <a:rPr lang="ko-KR" altLang="en-US" sz="2550" b="1" spc="-213" dirty="0">
                <a:solidFill>
                  <a:srgbClr val="1B1464"/>
                </a:solidFill>
                <a:latin typeface="+mn-ea"/>
              </a:rPr>
              <a:t>온라인 수업에 사용하실 수 있습니다</a:t>
            </a:r>
            <a:r>
              <a:rPr lang="en-US" altLang="ko-KR" sz="2550" b="1" spc="-213" dirty="0">
                <a:solidFill>
                  <a:srgbClr val="1B1464"/>
                </a:solidFill>
                <a:latin typeface="+mn-ea"/>
              </a:rPr>
              <a:t>. </a:t>
            </a:r>
            <a:r>
              <a:rPr lang="ko-KR" altLang="en-US" sz="2550" b="1" spc="-213" dirty="0">
                <a:solidFill>
                  <a:srgbClr val="1B1464"/>
                </a:solidFill>
                <a:latin typeface="+mn-ea"/>
              </a:rPr>
              <a:t>단</a:t>
            </a:r>
            <a:r>
              <a:rPr lang="en-US" altLang="ko-KR" sz="2550" b="1" spc="-213" dirty="0">
                <a:solidFill>
                  <a:srgbClr val="1B1464"/>
                </a:solidFill>
                <a:latin typeface="+mn-ea"/>
              </a:rPr>
              <a:t>, </a:t>
            </a:r>
            <a:r>
              <a:rPr lang="ko-KR" altLang="en-US" sz="2550" b="1" spc="-213" dirty="0">
                <a:solidFill>
                  <a:srgbClr val="1B1464"/>
                </a:solidFill>
                <a:latin typeface="+mn-ea"/>
              </a:rPr>
              <a:t>파일을 업로드할 때마다 출처와 저작권 보호 문구를 꼭 표시해 주세요</a:t>
            </a:r>
            <a:r>
              <a:rPr lang="en-US" altLang="ko-KR" sz="2550" b="1" spc="-213" dirty="0">
                <a:solidFill>
                  <a:srgbClr val="1B1464"/>
                </a:solidFill>
                <a:latin typeface="+mn-ea"/>
              </a:rPr>
              <a:t>.</a:t>
            </a:r>
          </a:p>
        </p:txBody>
      </p:sp>
      <p:sp>
        <p:nvSpPr>
          <p:cNvPr id="6" name="TextBox 35">
            <a:extLst>
              <a:ext uri="{FF2B5EF4-FFF2-40B4-BE49-F238E27FC236}">
                <a16:creationId xmlns:a16="http://schemas.microsoft.com/office/drawing/2014/main" id="{240138DA-98F3-48A3-A871-E10D3450AD1C}"/>
              </a:ext>
            </a:extLst>
          </p:cNvPr>
          <p:cNvSpPr txBox="1"/>
          <p:nvPr/>
        </p:nvSpPr>
        <p:spPr>
          <a:xfrm>
            <a:off x="2587317" y="6261108"/>
            <a:ext cx="5165710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3400" b="1" spc="-213" dirty="0">
                <a:solidFill>
                  <a:srgbClr val="7030A0"/>
                </a:solidFill>
                <a:latin typeface="+mj-ea"/>
                <a:ea typeface="+mj-ea"/>
              </a:rPr>
              <a:t>온라인 수업용 저작권 보호 문구</a:t>
            </a:r>
            <a:endParaRPr lang="ko-KR" altLang="en-US" sz="3400" spc="-213" dirty="0">
              <a:solidFill>
                <a:srgbClr val="7030A0"/>
              </a:solidFill>
              <a:latin typeface="+mj-ea"/>
              <a:ea typeface="+mj-ea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3C43CA91-3EFB-4F38-9C04-BEFDFA8AA9F8}"/>
              </a:ext>
            </a:extLst>
          </p:cNvPr>
          <p:cNvGrpSpPr/>
          <p:nvPr/>
        </p:nvGrpSpPr>
        <p:grpSpPr>
          <a:xfrm>
            <a:off x="3293798" y="1169715"/>
            <a:ext cx="2856317" cy="525802"/>
            <a:chOff x="7670445" y="2449859"/>
            <a:chExt cx="874784" cy="2904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344EDF49-81A3-4529-8BC0-69AA89A760CE}"/>
                </a:ext>
              </a:extLst>
            </p:cNvPr>
            <p:cNvSpPr/>
            <p:nvPr/>
          </p:nvSpPr>
          <p:spPr>
            <a:xfrm>
              <a:off x="7681229" y="2452322"/>
              <a:ext cx="864000" cy="288000"/>
            </a:xfrm>
            <a:prstGeom prst="roundRect">
              <a:avLst/>
            </a:prstGeom>
            <a:solidFill>
              <a:srgbClr val="0094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2550"/>
            </a:p>
          </p:txBody>
        </p:sp>
        <p:sp>
          <p:nvSpPr>
            <p:cNvPr id="9" name="TextBox 38">
              <a:extLst>
                <a:ext uri="{FF2B5EF4-FFF2-40B4-BE49-F238E27FC236}">
                  <a16:creationId xmlns:a16="http://schemas.microsoft.com/office/drawing/2014/main" id="{9C25C607-69E7-4468-8C0A-44BA43709752}"/>
                </a:ext>
              </a:extLst>
            </p:cNvPr>
            <p:cNvSpPr txBox="1"/>
            <p:nvPr/>
          </p:nvSpPr>
          <p:spPr>
            <a:xfrm>
              <a:off x="7670445" y="2449859"/>
              <a:ext cx="864096" cy="273674"/>
            </a:xfrm>
            <a:prstGeom prst="rect">
              <a:avLst/>
            </a:prstGeom>
            <a:noFill/>
          </p:spPr>
          <p:txBody>
            <a:bodyPr wrap="square" tIns="51000" bIns="51000" rtlCol="0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289890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ko-KR" sz="2550" b="1" kern="0" spc="-213" dirty="0">
                  <a:solidFill>
                    <a:srgbClr val="FFFF00"/>
                  </a:solidFill>
                  <a:latin typeface="+mn-ea"/>
                </a:rPr>
                <a:t>PPT </a:t>
              </a:r>
              <a:r>
                <a:rPr lang="ko-KR" altLang="en-US" sz="2550" b="1" kern="0" spc="-213" dirty="0">
                  <a:solidFill>
                    <a:srgbClr val="FFFF00"/>
                  </a:solidFill>
                  <a:latin typeface="+mn-ea"/>
                </a:rPr>
                <a:t>활용 안내</a:t>
              </a: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3DCD16C3-9932-4B10-BF6D-765874575E66}"/>
              </a:ext>
            </a:extLst>
          </p:cNvPr>
          <p:cNvGrpSpPr/>
          <p:nvPr/>
        </p:nvGrpSpPr>
        <p:grpSpPr>
          <a:xfrm>
            <a:off x="2791338" y="7002738"/>
            <a:ext cx="13495042" cy="1862581"/>
            <a:chOff x="755575" y="5363047"/>
            <a:chExt cx="8435089" cy="1314763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DFBAB7A0-088A-452F-AE94-7C1E4C96290D}"/>
                </a:ext>
              </a:extLst>
            </p:cNvPr>
            <p:cNvSpPr/>
            <p:nvPr/>
          </p:nvSpPr>
          <p:spPr>
            <a:xfrm>
              <a:off x="755575" y="5423551"/>
              <a:ext cx="8435089" cy="1254259"/>
            </a:xfrm>
            <a:prstGeom prst="rect">
              <a:avLst/>
            </a:prstGeom>
            <a:noFill/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4250"/>
                </a:lnSpc>
              </a:pPr>
              <a:r>
                <a:rPr lang="ko-KR" altLang="en-US" sz="2267" b="1" spc="-213" dirty="0">
                  <a:solidFill>
                    <a:schemeClr val="tx1"/>
                  </a:solidFill>
                  <a:latin typeface="+mn-ea"/>
                </a:rPr>
                <a:t>출처</a:t>
              </a:r>
              <a:r>
                <a:rPr lang="en-US" altLang="ko-KR" sz="2267" b="1" spc="-213" dirty="0">
                  <a:solidFill>
                    <a:schemeClr val="tx1"/>
                  </a:solidFill>
                  <a:latin typeface="+mn-ea"/>
                </a:rPr>
                <a:t>: </a:t>
              </a:r>
              <a:r>
                <a:rPr lang="ko-KR" altLang="en-US" sz="2267" b="1" spc="-213" dirty="0">
                  <a:solidFill>
                    <a:schemeClr val="tx1"/>
                  </a:solidFill>
                  <a:latin typeface="+mn-ea"/>
                </a:rPr>
                <a:t>비상교육 </a:t>
              </a:r>
              <a:r>
                <a:rPr lang="ko-KR" altLang="en-US" sz="2267" b="1" spc="-213" dirty="0" err="1">
                  <a:solidFill>
                    <a:schemeClr val="tx1"/>
                  </a:solidFill>
                  <a:latin typeface="+mn-ea"/>
                </a:rPr>
                <a:t>비바샘</a:t>
              </a:r>
              <a:endParaRPr lang="en-US" altLang="ko-KR" sz="2267" b="1" spc="-213" dirty="0">
                <a:solidFill>
                  <a:schemeClr val="tx1"/>
                </a:solidFill>
                <a:latin typeface="+mn-ea"/>
              </a:endParaRPr>
            </a:p>
            <a:p>
              <a:pPr>
                <a:lnSpc>
                  <a:spcPts val="4250"/>
                </a:lnSpc>
              </a:pPr>
              <a:r>
                <a:rPr lang="ko-KR" altLang="en-US" sz="2267" spc="-213" dirty="0">
                  <a:solidFill>
                    <a:schemeClr val="tx1"/>
                  </a:solidFill>
                  <a:latin typeface="+mn-ea"/>
                </a:rPr>
                <a:t>온라인 개학에 따른 학생들의 수업을 돕기 위한 자료로</a:t>
              </a:r>
              <a:r>
                <a:rPr lang="en-US" altLang="ko-KR" sz="2267" spc="-213" dirty="0">
                  <a:solidFill>
                    <a:schemeClr val="tx1"/>
                  </a:solidFill>
                  <a:latin typeface="+mn-ea"/>
                </a:rPr>
                <a:t>,</a:t>
              </a:r>
            </a:p>
            <a:p>
              <a:pPr>
                <a:lnSpc>
                  <a:spcPts val="4250"/>
                </a:lnSpc>
              </a:pPr>
              <a:r>
                <a:rPr lang="ko-KR" altLang="en-US" sz="2267" spc="-213" dirty="0">
                  <a:solidFill>
                    <a:schemeClr val="tx1"/>
                  </a:solidFill>
                  <a:latin typeface="+mn-ea"/>
                </a:rPr>
                <a:t>다른 목적으로 공유하여 사용하거나 외부에 유출할 수 없습니다</a:t>
              </a:r>
              <a:r>
                <a:rPr lang="en-US" altLang="ko-KR" sz="2267" spc="-213" dirty="0">
                  <a:solidFill>
                    <a:schemeClr val="tx1"/>
                  </a:solidFill>
                  <a:latin typeface="+mn-ea"/>
                </a:rPr>
                <a:t>.</a:t>
              </a:r>
              <a:endParaRPr lang="ko-KR" altLang="en-US" sz="2267" spc="-213" dirty="0">
                <a:solidFill>
                  <a:schemeClr val="tx1"/>
                </a:solidFill>
                <a:latin typeface="+mn-ea"/>
              </a:endParaRPr>
            </a:p>
          </p:txBody>
        </p:sp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EF68B545-8338-4DEC-8424-02089EF1731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238"/>
            <a:stretch/>
          </p:blipFill>
          <p:spPr>
            <a:xfrm>
              <a:off x="7938834" y="5363047"/>
              <a:ext cx="1052649" cy="89749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27516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oPub돋움체 Bold">
      <a:majorFont>
        <a:latin typeface="KoPub돋움체 Bold"/>
        <a:ea typeface="KoPub돋움체 Bold"/>
        <a:cs typeface=""/>
      </a:majorFont>
      <a:minorFont>
        <a:latin typeface="KoPub돋움체 Bold"/>
        <a:ea typeface="KoPub돋움체 Bold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D7768381E8EBC84BBD289CB396C62F54" ma:contentTypeVersion="13" ma:contentTypeDescription="새 문서를 만듭니다." ma:contentTypeScope="" ma:versionID="b313ed8bcda29fe734f1ce3907bf642c">
  <xsd:schema xmlns:xsd="http://www.w3.org/2001/XMLSchema" xmlns:xs="http://www.w3.org/2001/XMLSchema" xmlns:p="http://schemas.microsoft.com/office/2006/metadata/properties" xmlns:ns2="8148f6ff-c11f-48f4-99bf-0a638f2bbf0d" xmlns:ns3="ff0ccd48-c14f-42b5-8967-eb424317c0ea" targetNamespace="http://schemas.microsoft.com/office/2006/metadata/properties" ma:root="true" ma:fieldsID="12fa2d6f887ffb0d73fc116a78b6cb71" ns2:_="" ns3:_="">
    <xsd:import namespace="8148f6ff-c11f-48f4-99bf-0a638f2bbf0d"/>
    <xsd:import namespace="ff0ccd48-c14f-42b5-8967-eb424317c0e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OCR" minOccurs="0"/>
                <xsd:element ref="ns2:MediaServiceSearchPropertie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48f6ff-c11f-48f4-99bf-0a638f2bbf0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이미지 태그" ma:readOnly="false" ma:fieldId="{5cf76f15-5ced-4ddc-b409-7134ff3c332f}" ma:taxonomyMulti="true" ma:sspId="1af7e10e-6c05-47e7-9f2a-c37a57261e2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f0ccd48-c14f-42b5-8967-eb424317c0ea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148f6ff-c11f-48f4-99bf-0a638f2bbf0d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B802C1B-6FFB-43DF-80A2-BF2DE2DCA32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148f6ff-c11f-48f4-99bf-0a638f2bbf0d"/>
    <ds:schemaRef ds:uri="ff0ccd48-c14f-42b5-8967-eb424317c0e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7022507-728F-41E3-97E4-1643270D35D1}">
  <ds:schemaRefs>
    <ds:schemaRef ds:uri="http://schemas.microsoft.com/office/2006/documentManagement/types"/>
    <ds:schemaRef ds:uri="http://purl.org/dc/dcmitype/"/>
    <ds:schemaRef ds:uri="http://schemas.microsoft.com/office/2006/metadata/properties"/>
    <ds:schemaRef ds:uri="http://purl.org/dc/terms/"/>
    <ds:schemaRef ds:uri="http://purl.org/dc/elements/1.1/"/>
    <ds:schemaRef ds:uri="http://schemas.microsoft.com/office/infopath/2007/PartnerControls"/>
    <ds:schemaRef ds:uri="8148f6ff-c11f-48f4-99bf-0a638f2bbf0d"/>
    <ds:schemaRef ds:uri="http://schemas.openxmlformats.org/package/2006/metadata/core-properties"/>
    <ds:schemaRef ds:uri="ff0ccd48-c14f-42b5-8967-eb424317c0ea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54F81CC2-FA57-46C2-B6F0-FB282E857BE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3583</TotalTime>
  <Words>458</Words>
  <Application>Microsoft Office PowerPoint</Application>
  <PresentationFormat>사용자 지정</PresentationFormat>
  <Paragraphs>116</Paragraphs>
  <Slides>17</Slides>
  <Notes>13</Notes>
  <HiddenSlides>0</HiddenSlides>
  <MMClips>5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5" baseType="lpstr">
      <vt:lpstr>맑은 고딕</vt:lpstr>
      <vt:lpstr>KoPub돋움체 Bold</vt:lpstr>
      <vt:lpstr>Arial</vt:lpstr>
      <vt:lpstr>Wingdings</vt:lpstr>
      <vt:lpstr>HU남자친구 140</vt:lpstr>
      <vt:lpstr>레시피코리아 Medium</vt:lpstr>
      <vt:lpstr>CookieRun Regular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김아름</dc:creator>
  <cp:lastModifiedBy>한수정 창의융합콘텐츠 Cell</cp:lastModifiedBy>
  <cp:revision>848</cp:revision>
  <dcterms:created xsi:type="dcterms:W3CDTF">2023-12-13T01:02:30Z</dcterms:created>
  <dcterms:modified xsi:type="dcterms:W3CDTF">2024-02-20T08:55:06Z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0x010100D7768381E8EBC84BBD289CB396C62F54</vt:lpwstr>
  </property>
</Properties>
</file>