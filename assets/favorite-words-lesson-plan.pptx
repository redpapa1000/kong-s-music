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99" r:id="rId2"/>
    <p:sldId id="294" r:id="rId3"/>
    <p:sldId id="295" r:id="rId4"/>
    <p:sldId id="376" r:id="rId5"/>
    <p:sldId id="367" r:id="rId6"/>
    <p:sldId id="382" r:id="rId7"/>
    <p:sldId id="389" r:id="rId8"/>
    <p:sldId id="384" r:id="rId9"/>
    <p:sldId id="391" r:id="rId10"/>
    <p:sldId id="285" r:id="rId11"/>
    <p:sldId id="393" r:id="rId12"/>
    <p:sldId id="387" r:id="rId13"/>
    <p:sldId id="394" r:id="rId14"/>
    <p:sldId id="395" r:id="rId15"/>
    <p:sldId id="396" r:id="rId16"/>
    <p:sldId id="397" r:id="rId17"/>
    <p:sldId id="320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3" userDrawn="1">
          <p15:clr>
            <a:srgbClr val="A4A3A4"/>
          </p15:clr>
        </p15:guide>
        <p15:guide id="6" orient="horz" pos="73" userDrawn="1">
          <p15:clr>
            <a:srgbClr val="A4A3A4"/>
          </p15:clr>
        </p15:guide>
        <p15:guide id="7" pos="529" userDrawn="1">
          <p15:clr>
            <a:srgbClr val="A4A3A4"/>
          </p15:clr>
        </p15:guide>
        <p15:guide id="8" pos="5632" userDrawn="1">
          <p15:clr>
            <a:srgbClr val="A4A3A4"/>
          </p15:clr>
        </p15:guide>
        <p15:guide id="9" pos="7605" userDrawn="1">
          <p15:clr>
            <a:srgbClr val="A4A3A4"/>
          </p15:clr>
        </p15:guide>
        <p15:guide id="11" pos="1890" userDrawn="1">
          <p15:clr>
            <a:srgbClr val="A4A3A4"/>
          </p15:clr>
        </p15:guide>
        <p15:guide id="12" orient="horz" pos="13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8508"/>
    <a:srgbClr val="9FEED5"/>
    <a:srgbClr val="FFFEEB"/>
    <a:srgbClr val="AD4B45"/>
    <a:srgbClr val="D13B27"/>
    <a:srgbClr val="F8F9E5"/>
    <a:srgbClr val="EFF5E2"/>
    <a:srgbClr val="CC210A"/>
    <a:srgbClr val="134888"/>
    <a:srgbClr val="6A5A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2AB4C-395C-4783-B230-86156799DEF8}" v="28" dt="2025-05-22T09:03:09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7384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3793"/>
        <p:guide orient="horz" pos="73"/>
        <p:guide pos="529"/>
        <p:guide pos="5632"/>
        <p:guide pos="7605"/>
        <p:guide pos="1890"/>
        <p:guide orient="horz" pos="132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DE612-B7D2-45DA-96AA-BA057B5DC7A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7B2CD-1C3D-4FE3-AABC-8D8C4818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14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876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023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250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677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660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322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88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014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094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150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652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817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758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098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607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4963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38FA-4DBF-5EB3-366D-09B36665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59B9F5-15D2-2FB7-856F-EC5829EC7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64DF71-986C-5DAF-5C50-163A61BF4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3EAA56-60E1-9ACA-8C53-110253127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668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CF60364-FAF7-4132-87EA-46EDF27043C3}"/>
              </a:ext>
            </a:extLst>
          </p:cNvPr>
          <p:cNvGrpSpPr/>
          <p:nvPr userDrawn="1"/>
        </p:nvGrpSpPr>
        <p:grpSpPr>
          <a:xfrm>
            <a:off x="1094538" y="283526"/>
            <a:ext cx="11004987" cy="471237"/>
            <a:chOff x="1685389" y="451067"/>
            <a:chExt cx="18377379" cy="824252"/>
          </a:xfrm>
        </p:grpSpPr>
        <p:sp>
          <p:nvSpPr>
            <p:cNvPr id="9" name="bk object 16">
              <a:extLst>
                <a:ext uri="{FF2B5EF4-FFF2-40B4-BE49-F238E27FC236}">
                  <a16:creationId xmlns:a16="http://schemas.microsoft.com/office/drawing/2014/main" id="{C0EDD773-029F-4CEE-AC0F-59FA75882FF3}"/>
                </a:ext>
              </a:extLst>
            </p:cNvPr>
            <p:cNvSpPr/>
            <p:nvPr/>
          </p:nvSpPr>
          <p:spPr>
            <a:xfrm>
              <a:off x="1685389" y="521574"/>
              <a:ext cx="18293715" cy="753745"/>
            </a:xfrm>
            <a:custGeom>
              <a:avLst/>
              <a:gdLst/>
              <a:ahLst/>
              <a:cxnLst/>
              <a:rect l="l" t="t" r="r" b="b"/>
              <a:pathLst>
                <a:path w="18293715" h="753744">
                  <a:moveTo>
                    <a:pt x="18293579" y="0"/>
                  </a:moveTo>
                  <a:lnTo>
                    <a:pt x="18292841" y="59112"/>
                  </a:lnTo>
                  <a:lnTo>
                    <a:pt x="18290452" y="115503"/>
                  </a:lnTo>
                  <a:lnTo>
                    <a:pt x="18286147" y="169141"/>
                  </a:lnTo>
                  <a:lnTo>
                    <a:pt x="18279661" y="219990"/>
                  </a:lnTo>
                  <a:lnTo>
                    <a:pt x="18270731" y="268017"/>
                  </a:lnTo>
                  <a:lnTo>
                    <a:pt x="18259093" y="313190"/>
                  </a:lnTo>
                  <a:lnTo>
                    <a:pt x="18244480" y="355474"/>
                  </a:lnTo>
                  <a:lnTo>
                    <a:pt x="18226631" y="394835"/>
                  </a:lnTo>
                  <a:lnTo>
                    <a:pt x="18205279" y="431241"/>
                  </a:lnTo>
                  <a:lnTo>
                    <a:pt x="18180161" y="464657"/>
                  </a:lnTo>
                  <a:lnTo>
                    <a:pt x="18151012" y="495050"/>
                  </a:lnTo>
                  <a:lnTo>
                    <a:pt x="18117568" y="522386"/>
                  </a:lnTo>
                  <a:lnTo>
                    <a:pt x="18079564" y="546632"/>
                  </a:lnTo>
                  <a:lnTo>
                    <a:pt x="18036737" y="567755"/>
                  </a:lnTo>
                  <a:lnTo>
                    <a:pt x="17988822" y="585719"/>
                  </a:lnTo>
                  <a:lnTo>
                    <a:pt x="17935554" y="600493"/>
                  </a:lnTo>
                  <a:lnTo>
                    <a:pt x="17876669" y="612042"/>
                  </a:lnTo>
                  <a:lnTo>
                    <a:pt x="17811904" y="620333"/>
                  </a:lnTo>
                  <a:lnTo>
                    <a:pt x="17740992" y="625333"/>
                  </a:lnTo>
                  <a:lnTo>
                    <a:pt x="17663671" y="627007"/>
                  </a:lnTo>
                  <a:lnTo>
                    <a:pt x="290483" y="627007"/>
                  </a:lnTo>
                  <a:lnTo>
                    <a:pt x="264996" y="627551"/>
                  </a:lnTo>
                  <a:lnTo>
                    <a:pt x="218784" y="631692"/>
                  </a:lnTo>
                  <a:lnTo>
                    <a:pt x="178413" y="639420"/>
                  </a:lnTo>
                  <a:lnTo>
                    <a:pt x="127467" y="656476"/>
                  </a:lnTo>
                  <a:lnTo>
                    <a:pt x="86218" y="678354"/>
                  </a:lnTo>
                  <a:lnTo>
                    <a:pt x="52601" y="703105"/>
                  </a:lnTo>
                  <a:lnTo>
                    <a:pt x="16080" y="737208"/>
                  </a:lnTo>
                  <a:lnTo>
                    <a:pt x="7922" y="745449"/>
                  </a:lnTo>
                  <a:lnTo>
                    <a:pt x="0" y="753432"/>
                  </a:lnTo>
                </a:path>
              </a:pathLst>
            </a:custGeom>
            <a:ln w="38100">
              <a:solidFill>
                <a:srgbClr val="C4C3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bk object 17">
              <a:extLst>
                <a:ext uri="{FF2B5EF4-FFF2-40B4-BE49-F238E27FC236}">
                  <a16:creationId xmlns:a16="http://schemas.microsoft.com/office/drawing/2014/main" id="{9F2CE828-5C65-48B5-9419-5E8ADF209343}"/>
                </a:ext>
              </a:extLst>
            </p:cNvPr>
            <p:cNvSpPr/>
            <p:nvPr/>
          </p:nvSpPr>
          <p:spPr>
            <a:xfrm>
              <a:off x="19895128" y="451067"/>
              <a:ext cx="167640" cy="167005"/>
            </a:xfrm>
            <a:custGeom>
              <a:avLst/>
              <a:gdLst/>
              <a:ahLst/>
              <a:cxnLst/>
              <a:rect l="l" t="t" r="r" b="b"/>
              <a:pathLst>
                <a:path w="167640" h="167004">
                  <a:moveTo>
                    <a:pt x="71599" y="0"/>
                  </a:moveTo>
                  <a:lnTo>
                    <a:pt x="34853" y="15156"/>
                  </a:lnTo>
                  <a:lnTo>
                    <a:pt x="9335" y="46835"/>
                  </a:lnTo>
                  <a:lnTo>
                    <a:pt x="0" y="91629"/>
                  </a:lnTo>
                  <a:lnTo>
                    <a:pt x="2596" y="105313"/>
                  </a:lnTo>
                  <a:lnTo>
                    <a:pt x="22802" y="140284"/>
                  </a:lnTo>
                  <a:lnTo>
                    <a:pt x="58238" y="162030"/>
                  </a:lnTo>
                  <a:lnTo>
                    <a:pt x="88166" y="166576"/>
                  </a:lnTo>
                  <a:lnTo>
                    <a:pt x="102462" y="164517"/>
                  </a:lnTo>
                  <a:lnTo>
                    <a:pt x="139187" y="145364"/>
                  </a:lnTo>
                  <a:lnTo>
                    <a:pt x="162199" y="111213"/>
                  </a:lnTo>
                  <a:lnTo>
                    <a:pt x="167088" y="82947"/>
                  </a:lnTo>
                  <a:lnTo>
                    <a:pt x="167086" y="82332"/>
                  </a:lnTo>
                  <a:lnTo>
                    <a:pt x="157225" y="44118"/>
                  </a:lnTo>
                  <a:lnTo>
                    <a:pt x="130052" y="15387"/>
                  </a:lnTo>
                  <a:lnTo>
                    <a:pt x="88291" y="865"/>
                  </a:lnTo>
                  <a:lnTo>
                    <a:pt x="71599" y="0"/>
                  </a:lnTo>
                  <a:close/>
                </a:path>
              </a:pathLst>
            </a:custGeom>
            <a:solidFill>
              <a:srgbClr val="C4C3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98925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5" userDrawn="1">
          <p15:clr>
            <a:srgbClr val="FBAE40"/>
          </p15:clr>
        </p15:guide>
        <p15:guide id="2" pos="733" userDrawn="1">
          <p15:clr>
            <a:srgbClr val="FBAE40"/>
          </p15:clr>
        </p15:guide>
        <p15:guide id="3" orient="horz" pos="595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A46EF14-B6B1-41CE-A4C5-425C79A2DFDB}"/>
              </a:ext>
            </a:extLst>
          </p:cNvPr>
          <p:cNvGrpSpPr/>
          <p:nvPr userDrawn="1"/>
        </p:nvGrpSpPr>
        <p:grpSpPr>
          <a:xfrm>
            <a:off x="1101725" y="292579"/>
            <a:ext cx="11006853" cy="471237"/>
            <a:chOff x="1685389" y="451067"/>
            <a:chExt cx="18377379" cy="824252"/>
          </a:xfrm>
        </p:grpSpPr>
        <p:sp>
          <p:nvSpPr>
            <p:cNvPr id="8" name="bk object 16">
              <a:extLst>
                <a:ext uri="{FF2B5EF4-FFF2-40B4-BE49-F238E27FC236}">
                  <a16:creationId xmlns:a16="http://schemas.microsoft.com/office/drawing/2014/main" id="{899EA9BD-04C5-41BC-8283-90B6471E1452}"/>
                </a:ext>
              </a:extLst>
            </p:cNvPr>
            <p:cNvSpPr/>
            <p:nvPr/>
          </p:nvSpPr>
          <p:spPr>
            <a:xfrm>
              <a:off x="1685389" y="521574"/>
              <a:ext cx="18293715" cy="753745"/>
            </a:xfrm>
            <a:custGeom>
              <a:avLst/>
              <a:gdLst/>
              <a:ahLst/>
              <a:cxnLst/>
              <a:rect l="l" t="t" r="r" b="b"/>
              <a:pathLst>
                <a:path w="18293715" h="753744">
                  <a:moveTo>
                    <a:pt x="18293579" y="0"/>
                  </a:moveTo>
                  <a:lnTo>
                    <a:pt x="18292841" y="59112"/>
                  </a:lnTo>
                  <a:lnTo>
                    <a:pt x="18290452" y="115503"/>
                  </a:lnTo>
                  <a:lnTo>
                    <a:pt x="18286147" y="169141"/>
                  </a:lnTo>
                  <a:lnTo>
                    <a:pt x="18279661" y="219990"/>
                  </a:lnTo>
                  <a:lnTo>
                    <a:pt x="18270731" y="268017"/>
                  </a:lnTo>
                  <a:lnTo>
                    <a:pt x="18259093" y="313190"/>
                  </a:lnTo>
                  <a:lnTo>
                    <a:pt x="18244480" y="355474"/>
                  </a:lnTo>
                  <a:lnTo>
                    <a:pt x="18226631" y="394835"/>
                  </a:lnTo>
                  <a:lnTo>
                    <a:pt x="18205279" y="431241"/>
                  </a:lnTo>
                  <a:lnTo>
                    <a:pt x="18180161" y="464657"/>
                  </a:lnTo>
                  <a:lnTo>
                    <a:pt x="18151012" y="495050"/>
                  </a:lnTo>
                  <a:lnTo>
                    <a:pt x="18117568" y="522386"/>
                  </a:lnTo>
                  <a:lnTo>
                    <a:pt x="18079564" y="546632"/>
                  </a:lnTo>
                  <a:lnTo>
                    <a:pt x="18036737" y="567755"/>
                  </a:lnTo>
                  <a:lnTo>
                    <a:pt x="17988822" y="585719"/>
                  </a:lnTo>
                  <a:lnTo>
                    <a:pt x="17935554" y="600493"/>
                  </a:lnTo>
                  <a:lnTo>
                    <a:pt x="17876669" y="612042"/>
                  </a:lnTo>
                  <a:lnTo>
                    <a:pt x="17811904" y="620333"/>
                  </a:lnTo>
                  <a:lnTo>
                    <a:pt x="17740992" y="625333"/>
                  </a:lnTo>
                  <a:lnTo>
                    <a:pt x="17663671" y="627007"/>
                  </a:lnTo>
                  <a:lnTo>
                    <a:pt x="290483" y="627007"/>
                  </a:lnTo>
                  <a:lnTo>
                    <a:pt x="264996" y="627551"/>
                  </a:lnTo>
                  <a:lnTo>
                    <a:pt x="218784" y="631692"/>
                  </a:lnTo>
                  <a:lnTo>
                    <a:pt x="178413" y="639420"/>
                  </a:lnTo>
                  <a:lnTo>
                    <a:pt x="127467" y="656476"/>
                  </a:lnTo>
                  <a:lnTo>
                    <a:pt x="86218" y="678354"/>
                  </a:lnTo>
                  <a:lnTo>
                    <a:pt x="52601" y="703105"/>
                  </a:lnTo>
                  <a:lnTo>
                    <a:pt x="16080" y="737208"/>
                  </a:lnTo>
                  <a:lnTo>
                    <a:pt x="7922" y="745449"/>
                  </a:lnTo>
                  <a:lnTo>
                    <a:pt x="0" y="753432"/>
                  </a:lnTo>
                </a:path>
              </a:pathLst>
            </a:custGeom>
            <a:ln w="38100">
              <a:solidFill>
                <a:srgbClr val="C7DB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bk object 17">
              <a:extLst>
                <a:ext uri="{FF2B5EF4-FFF2-40B4-BE49-F238E27FC236}">
                  <a16:creationId xmlns:a16="http://schemas.microsoft.com/office/drawing/2014/main" id="{5AA4F7BE-C4D5-464E-94EC-D7F3831D171F}"/>
                </a:ext>
              </a:extLst>
            </p:cNvPr>
            <p:cNvSpPr/>
            <p:nvPr/>
          </p:nvSpPr>
          <p:spPr>
            <a:xfrm>
              <a:off x="19895128" y="451067"/>
              <a:ext cx="167640" cy="167005"/>
            </a:xfrm>
            <a:custGeom>
              <a:avLst/>
              <a:gdLst/>
              <a:ahLst/>
              <a:cxnLst/>
              <a:rect l="l" t="t" r="r" b="b"/>
              <a:pathLst>
                <a:path w="167640" h="167004">
                  <a:moveTo>
                    <a:pt x="71599" y="0"/>
                  </a:moveTo>
                  <a:lnTo>
                    <a:pt x="34853" y="15156"/>
                  </a:lnTo>
                  <a:lnTo>
                    <a:pt x="9335" y="46835"/>
                  </a:lnTo>
                  <a:lnTo>
                    <a:pt x="0" y="91629"/>
                  </a:lnTo>
                  <a:lnTo>
                    <a:pt x="2596" y="105313"/>
                  </a:lnTo>
                  <a:lnTo>
                    <a:pt x="22802" y="140284"/>
                  </a:lnTo>
                  <a:lnTo>
                    <a:pt x="58238" y="162030"/>
                  </a:lnTo>
                  <a:lnTo>
                    <a:pt x="88166" y="166576"/>
                  </a:lnTo>
                  <a:lnTo>
                    <a:pt x="102462" y="164517"/>
                  </a:lnTo>
                  <a:lnTo>
                    <a:pt x="139187" y="145364"/>
                  </a:lnTo>
                  <a:lnTo>
                    <a:pt x="162199" y="111213"/>
                  </a:lnTo>
                  <a:lnTo>
                    <a:pt x="167088" y="82947"/>
                  </a:lnTo>
                  <a:lnTo>
                    <a:pt x="167086" y="82332"/>
                  </a:lnTo>
                  <a:lnTo>
                    <a:pt x="157225" y="44118"/>
                  </a:lnTo>
                  <a:lnTo>
                    <a:pt x="130052" y="15387"/>
                  </a:lnTo>
                  <a:lnTo>
                    <a:pt x="88291" y="865"/>
                  </a:lnTo>
                  <a:lnTo>
                    <a:pt x="71599" y="0"/>
                  </a:lnTo>
                  <a:close/>
                </a:path>
              </a:pathLst>
            </a:custGeom>
            <a:solidFill>
              <a:srgbClr val="C7DB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4FDFB40A-F49A-4AF6-9D45-AC74009011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0730" y="0"/>
            <a:ext cx="1066719" cy="96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5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A46EF14-B6B1-41CE-A4C5-425C79A2DFDB}"/>
              </a:ext>
            </a:extLst>
          </p:cNvPr>
          <p:cNvGrpSpPr/>
          <p:nvPr userDrawn="1"/>
        </p:nvGrpSpPr>
        <p:grpSpPr>
          <a:xfrm>
            <a:off x="1092201" y="289404"/>
            <a:ext cx="11016378" cy="471237"/>
            <a:chOff x="1685389" y="451067"/>
            <a:chExt cx="18377379" cy="824252"/>
          </a:xfrm>
        </p:grpSpPr>
        <p:sp>
          <p:nvSpPr>
            <p:cNvPr id="8" name="bk object 16">
              <a:extLst>
                <a:ext uri="{FF2B5EF4-FFF2-40B4-BE49-F238E27FC236}">
                  <a16:creationId xmlns:a16="http://schemas.microsoft.com/office/drawing/2014/main" id="{899EA9BD-04C5-41BC-8283-90B6471E1452}"/>
                </a:ext>
              </a:extLst>
            </p:cNvPr>
            <p:cNvSpPr/>
            <p:nvPr/>
          </p:nvSpPr>
          <p:spPr>
            <a:xfrm>
              <a:off x="1685389" y="521574"/>
              <a:ext cx="18293715" cy="753745"/>
            </a:xfrm>
            <a:custGeom>
              <a:avLst/>
              <a:gdLst/>
              <a:ahLst/>
              <a:cxnLst/>
              <a:rect l="l" t="t" r="r" b="b"/>
              <a:pathLst>
                <a:path w="18293715" h="753744">
                  <a:moveTo>
                    <a:pt x="18293579" y="0"/>
                  </a:moveTo>
                  <a:lnTo>
                    <a:pt x="18292841" y="59112"/>
                  </a:lnTo>
                  <a:lnTo>
                    <a:pt x="18290452" y="115503"/>
                  </a:lnTo>
                  <a:lnTo>
                    <a:pt x="18286147" y="169141"/>
                  </a:lnTo>
                  <a:lnTo>
                    <a:pt x="18279661" y="219990"/>
                  </a:lnTo>
                  <a:lnTo>
                    <a:pt x="18270731" y="268017"/>
                  </a:lnTo>
                  <a:lnTo>
                    <a:pt x="18259093" y="313190"/>
                  </a:lnTo>
                  <a:lnTo>
                    <a:pt x="18244480" y="355474"/>
                  </a:lnTo>
                  <a:lnTo>
                    <a:pt x="18226631" y="394835"/>
                  </a:lnTo>
                  <a:lnTo>
                    <a:pt x="18205279" y="431241"/>
                  </a:lnTo>
                  <a:lnTo>
                    <a:pt x="18180161" y="464657"/>
                  </a:lnTo>
                  <a:lnTo>
                    <a:pt x="18151012" y="495050"/>
                  </a:lnTo>
                  <a:lnTo>
                    <a:pt x="18117568" y="522386"/>
                  </a:lnTo>
                  <a:lnTo>
                    <a:pt x="18079564" y="546632"/>
                  </a:lnTo>
                  <a:lnTo>
                    <a:pt x="18036737" y="567755"/>
                  </a:lnTo>
                  <a:lnTo>
                    <a:pt x="17988822" y="585719"/>
                  </a:lnTo>
                  <a:lnTo>
                    <a:pt x="17935554" y="600493"/>
                  </a:lnTo>
                  <a:lnTo>
                    <a:pt x="17876669" y="612042"/>
                  </a:lnTo>
                  <a:lnTo>
                    <a:pt x="17811904" y="620333"/>
                  </a:lnTo>
                  <a:lnTo>
                    <a:pt x="17740992" y="625333"/>
                  </a:lnTo>
                  <a:lnTo>
                    <a:pt x="17663671" y="627007"/>
                  </a:lnTo>
                  <a:lnTo>
                    <a:pt x="290483" y="627007"/>
                  </a:lnTo>
                  <a:lnTo>
                    <a:pt x="264996" y="627551"/>
                  </a:lnTo>
                  <a:lnTo>
                    <a:pt x="218784" y="631692"/>
                  </a:lnTo>
                  <a:lnTo>
                    <a:pt x="178413" y="639420"/>
                  </a:lnTo>
                  <a:lnTo>
                    <a:pt x="127467" y="656476"/>
                  </a:lnTo>
                  <a:lnTo>
                    <a:pt x="86218" y="678354"/>
                  </a:lnTo>
                  <a:lnTo>
                    <a:pt x="52601" y="703105"/>
                  </a:lnTo>
                  <a:lnTo>
                    <a:pt x="16080" y="737208"/>
                  </a:lnTo>
                  <a:lnTo>
                    <a:pt x="7922" y="745449"/>
                  </a:lnTo>
                  <a:lnTo>
                    <a:pt x="0" y="753432"/>
                  </a:lnTo>
                </a:path>
              </a:pathLst>
            </a:custGeom>
            <a:ln w="38100">
              <a:solidFill>
                <a:srgbClr val="C7DB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bk object 17">
              <a:extLst>
                <a:ext uri="{FF2B5EF4-FFF2-40B4-BE49-F238E27FC236}">
                  <a16:creationId xmlns:a16="http://schemas.microsoft.com/office/drawing/2014/main" id="{5AA4F7BE-C4D5-464E-94EC-D7F3831D171F}"/>
                </a:ext>
              </a:extLst>
            </p:cNvPr>
            <p:cNvSpPr/>
            <p:nvPr/>
          </p:nvSpPr>
          <p:spPr>
            <a:xfrm>
              <a:off x="19895128" y="451067"/>
              <a:ext cx="167640" cy="167005"/>
            </a:xfrm>
            <a:custGeom>
              <a:avLst/>
              <a:gdLst/>
              <a:ahLst/>
              <a:cxnLst/>
              <a:rect l="l" t="t" r="r" b="b"/>
              <a:pathLst>
                <a:path w="167640" h="167004">
                  <a:moveTo>
                    <a:pt x="71599" y="0"/>
                  </a:moveTo>
                  <a:lnTo>
                    <a:pt x="34853" y="15156"/>
                  </a:lnTo>
                  <a:lnTo>
                    <a:pt x="9335" y="46835"/>
                  </a:lnTo>
                  <a:lnTo>
                    <a:pt x="0" y="91629"/>
                  </a:lnTo>
                  <a:lnTo>
                    <a:pt x="2596" y="105313"/>
                  </a:lnTo>
                  <a:lnTo>
                    <a:pt x="22802" y="140284"/>
                  </a:lnTo>
                  <a:lnTo>
                    <a:pt x="58238" y="162030"/>
                  </a:lnTo>
                  <a:lnTo>
                    <a:pt x="88166" y="166576"/>
                  </a:lnTo>
                  <a:lnTo>
                    <a:pt x="102462" y="164517"/>
                  </a:lnTo>
                  <a:lnTo>
                    <a:pt x="139187" y="145364"/>
                  </a:lnTo>
                  <a:lnTo>
                    <a:pt x="162199" y="111213"/>
                  </a:lnTo>
                  <a:lnTo>
                    <a:pt x="167088" y="82947"/>
                  </a:lnTo>
                  <a:lnTo>
                    <a:pt x="167086" y="82332"/>
                  </a:lnTo>
                  <a:lnTo>
                    <a:pt x="157225" y="44118"/>
                  </a:lnTo>
                  <a:lnTo>
                    <a:pt x="130052" y="15387"/>
                  </a:lnTo>
                  <a:lnTo>
                    <a:pt x="88291" y="865"/>
                  </a:lnTo>
                  <a:lnTo>
                    <a:pt x="71599" y="0"/>
                  </a:lnTo>
                  <a:close/>
                </a:path>
              </a:pathLst>
            </a:custGeom>
            <a:solidFill>
              <a:srgbClr val="C7DB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C17E7A0E-DE8C-4C0F-9F8B-B0193F8E1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0730" y="0"/>
            <a:ext cx="1053620" cy="96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103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298040B-8EFC-4FE9-8F53-E8552D4738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769ACB2-D9B3-4F6A-A53D-8297ED6AF49B}"/>
              </a:ext>
            </a:extLst>
          </p:cNvPr>
          <p:cNvSpPr/>
          <p:nvPr userDrawn="1"/>
        </p:nvSpPr>
        <p:spPr>
          <a:xfrm>
            <a:off x="155575" y="169863"/>
            <a:ext cx="11893550" cy="6554787"/>
          </a:xfrm>
          <a:prstGeom prst="roundRect">
            <a:avLst>
              <a:gd name="adj" fmla="val 3734"/>
            </a:avLst>
          </a:prstGeom>
          <a:solidFill>
            <a:schemeClr val="bg1"/>
          </a:solidFill>
          <a:ln w="57150">
            <a:solidFill>
              <a:srgbClr val="5BB5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2996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3203B-4F0D-FEB8-E927-B3BB48C2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604055-435B-2E71-8CCC-320701F0E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223A0-F63A-31BC-D262-7CBA4F384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D637FC-007A-3193-97AC-E19CE1B43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B89A4-A036-232C-D54F-8C861E5C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3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BEAC0-FC80-48F6-B8F1-0ECDBAB9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CECEEA-462E-A67E-B3DB-5B2DCE56A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EB0395-9F47-291E-BFF6-B62657C54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A21520-C793-35D9-BAD7-16BD6A9E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A2EB31-89A3-7F90-05FF-3CEE9650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145B45-0986-D21D-118D-12B1FBC2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56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6F2BA-D368-B79F-A7A5-337EF028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EAFB0E-3415-056B-A34A-BC48DE629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E74E3A-BD3B-1D1A-AB97-6C0710DD5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AA242B-750B-D37D-EEC3-4DCCF80F8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238F2E-6D75-6E52-293B-9A79E94BE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9E7E7E-0768-0C74-ECBB-3FF8FD7E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B9B65C-F5CA-CA65-29B7-20C6BB89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445717-DC9E-84DD-2FE1-CFEA6886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940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E497E-D1B0-16C6-3882-DBEDACCA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768D92-25A7-80F0-3413-4073C18E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01139F-CA59-4C89-BCF5-E7D7784A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E5C100-FD39-42B0-FFDA-807CF1FA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7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A71C1D-0F6B-8CE6-961A-19054ADC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2A246B-D80B-3F73-0269-19E31CD1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D8C24-DBEF-1996-F207-638610B5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602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A71C1D-0F6B-8CE6-961A-19054ADC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2A246B-D80B-3F73-0269-19E31CD1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D8C24-DBEF-1996-F207-638610B5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DE1001-5BD4-4CBD-8D6B-47E72DD95CDB}"/>
              </a:ext>
            </a:extLst>
          </p:cNvPr>
          <p:cNvSpPr/>
          <p:nvPr userDrawn="1"/>
        </p:nvSpPr>
        <p:spPr>
          <a:xfrm>
            <a:off x="0" y="0"/>
            <a:ext cx="12192000" cy="6443620"/>
          </a:xfrm>
          <a:prstGeom prst="rect">
            <a:avLst/>
          </a:prstGeom>
          <a:solidFill>
            <a:srgbClr val="9FE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063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807FD-388B-8FF8-6320-856A8A55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8A3CA-F743-0F68-DD3D-DE1A7E65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1716C0-482A-E6E1-06B9-8A839271F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9150F1-F850-F27E-2F11-862EB20C5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B6F012-9BB1-24A3-0F39-CCDC7D74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70206F-BB12-8B43-719D-19311049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67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DF096-3992-AED8-55E2-145D64F2B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996AE-72DB-D8C4-9C62-09A76AD1E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2365BF-AE57-0CAF-270B-6E31A5012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9BC8F2-4A95-F19A-91C8-A4BD7C3C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DB06C-1088-0875-0B53-9EA52E3F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E93AEB-5036-B09A-2E3C-CE32C9EC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15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8D691-D605-F47C-996A-243F0ABF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210630-95CC-DDA8-F3EA-E582C23B3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91212-F4B6-8E71-A5C3-E2B0D8D5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1F2CD-E260-AB57-AB31-C6B0789C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8E102-856E-4080-1C69-E93DC9A2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415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05DCFC-0F23-7016-D12E-97922FE42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37D2D8-AA95-EFB1-3937-4CA733F68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43AB3-BDD0-902A-6F5F-EC17F721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8F5A4-20AE-AB2E-1EC0-E5C1E30FA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66819-2444-DDCE-B5ED-4A201BBD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22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7F5BBF-C720-915C-26D0-0BA86381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1773C7-6427-EDA4-0863-6D4489203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DE384-56B2-EAA7-3DDD-A62163E26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B95E3-34BC-4396-B45F-EF0AAF9E6027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82F2FE-ECD4-87D9-EC46-042BAE0E3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97072-27DE-110A-0FBB-F744B39B5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08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62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17.xml"/><Relationship Id="rId3" Type="http://schemas.openxmlformats.org/officeDocument/2006/relationships/image" Target="../media/image3.png"/><Relationship Id="rId7" Type="http://schemas.openxmlformats.org/officeDocument/2006/relationships/slide" Target="slide1.xml"/><Relationship Id="rId12" Type="http://schemas.openxmlformats.org/officeDocument/2006/relationships/slide" Target="slide1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11" Type="http://schemas.openxmlformats.org/officeDocument/2006/relationships/slide" Target="slide5.xml"/><Relationship Id="rId5" Type="http://schemas.openxmlformats.org/officeDocument/2006/relationships/image" Target="../media/image5.png"/><Relationship Id="rId10" Type="http://schemas.openxmlformats.org/officeDocument/2006/relationships/slide" Target="slide4.xml"/><Relationship Id="rId4" Type="http://schemas.openxmlformats.org/officeDocument/2006/relationships/image" Target="../media/image4.png"/><Relationship Id="rId9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7.png"/><Relationship Id="rId7" Type="http://schemas.openxmlformats.org/officeDocument/2006/relationships/slide" Target="slide2.xml"/><Relationship Id="rId12" Type="http://schemas.openxmlformats.org/officeDocument/2006/relationships/slide" Target="slide1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11" Type="http://schemas.openxmlformats.org/officeDocument/2006/relationships/slide" Target="slide12.xml"/><Relationship Id="rId5" Type="http://schemas.openxmlformats.org/officeDocument/2006/relationships/image" Target="../media/image9.png"/><Relationship Id="rId10" Type="http://schemas.openxmlformats.org/officeDocument/2006/relationships/slide" Target="slide5.xml"/><Relationship Id="rId4" Type="http://schemas.openxmlformats.org/officeDocument/2006/relationships/image" Target="../media/image8.png"/><Relationship Id="rId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0.jpg"/><Relationship Id="rId7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.xml"/><Relationship Id="rId5" Type="http://schemas.openxmlformats.org/officeDocument/2006/relationships/slide" Target="slide2.xml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hyperlink" Target="https://viewer.vivasam.com/VS/ES/MUS/106414/QR/%5b&#48708;&#49345;&#44368;&#50977;%5d(QR)%20&#52488;&#46321;_&#51020;&#50501;%204(&#51452;&#45824;&#52285;)_2-2_30p_&#45432;&#47000;%20&#51061;&#55176;&#44592;(&#45236;&#44032;%20&#51228;&#51068;%20&#51339;&#50500;&#54616;&#45716;%20&#47568;)/index.html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slide" Target="slide2.xml"/><Relationship Id="rId11" Type="http://schemas.openxmlformats.org/officeDocument/2006/relationships/slide" Target="slide17.xml"/><Relationship Id="rId5" Type="http://schemas.openxmlformats.org/officeDocument/2006/relationships/slide" Target="slide1.xml"/><Relationship Id="rId10" Type="http://schemas.openxmlformats.org/officeDocument/2006/relationships/slide" Target="slide12.xml"/><Relationship Id="rId4" Type="http://schemas.openxmlformats.org/officeDocument/2006/relationships/image" Target="../media/image11.png"/><Relationship Id="rId9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5.xml"/><Relationship Id="rId3" Type="http://schemas.microsoft.com/office/2007/relationships/media" Target="../media/media2.mp3"/><Relationship Id="rId7" Type="http://schemas.openxmlformats.org/officeDocument/2006/relationships/image" Target="../media/image12.png"/><Relationship Id="rId12" Type="http://schemas.openxmlformats.org/officeDocument/2006/relationships/slide" Target="slide4.xml"/><Relationship Id="rId2" Type="http://schemas.openxmlformats.org/officeDocument/2006/relationships/audio" Target="../media/media1.mp3"/><Relationship Id="rId16" Type="http://schemas.openxmlformats.org/officeDocument/2006/relationships/image" Target="../media/image14.png"/><Relationship Id="rId1" Type="http://schemas.microsoft.com/office/2007/relationships/media" Target="../media/media1.mp3"/><Relationship Id="rId6" Type="http://schemas.openxmlformats.org/officeDocument/2006/relationships/notesSlide" Target="../notesSlides/notesSlide5.xml"/><Relationship Id="rId11" Type="http://schemas.openxmlformats.org/officeDocument/2006/relationships/slide" Target="slide3.xml"/><Relationship Id="rId5" Type="http://schemas.openxmlformats.org/officeDocument/2006/relationships/slideLayout" Target="../slideLayouts/slideLayout1.xml"/><Relationship Id="rId15" Type="http://schemas.openxmlformats.org/officeDocument/2006/relationships/slide" Target="slide17.xml"/><Relationship Id="rId10" Type="http://schemas.openxmlformats.org/officeDocument/2006/relationships/slide" Target="slide2.xml"/><Relationship Id="rId4" Type="http://schemas.openxmlformats.org/officeDocument/2006/relationships/audio" Target="../media/media2.mp3"/><Relationship Id="rId9" Type="http://schemas.openxmlformats.org/officeDocument/2006/relationships/slide" Target="slide1.xml"/><Relationship Id="rId14" Type="http://schemas.openxmlformats.org/officeDocument/2006/relationships/slide" Target="slide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slide" Target="slide3.xml"/><Relationship Id="rId18" Type="http://schemas.openxmlformats.org/officeDocument/2006/relationships/slide" Target="slide6.xml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slide" Target="slide2.xml"/><Relationship Id="rId17" Type="http://schemas.openxmlformats.org/officeDocument/2006/relationships/slide" Target="slide17.xml"/><Relationship Id="rId2" Type="http://schemas.openxmlformats.org/officeDocument/2006/relationships/notesSlide" Target="../notesSlides/notesSlide6.xml"/><Relationship Id="rId16" Type="http://schemas.openxmlformats.org/officeDocument/2006/relationships/slide" Target="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slide" Target="slide1.xml"/><Relationship Id="rId5" Type="http://schemas.openxmlformats.org/officeDocument/2006/relationships/image" Target="../media/image17.png"/><Relationship Id="rId15" Type="http://schemas.openxmlformats.org/officeDocument/2006/relationships/slide" Target="slide5.xml"/><Relationship Id="rId10" Type="http://schemas.openxmlformats.org/officeDocument/2006/relationships/image" Target="../media/image22.png"/><Relationship Id="rId19" Type="http://schemas.openxmlformats.org/officeDocument/2006/relationships/slide" Target="slide7.xml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slide" Target="slide3.xml"/><Relationship Id="rId18" Type="http://schemas.openxmlformats.org/officeDocument/2006/relationships/image" Target="../media/image14.png"/><Relationship Id="rId3" Type="http://schemas.microsoft.com/office/2007/relationships/media" Target="../media/media2.mp3"/><Relationship Id="rId7" Type="http://schemas.openxmlformats.org/officeDocument/2006/relationships/image" Target="../media/image23.png"/><Relationship Id="rId12" Type="http://schemas.openxmlformats.org/officeDocument/2006/relationships/slide" Target="slide2.xml"/><Relationship Id="rId17" Type="http://schemas.openxmlformats.org/officeDocument/2006/relationships/slide" Target="slide17.xml"/><Relationship Id="rId2" Type="http://schemas.openxmlformats.org/officeDocument/2006/relationships/audio" Target="../media/media1.mp3"/><Relationship Id="rId16" Type="http://schemas.openxmlformats.org/officeDocument/2006/relationships/slide" Target="slide12.xml"/><Relationship Id="rId20" Type="http://schemas.openxmlformats.org/officeDocument/2006/relationships/slide" Target="slide7.xml"/><Relationship Id="rId1" Type="http://schemas.microsoft.com/office/2007/relationships/media" Target="../media/media1.mp3"/><Relationship Id="rId6" Type="http://schemas.openxmlformats.org/officeDocument/2006/relationships/notesSlide" Target="../notesSlides/notesSlide7.xml"/><Relationship Id="rId11" Type="http://schemas.openxmlformats.org/officeDocument/2006/relationships/slide" Target="slide1.xml"/><Relationship Id="rId5" Type="http://schemas.openxmlformats.org/officeDocument/2006/relationships/slideLayout" Target="../slideLayouts/slideLayout1.xml"/><Relationship Id="rId15" Type="http://schemas.openxmlformats.org/officeDocument/2006/relationships/slide" Target="slide5.xml"/><Relationship Id="rId10" Type="http://schemas.openxmlformats.org/officeDocument/2006/relationships/image" Target="../media/image18.png"/><Relationship Id="rId19" Type="http://schemas.openxmlformats.org/officeDocument/2006/relationships/slide" Target="slide6.xml"/><Relationship Id="rId4" Type="http://schemas.openxmlformats.org/officeDocument/2006/relationships/audio" Target="../media/media2.mp3"/><Relationship Id="rId9" Type="http://schemas.openxmlformats.org/officeDocument/2006/relationships/image" Target="../media/image16.png"/><Relationship Id="rId14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slide" Target="slide3.xml"/><Relationship Id="rId18" Type="http://schemas.openxmlformats.org/officeDocument/2006/relationships/image" Target="../media/image32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slide" Target="slide2.xml"/><Relationship Id="rId17" Type="http://schemas.openxmlformats.org/officeDocument/2006/relationships/slide" Target="slide17.xml"/><Relationship Id="rId2" Type="http://schemas.openxmlformats.org/officeDocument/2006/relationships/notesSlide" Target="../notesSlides/notesSlide8.xml"/><Relationship Id="rId16" Type="http://schemas.openxmlformats.org/officeDocument/2006/relationships/slide" Target="slide12.xml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slide" Target="slide1.xml"/><Relationship Id="rId5" Type="http://schemas.openxmlformats.org/officeDocument/2006/relationships/image" Target="../media/image26.png"/><Relationship Id="rId15" Type="http://schemas.openxmlformats.org/officeDocument/2006/relationships/slide" Target="slide5.xml"/><Relationship Id="rId10" Type="http://schemas.openxmlformats.org/officeDocument/2006/relationships/image" Target="../media/image31.png"/><Relationship Id="rId19" Type="http://schemas.openxmlformats.org/officeDocument/2006/relationships/slide" Target="slide9.xml"/><Relationship Id="rId4" Type="http://schemas.openxmlformats.org/officeDocument/2006/relationships/image" Target="../media/image15.png"/><Relationship Id="rId9" Type="http://schemas.openxmlformats.org/officeDocument/2006/relationships/image" Target="../media/image30.png"/><Relationship Id="rId14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slide" Target="slide3.xml"/><Relationship Id="rId18" Type="http://schemas.openxmlformats.org/officeDocument/2006/relationships/image" Target="../media/image36.png"/><Relationship Id="rId3" Type="http://schemas.microsoft.com/office/2007/relationships/media" Target="../media/media2.mp3"/><Relationship Id="rId21" Type="http://schemas.openxmlformats.org/officeDocument/2006/relationships/image" Target="../media/image14.png"/><Relationship Id="rId7" Type="http://schemas.openxmlformats.org/officeDocument/2006/relationships/image" Target="../media/image25.png"/><Relationship Id="rId12" Type="http://schemas.openxmlformats.org/officeDocument/2006/relationships/slide" Target="slide2.xml"/><Relationship Id="rId17" Type="http://schemas.openxmlformats.org/officeDocument/2006/relationships/slide" Target="slide17.xml"/><Relationship Id="rId2" Type="http://schemas.openxmlformats.org/officeDocument/2006/relationships/audio" Target="../media/media1.mp3"/><Relationship Id="rId16" Type="http://schemas.openxmlformats.org/officeDocument/2006/relationships/slide" Target="slide12.xml"/><Relationship Id="rId20" Type="http://schemas.openxmlformats.org/officeDocument/2006/relationships/image" Target="../media/image33.png"/><Relationship Id="rId1" Type="http://schemas.microsoft.com/office/2007/relationships/media" Target="../media/media1.mp3"/><Relationship Id="rId6" Type="http://schemas.openxmlformats.org/officeDocument/2006/relationships/notesSlide" Target="../notesSlides/notesSlide9.xml"/><Relationship Id="rId11" Type="http://schemas.openxmlformats.org/officeDocument/2006/relationships/slide" Target="slide1.xml"/><Relationship Id="rId5" Type="http://schemas.openxmlformats.org/officeDocument/2006/relationships/slideLayout" Target="../slideLayouts/slideLayout1.xml"/><Relationship Id="rId15" Type="http://schemas.openxmlformats.org/officeDocument/2006/relationships/slide" Target="slide5.xml"/><Relationship Id="rId10" Type="http://schemas.openxmlformats.org/officeDocument/2006/relationships/image" Target="../media/image35.png"/><Relationship Id="rId19" Type="http://schemas.openxmlformats.org/officeDocument/2006/relationships/slide" Target="slide8.xml"/><Relationship Id="rId4" Type="http://schemas.openxmlformats.org/officeDocument/2006/relationships/audio" Target="../media/media2.mp3"/><Relationship Id="rId9" Type="http://schemas.openxmlformats.org/officeDocument/2006/relationships/image" Target="../media/image34.png"/><Relationship Id="rId14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32.png"/><Relationship Id="rId3" Type="http://schemas.openxmlformats.org/officeDocument/2006/relationships/image" Target="../media/image37.png"/><Relationship Id="rId7" Type="http://schemas.openxmlformats.org/officeDocument/2006/relationships/slide" Target="slide2.xml"/><Relationship Id="rId12" Type="http://schemas.openxmlformats.org/officeDocument/2006/relationships/slide" Target="slide1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11" Type="http://schemas.openxmlformats.org/officeDocument/2006/relationships/slide" Target="slide12.xml"/><Relationship Id="rId5" Type="http://schemas.openxmlformats.org/officeDocument/2006/relationships/image" Target="../media/image38.png"/><Relationship Id="rId15" Type="http://schemas.openxmlformats.org/officeDocument/2006/relationships/image" Target="../media/image33.png"/><Relationship Id="rId10" Type="http://schemas.openxmlformats.org/officeDocument/2006/relationships/slide" Target="slide5.xml"/><Relationship Id="rId4" Type="http://schemas.openxmlformats.org/officeDocument/2006/relationships/image" Target="../media/image15.png"/><Relationship Id="rId9" Type="http://schemas.openxmlformats.org/officeDocument/2006/relationships/slide" Target="slide4.xml"/><Relationship Id="rId1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36.png"/><Relationship Id="rId3" Type="http://schemas.openxmlformats.org/officeDocument/2006/relationships/image" Target="../media/image37.png"/><Relationship Id="rId7" Type="http://schemas.openxmlformats.org/officeDocument/2006/relationships/slide" Target="slide2.xml"/><Relationship Id="rId12" Type="http://schemas.openxmlformats.org/officeDocument/2006/relationships/slide" Target="slide1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11" Type="http://schemas.openxmlformats.org/officeDocument/2006/relationships/slide" Target="slide12.xml"/><Relationship Id="rId5" Type="http://schemas.openxmlformats.org/officeDocument/2006/relationships/image" Target="../media/image39.png"/><Relationship Id="rId15" Type="http://schemas.openxmlformats.org/officeDocument/2006/relationships/image" Target="../media/image33.png"/><Relationship Id="rId10" Type="http://schemas.openxmlformats.org/officeDocument/2006/relationships/slide" Target="slide5.xml"/><Relationship Id="rId4" Type="http://schemas.openxmlformats.org/officeDocument/2006/relationships/image" Target="../media/image15.png"/><Relationship Id="rId9" Type="http://schemas.openxmlformats.org/officeDocument/2006/relationships/slide" Target="slide4.xml"/><Relationship Id="rId14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40.png"/><Relationship Id="rId7" Type="http://schemas.openxmlformats.org/officeDocument/2006/relationships/slide" Target="slide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slide" Target="slide3.xml"/><Relationship Id="rId5" Type="http://schemas.openxmlformats.org/officeDocument/2006/relationships/slide" Target="slide2.xml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17.xml"/><Relationship Id="rId3" Type="http://schemas.openxmlformats.org/officeDocument/2006/relationships/image" Target="../media/image41.png"/><Relationship Id="rId7" Type="http://schemas.openxmlformats.org/officeDocument/2006/relationships/slide" Target="slide1.xml"/><Relationship Id="rId12" Type="http://schemas.openxmlformats.org/officeDocument/2006/relationships/slide" Target="slide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png"/><Relationship Id="rId11" Type="http://schemas.openxmlformats.org/officeDocument/2006/relationships/slide" Target="slide5.xml"/><Relationship Id="rId5" Type="http://schemas.openxmlformats.org/officeDocument/2006/relationships/image" Target="../media/image43.png"/><Relationship Id="rId10" Type="http://schemas.openxmlformats.org/officeDocument/2006/relationships/slide" Target="slide4.xml"/><Relationship Id="rId4" Type="http://schemas.openxmlformats.org/officeDocument/2006/relationships/image" Target="../media/image42.png"/><Relationship Id="rId9" Type="http://schemas.openxmlformats.org/officeDocument/2006/relationships/slide" Target="slide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12.xml"/><Relationship Id="rId3" Type="http://schemas.openxmlformats.org/officeDocument/2006/relationships/image" Target="../media/image41.png"/><Relationship Id="rId7" Type="http://schemas.openxmlformats.org/officeDocument/2006/relationships/image" Target="../media/image46.png"/><Relationship Id="rId12" Type="http://schemas.openxmlformats.org/officeDocument/2006/relationships/slide" Target="slide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5.png"/><Relationship Id="rId11" Type="http://schemas.openxmlformats.org/officeDocument/2006/relationships/slide" Target="slide4.xml"/><Relationship Id="rId5" Type="http://schemas.openxmlformats.org/officeDocument/2006/relationships/image" Target="../media/image43.png"/><Relationship Id="rId10" Type="http://schemas.openxmlformats.org/officeDocument/2006/relationships/slide" Target="slide3.xml"/><Relationship Id="rId4" Type="http://schemas.openxmlformats.org/officeDocument/2006/relationships/image" Target="../media/image42.png"/><Relationship Id="rId9" Type="http://schemas.openxmlformats.org/officeDocument/2006/relationships/slide" Target="slide2.xml"/><Relationship Id="rId14" Type="http://schemas.openxmlformats.org/officeDocument/2006/relationships/slide" Target="slide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slide" Target="slide5.xml"/><Relationship Id="rId3" Type="http://schemas.openxmlformats.org/officeDocument/2006/relationships/image" Target="../media/image41.png"/><Relationship Id="rId7" Type="http://schemas.openxmlformats.org/officeDocument/2006/relationships/image" Target="../media/image47.png"/><Relationship Id="rId12" Type="http://schemas.openxmlformats.org/officeDocument/2006/relationships/slide" Target="slide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png"/><Relationship Id="rId11" Type="http://schemas.openxmlformats.org/officeDocument/2006/relationships/slide" Target="slide3.xml"/><Relationship Id="rId5" Type="http://schemas.openxmlformats.org/officeDocument/2006/relationships/image" Target="../media/image45.png"/><Relationship Id="rId15" Type="http://schemas.openxmlformats.org/officeDocument/2006/relationships/slide" Target="slide17.xml"/><Relationship Id="rId10" Type="http://schemas.openxmlformats.org/officeDocument/2006/relationships/slide" Target="slide2.xml"/><Relationship Id="rId4" Type="http://schemas.openxmlformats.org/officeDocument/2006/relationships/image" Target="../media/image42.png"/><Relationship Id="rId9" Type="http://schemas.openxmlformats.org/officeDocument/2006/relationships/slide" Target="slide1.xml"/><Relationship Id="rId14" Type="http://schemas.openxmlformats.org/officeDocument/2006/relationships/slide" Target="slide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49.png"/><Relationship Id="rId7" Type="http://schemas.openxmlformats.org/officeDocument/2006/relationships/slide" Target="slide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slide" Target="slide3.xml"/><Relationship Id="rId5" Type="http://schemas.openxmlformats.org/officeDocument/2006/relationships/slide" Target="slide2.xml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17.xml"/><Relationship Id="rId3" Type="http://schemas.openxmlformats.org/officeDocument/2006/relationships/image" Target="../media/image50.png"/><Relationship Id="rId7" Type="http://schemas.openxmlformats.org/officeDocument/2006/relationships/slide" Target="slide1.xml"/><Relationship Id="rId12" Type="http://schemas.openxmlformats.org/officeDocument/2006/relationships/slide" Target="slide1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3.png"/><Relationship Id="rId11" Type="http://schemas.openxmlformats.org/officeDocument/2006/relationships/slide" Target="slide5.xml"/><Relationship Id="rId5" Type="http://schemas.openxmlformats.org/officeDocument/2006/relationships/image" Target="../media/image52.png"/><Relationship Id="rId10" Type="http://schemas.openxmlformats.org/officeDocument/2006/relationships/slide" Target="slide4.xml"/><Relationship Id="rId4" Type="http://schemas.openxmlformats.org/officeDocument/2006/relationships/image" Target="../media/image51.png"/><Relationship Id="rId9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2B73-AD40-D7EB-AD9D-5CB501E5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C57DFE33-E1FA-4616-BEC1-8B114C4D3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" y="896"/>
            <a:ext cx="5014680" cy="2833294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0723AE7-CBB7-46FB-869D-E4ED7F537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" y="3271750"/>
            <a:ext cx="12192000" cy="31848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4CD2AF-168B-7AFA-3EA5-91BD13F7FB45}"/>
              </a:ext>
            </a:extLst>
          </p:cNvPr>
          <p:cNvSpPr txBox="1"/>
          <p:nvPr/>
        </p:nvSpPr>
        <p:spPr>
          <a:xfrm>
            <a:off x="7197214" y="4538256"/>
            <a:ext cx="1718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30~31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7D3CEF-0E36-2684-0229-4FA72AF8EB5A}"/>
              </a:ext>
            </a:extLst>
          </p:cNvPr>
          <p:cNvSpPr txBox="1"/>
          <p:nvPr/>
        </p:nvSpPr>
        <p:spPr>
          <a:xfrm>
            <a:off x="3687096" y="2083144"/>
            <a:ext cx="74135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마음을 전하는 노래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B3A57-47E3-49B8-7764-ED76B996381A}"/>
              </a:ext>
            </a:extLst>
          </p:cNvPr>
          <p:cNvSpPr txBox="1"/>
          <p:nvPr/>
        </p:nvSpPr>
        <p:spPr>
          <a:xfrm>
            <a:off x="5027578" y="3125364"/>
            <a:ext cx="50105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spc="-300" dirty="0">
                <a:solidFill>
                  <a:srgbClr val="756BB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내가 제일 좋아하는 말</a:t>
            </a:r>
          </a:p>
        </p:txBody>
      </p:sp>
      <p:sp>
        <p:nvSpPr>
          <p:cNvPr id="20" name="object 110">
            <a:extLst>
              <a:ext uri="{FF2B5EF4-FFF2-40B4-BE49-F238E27FC236}">
                <a16:creationId xmlns:a16="http://schemas.microsoft.com/office/drawing/2014/main" id="{7DAD4EC2-163C-476D-89ED-CD0F884BCAFB}"/>
              </a:ext>
            </a:extLst>
          </p:cNvPr>
          <p:cNvSpPr/>
          <p:nvPr/>
        </p:nvSpPr>
        <p:spPr>
          <a:xfrm>
            <a:off x="5238624" y="-21266"/>
            <a:ext cx="6954121" cy="270323"/>
          </a:xfrm>
          <a:custGeom>
            <a:avLst/>
            <a:gdLst/>
            <a:ahLst/>
            <a:cxnLst/>
            <a:rect l="l" t="t" r="r" b="b"/>
            <a:pathLst>
              <a:path w="10699750" h="415925">
                <a:moveTo>
                  <a:pt x="0" y="0"/>
                </a:moveTo>
                <a:lnTo>
                  <a:pt x="959" y="18997"/>
                </a:lnTo>
                <a:lnTo>
                  <a:pt x="2611" y="53179"/>
                </a:lnTo>
                <a:lnTo>
                  <a:pt x="4054" y="84553"/>
                </a:lnTo>
                <a:lnTo>
                  <a:pt x="5903" y="119264"/>
                </a:lnTo>
                <a:lnTo>
                  <a:pt x="17281" y="182264"/>
                </a:lnTo>
                <a:lnTo>
                  <a:pt x="37757" y="236973"/>
                </a:lnTo>
                <a:lnTo>
                  <a:pt x="65959" y="283713"/>
                </a:lnTo>
                <a:lnTo>
                  <a:pt x="100515" y="322808"/>
                </a:lnTo>
                <a:lnTo>
                  <a:pt x="140051" y="354581"/>
                </a:lnTo>
                <a:lnTo>
                  <a:pt x="183195" y="379356"/>
                </a:lnTo>
                <a:lnTo>
                  <a:pt x="228575" y="397455"/>
                </a:lnTo>
                <a:lnTo>
                  <a:pt x="274818" y="409203"/>
                </a:lnTo>
                <a:lnTo>
                  <a:pt x="320551" y="414922"/>
                </a:lnTo>
                <a:lnTo>
                  <a:pt x="342798" y="415621"/>
                </a:lnTo>
                <a:lnTo>
                  <a:pt x="10699142" y="415621"/>
                </a:lnTo>
              </a:path>
            </a:pathLst>
          </a:custGeom>
          <a:ln w="57150">
            <a:solidFill>
              <a:srgbClr val="FDBE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FCC562-AABD-4009-A0E2-2378ED0BBC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393" y="3233602"/>
            <a:ext cx="360327" cy="520884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01DA49A3-FE23-4FB7-88E7-16C94DCAC36D}"/>
              </a:ext>
            </a:extLst>
          </p:cNvPr>
          <p:cNvGrpSpPr/>
          <p:nvPr/>
        </p:nvGrpSpPr>
        <p:grpSpPr>
          <a:xfrm>
            <a:off x="5953858" y="4542142"/>
            <a:ext cx="2986942" cy="468412"/>
            <a:chOff x="5928458" y="4542142"/>
            <a:chExt cx="2986942" cy="468412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313098CB-D9BE-4BEC-8B9C-A7AB9A629668}"/>
                </a:ext>
              </a:extLst>
            </p:cNvPr>
            <p:cNvGrpSpPr/>
            <p:nvPr/>
          </p:nvGrpSpPr>
          <p:grpSpPr>
            <a:xfrm>
              <a:off x="5928458" y="4542142"/>
              <a:ext cx="2986942" cy="468412"/>
              <a:chOff x="9777740" y="7473891"/>
              <a:chExt cx="4944110" cy="775335"/>
            </a:xfrm>
          </p:grpSpPr>
          <p:sp>
            <p:nvSpPr>
              <p:cNvPr id="28" name="object 115">
                <a:extLst>
                  <a:ext uri="{FF2B5EF4-FFF2-40B4-BE49-F238E27FC236}">
                    <a16:creationId xmlns:a16="http://schemas.microsoft.com/office/drawing/2014/main" id="{9DD77105-5B13-4B93-BD66-A6D50DAC39AC}"/>
                  </a:ext>
                </a:extLst>
              </p:cNvPr>
              <p:cNvSpPr/>
              <p:nvPr/>
            </p:nvSpPr>
            <p:spPr>
              <a:xfrm>
                <a:off x="9792222" y="7488369"/>
                <a:ext cx="4915535" cy="746125"/>
              </a:xfrm>
              <a:custGeom>
                <a:avLst/>
                <a:gdLst/>
                <a:ahLst/>
                <a:cxnLst/>
                <a:rect l="l" t="t" r="r" b="b"/>
                <a:pathLst>
                  <a:path w="4915534" h="746125">
                    <a:moveTo>
                      <a:pt x="4542071" y="0"/>
                    </a:moveTo>
                    <a:lnTo>
                      <a:pt x="372941" y="0"/>
                    </a:lnTo>
                    <a:lnTo>
                      <a:pt x="342399" y="1238"/>
                    </a:lnTo>
                    <a:lnTo>
                      <a:pt x="283427" y="10857"/>
                    </a:lnTo>
                    <a:lnTo>
                      <a:pt x="227915" y="29354"/>
                    </a:lnTo>
                    <a:lnTo>
                      <a:pt x="176639" y="55954"/>
                    </a:lnTo>
                    <a:lnTo>
                      <a:pt x="130370" y="89884"/>
                    </a:lnTo>
                    <a:lnTo>
                      <a:pt x="89884" y="130370"/>
                    </a:lnTo>
                    <a:lnTo>
                      <a:pt x="55954" y="176639"/>
                    </a:lnTo>
                    <a:lnTo>
                      <a:pt x="29354" y="227915"/>
                    </a:lnTo>
                    <a:lnTo>
                      <a:pt x="10857" y="283427"/>
                    </a:lnTo>
                    <a:lnTo>
                      <a:pt x="1238" y="342399"/>
                    </a:lnTo>
                    <a:lnTo>
                      <a:pt x="0" y="372941"/>
                    </a:lnTo>
                    <a:lnTo>
                      <a:pt x="1238" y="403485"/>
                    </a:lnTo>
                    <a:lnTo>
                      <a:pt x="10857" y="462459"/>
                    </a:lnTo>
                    <a:lnTo>
                      <a:pt x="29354" y="517973"/>
                    </a:lnTo>
                    <a:lnTo>
                      <a:pt x="55954" y="569251"/>
                    </a:lnTo>
                    <a:lnTo>
                      <a:pt x="89884" y="615520"/>
                    </a:lnTo>
                    <a:lnTo>
                      <a:pt x="130370" y="656007"/>
                    </a:lnTo>
                    <a:lnTo>
                      <a:pt x="176639" y="689938"/>
                    </a:lnTo>
                    <a:lnTo>
                      <a:pt x="227915" y="716539"/>
                    </a:lnTo>
                    <a:lnTo>
                      <a:pt x="283427" y="735035"/>
                    </a:lnTo>
                    <a:lnTo>
                      <a:pt x="342399" y="744654"/>
                    </a:lnTo>
                    <a:lnTo>
                      <a:pt x="372941" y="745893"/>
                    </a:lnTo>
                    <a:lnTo>
                      <a:pt x="4542071" y="745893"/>
                    </a:lnTo>
                    <a:lnTo>
                      <a:pt x="4602483" y="741003"/>
                    </a:lnTo>
                    <a:lnTo>
                      <a:pt x="4659821" y="726848"/>
                    </a:lnTo>
                    <a:lnTo>
                      <a:pt x="4713312" y="704203"/>
                    </a:lnTo>
                    <a:lnTo>
                      <a:pt x="4762182" y="673841"/>
                    </a:lnTo>
                    <a:lnTo>
                      <a:pt x="4805656" y="636535"/>
                    </a:lnTo>
                    <a:lnTo>
                      <a:pt x="4842960" y="593060"/>
                    </a:lnTo>
                    <a:lnTo>
                      <a:pt x="4873322" y="544190"/>
                    </a:lnTo>
                    <a:lnTo>
                      <a:pt x="4895967" y="490697"/>
                    </a:lnTo>
                    <a:lnTo>
                      <a:pt x="4910122" y="433356"/>
                    </a:lnTo>
                    <a:lnTo>
                      <a:pt x="4915012" y="372941"/>
                    </a:lnTo>
                    <a:lnTo>
                      <a:pt x="4913773" y="342399"/>
                    </a:lnTo>
                    <a:lnTo>
                      <a:pt x="4904154" y="283427"/>
                    </a:lnTo>
                    <a:lnTo>
                      <a:pt x="4885658" y="227915"/>
                    </a:lnTo>
                    <a:lnTo>
                      <a:pt x="4859058" y="176639"/>
                    </a:lnTo>
                    <a:lnTo>
                      <a:pt x="4825127" y="130370"/>
                    </a:lnTo>
                    <a:lnTo>
                      <a:pt x="4784641" y="89884"/>
                    </a:lnTo>
                    <a:lnTo>
                      <a:pt x="4738373" y="55954"/>
                    </a:lnTo>
                    <a:lnTo>
                      <a:pt x="4687096" y="29354"/>
                    </a:lnTo>
                    <a:lnTo>
                      <a:pt x="4631585" y="10857"/>
                    </a:lnTo>
                    <a:lnTo>
                      <a:pt x="4572613" y="1238"/>
                    </a:lnTo>
                    <a:lnTo>
                      <a:pt x="4542071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116">
                <a:extLst>
                  <a:ext uri="{FF2B5EF4-FFF2-40B4-BE49-F238E27FC236}">
                    <a16:creationId xmlns:a16="http://schemas.microsoft.com/office/drawing/2014/main" id="{347B539A-C0C7-4A57-AD65-1850F2D7FD20}"/>
                  </a:ext>
                </a:extLst>
              </p:cNvPr>
              <p:cNvSpPr/>
              <p:nvPr/>
            </p:nvSpPr>
            <p:spPr>
              <a:xfrm>
                <a:off x="9777740" y="7473891"/>
                <a:ext cx="4944110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4944109" h="775334">
                    <a:moveTo>
                      <a:pt x="4556552" y="0"/>
                    </a:moveTo>
                    <a:lnTo>
                      <a:pt x="387422" y="0"/>
                    </a:lnTo>
                    <a:lnTo>
                      <a:pt x="355648" y="1284"/>
                    </a:lnTo>
                    <a:lnTo>
                      <a:pt x="294322" y="11259"/>
                    </a:lnTo>
                    <a:lnTo>
                      <a:pt x="236622" y="30446"/>
                    </a:lnTo>
                    <a:lnTo>
                      <a:pt x="183347" y="58046"/>
                    </a:lnTo>
                    <a:lnTo>
                      <a:pt x="135294" y="93261"/>
                    </a:lnTo>
                    <a:lnTo>
                      <a:pt x="93261" y="135294"/>
                    </a:lnTo>
                    <a:lnTo>
                      <a:pt x="58046" y="183347"/>
                    </a:lnTo>
                    <a:lnTo>
                      <a:pt x="30446" y="236622"/>
                    </a:lnTo>
                    <a:lnTo>
                      <a:pt x="11259" y="294322"/>
                    </a:lnTo>
                    <a:lnTo>
                      <a:pt x="1284" y="355648"/>
                    </a:lnTo>
                    <a:lnTo>
                      <a:pt x="0" y="387422"/>
                    </a:lnTo>
                    <a:lnTo>
                      <a:pt x="1284" y="419198"/>
                    </a:lnTo>
                    <a:lnTo>
                      <a:pt x="11259" y="480526"/>
                    </a:lnTo>
                    <a:lnTo>
                      <a:pt x="30446" y="538227"/>
                    </a:lnTo>
                    <a:lnTo>
                      <a:pt x="58046" y="591502"/>
                    </a:lnTo>
                    <a:lnTo>
                      <a:pt x="93261" y="639555"/>
                    </a:lnTo>
                    <a:lnTo>
                      <a:pt x="135294" y="681587"/>
                    </a:lnTo>
                    <a:lnTo>
                      <a:pt x="183347" y="716801"/>
                    </a:lnTo>
                    <a:lnTo>
                      <a:pt x="236622" y="744400"/>
                    </a:lnTo>
                    <a:lnTo>
                      <a:pt x="294322" y="763586"/>
                    </a:lnTo>
                    <a:lnTo>
                      <a:pt x="355648" y="773561"/>
                    </a:lnTo>
                    <a:lnTo>
                      <a:pt x="387422" y="774845"/>
                    </a:lnTo>
                    <a:lnTo>
                      <a:pt x="4556552" y="774845"/>
                    </a:lnTo>
                    <a:lnTo>
                      <a:pt x="4619395" y="769774"/>
                    </a:lnTo>
                    <a:lnTo>
                      <a:pt x="4679009" y="755094"/>
                    </a:lnTo>
                    <a:lnTo>
                      <a:pt x="4703399" y="745893"/>
                    </a:lnTo>
                    <a:lnTo>
                      <a:pt x="387422" y="745893"/>
                    </a:lnTo>
                    <a:lnTo>
                      <a:pt x="358065" y="744702"/>
                    </a:lnTo>
                    <a:lnTo>
                      <a:pt x="301381" y="735457"/>
                    </a:lnTo>
                    <a:lnTo>
                      <a:pt x="248024" y="717678"/>
                    </a:lnTo>
                    <a:lnTo>
                      <a:pt x="198737" y="692110"/>
                    </a:lnTo>
                    <a:lnTo>
                      <a:pt x="154264" y="659496"/>
                    </a:lnTo>
                    <a:lnTo>
                      <a:pt x="115348" y="620581"/>
                    </a:lnTo>
                    <a:lnTo>
                      <a:pt x="82735" y="576108"/>
                    </a:lnTo>
                    <a:lnTo>
                      <a:pt x="57167" y="526821"/>
                    </a:lnTo>
                    <a:lnTo>
                      <a:pt x="39388" y="473463"/>
                    </a:lnTo>
                    <a:lnTo>
                      <a:pt x="30142" y="416779"/>
                    </a:lnTo>
                    <a:lnTo>
                      <a:pt x="28951" y="387422"/>
                    </a:lnTo>
                    <a:lnTo>
                      <a:pt x="30142" y="358065"/>
                    </a:lnTo>
                    <a:lnTo>
                      <a:pt x="39388" y="301381"/>
                    </a:lnTo>
                    <a:lnTo>
                      <a:pt x="57167" y="248024"/>
                    </a:lnTo>
                    <a:lnTo>
                      <a:pt x="82735" y="198737"/>
                    </a:lnTo>
                    <a:lnTo>
                      <a:pt x="115348" y="154264"/>
                    </a:lnTo>
                    <a:lnTo>
                      <a:pt x="154264" y="115348"/>
                    </a:lnTo>
                    <a:lnTo>
                      <a:pt x="198737" y="82735"/>
                    </a:lnTo>
                    <a:lnTo>
                      <a:pt x="248024" y="57167"/>
                    </a:lnTo>
                    <a:lnTo>
                      <a:pt x="301381" y="39388"/>
                    </a:lnTo>
                    <a:lnTo>
                      <a:pt x="358065" y="30142"/>
                    </a:lnTo>
                    <a:lnTo>
                      <a:pt x="387422" y="28951"/>
                    </a:lnTo>
                    <a:lnTo>
                      <a:pt x="4703395" y="28951"/>
                    </a:lnTo>
                    <a:lnTo>
                      <a:pt x="4679009" y="19751"/>
                    </a:lnTo>
                    <a:lnTo>
                      <a:pt x="4649656" y="11259"/>
                    </a:lnTo>
                    <a:lnTo>
                      <a:pt x="4619395" y="5070"/>
                    </a:lnTo>
                    <a:lnTo>
                      <a:pt x="4588327" y="1284"/>
                    </a:lnTo>
                    <a:lnTo>
                      <a:pt x="4556552" y="0"/>
                    </a:lnTo>
                    <a:close/>
                  </a:path>
                  <a:path w="4944109" h="775334">
                    <a:moveTo>
                      <a:pt x="4703395" y="28951"/>
                    </a:moveTo>
                    <a:lnTo>
                      <a:pt x="4556552" y="28951"/>
                    </a:lnTo>
                    <a:lnTo>
                      <a:pt x="4585909" y="30142"/>
                    </a:lnTo>
                    <a:lnTo>
                      <a:pt x="4614620" y="33652"/>
                    </a:lnTo>
                    <a:lnTo>
                      <a:pt x="4669734" y="47257"/>
                    </a:lnTo>
                    <a:lnTo>
                      <a:pt x="4721149" y="69024"/>
                    </a:lnTo>
                    <a:lnTo>
                      <a:pt x="4768122" y="98207"/>
                    </a:lnTo>
                    <a:lnTo>
                      <a:pt x="4809909" y="134065"/>
                    </a:lnTo>
                    <a:lnTo>
                      <a:pt x="4845767" y="175852"/>
                    </a:lnTo>
                    <a:lnTo>
                      <a:pt x="4874950" y="222825"/>
                    </a:lnTo>
                    <a:lnTo>
                      <a:pt x="4896717" y="274240"/>
                    </a:lnTo>
                    <a:lnTo>
                      <a:pt x="4910322" y="329354"/>
                    </a:lnTo>
                    <a:lnTo>
                      <a:pt x="4915023" y="387422"/>
                    </a:lnTo>
                    <a:lnTo>
                      <a:pt x="4913832" y="416781"/>
                    </a:lnTo>
                    <a:lnTo>
                      <a:pt x="4904586" y="473467"/>
                    </a:lnTo>
                    <a:lnTo>
                      <a:pt x="4886807" y="526825"/>
                    </a:lnTo>
                    <a:lnTo>
                      <a:pt x="4861239" y="576112"/>
                    </a:lnTo>
                    <a:lnTo>
                      <a:pt x="4828626" y="620585"/>
                    </a:lnTo>
                    <a:lnTo>
                      <a:pt x="4789711" y="659500"/>
                    </a:lnTo>
                    <a:lnTo>
                      <a:pt x="4745237" y="692112"/>
                    </a:lnTo>
                    <a:lnTo>
                      <a:pt x="4695950" y="717679"/>
                    </a:lnTo>
                    <a:lnTo>
                      <a:pt x="4642593" y="735457"/>
                    </a:lnTo>
                    <a:lnTo>
                      <a:pt x="4585909" y="744703"/>
                    </a:lnTo>
                    <a:lnTo>
                      <a:pt x="4556552" y="745893"/>
                    </a:lnTo>
                    <a:lnTo>
                      <a:pt x="4703399" y="745893"/>
                    </a:lnTo>
                    <a:lnTo>
                      <a:pt x="4760632" y="716801"/>
                    </a:lnTo>
                    <a:lnTo>
                      <a:pt x="4808684" y="681587"/>
                    </a:lnTo>
                    <a:lnTo>
                      <a:pt x="4850717" y="639555"/>
                    </a:lnTo>
                    <a:lnTo>
                      <a:pt x="4885931" y="591502"/>
                    </a:lnTo>
                    <a:lnTo>
                      <a:pt x="4913530" y="538227"/>
                    </a:lnTo>
                    <a:lnTo>
                      <a:pt x="4932715" y="480526"/>
                    </a:lnTo>
                    <a:lnTo>
                      <a:pt x="4942690" y="419198"/>
                    </a:lnTo>
                    <a:lnTo>
                      <a:pt x="4943975" y="387422"/>
                    </a:lnTo>
                    <a:lnTo>
                      <a:pt x="4942690" y="355648"/>
                    </a:lnTo>
                    <a:lnTo>
                      <a:pt x="4932715" y="294322"/>
                    </a:lnTo>
                    <a:lnTo>
                      <a:pt x="4913530" y="236622"/>
                    </a:lnTo>
                    <a:lnTo>
                      <a:pt x="4885931" y="183347"/>
                    </a:lnTo>
                    <a:lnTo>
                      <a:pt x="4850717" y="135294"/>
                    </a:lnTo>
                    <a:lnTo>
                      <a:pt x="4808684" y="93261"/>
                    </a:lnTo>
                    <a:lnTo>
                      <a:pt x="4760632" y="58046"/>
                    </a:lnTo>
                    <a:lnTo>
                      <a:pt x="4707356" y="30446"/>
                    </a:lnTo>
                    <a:lnTo>
                      <a:pt x="4703395" y="28951"/>
                    </a:lnTo>
                    <a:close/>
                  </a:path>
                </a:pathLst>
              </a:custGeom>
              <a:solidFill>
                <a:srgbClr val="9C633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117">
                <a:extLst>
                  <a:ext uri="{FF2B5EF4-FFF2-40B4-BE49-F238E27FC236}">
                    <a16:creationId xmlns:a16="http://schemas.microsoft.com/office/drawing/2014/main" id="{95A22C0D-C0C4-46B6-9C6F-23435D677CEC}"/>
                  </a:ext>
                </a:extLst>
              </p:cNvPr>
              <p:cNvSpPr/>
              <p:nvPr/>
            </p:nvSpPr>
            <p:spPr>
              <a:xfrm>
                <a:off x="9777745" y="7473891"/>
                <a:ext cx="2061845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2061845" h="775334">
                    <a:moveTo>
                      <a:pt x="2061413" y="0"/>
                    </a:moveTo>
                    <a:lnTo>
                      <a:pt x="387422" y="0"/>
                    </a:lnTo>
                    <a:lnTo>
                      <a:pt x="355647" y="1284"/>
                    </a:lnTo>
                    <a:lnTo>
                      <a:pt x="294319" y="11259"/>
                    </a:lnTo>
                    <a:lnTo>
                      <a:pt x="236618" y="30444"/>
                    </a:lnTo>
                    <a:lnTo>
                      <a:pt x="183342" y="58043"/>
                    </a:lnTo>
                    <a:lnTo>
                      <a:pt x="135290" y="93257"/>
                    </a:lnTo>
                    <a:lnTo>
                      <a:pt x="93257" y="135290"/>
                    </a:lnTo>
                    <a:lnTo>
                      <a:pt x="58043" y="183342"/>
                    </a:lnTo>
                    <a:lnTo>
                      <a:pt x="30444" y="236618"/>
                    </a:lnTo>
                    <a:lnTo>
                      <a:pt x="11259" y="294319"/>
                    </a:lnTo>
                    <a:lnTo>
                      <a:pt x="1284" y="355647"/>
                    </a:lnTo>
                    <a:lnTo>
                      <a:pt x="0" y="387422"/>
                    </a:lnTo>
                    <a:lnTo>
                      <a:pt x="1284" y="419198"/>
                    </a:lnTo>
                    <a:lnTo>
                      <a:pt x="11259" y="480526"/>
                    </a:lnTo>
                    <a:lnTo>
                      <a:pt x="30444" y="538227"/>
                    </a:lnTo>
                    <a:lnTo>
                      <a:pt x="58043" y="591502"/>
                    </a:lnTo>
                    <a:lnTo>
                      <a:pt x="93257" y="639555"/>
                    </a:lnTo>
                    <a:lnTo>
                      <a:pt x="135290" y="681587"/>
                    </a:lnTo>
                    <a:lnTo>
                      <a:pt x="183342" y="716801"/>
                    </a:lnTo>
                    <a:lnTo>
                      <a:pt x="236618" y="744400"/>
                    </a:lnTo>
                    <a:lnTo>
                      <a:pt x="294319" y="763586"/>
                    </a:lnTo>
                    <a:lnTo>
                      <a:pt x="355647" y="773561"/>
                    </a:lnTo>
                    <a:lnTo>
                      <a:pt x="387422" y="774845"/>
                    </a:lnTo>
                    <a:lnTo>
                      <a:pt x="2061413" y="774845"/>
                    </a:lnTo>
                    <a:lnTo>
                      <a:pt x="2061413" y="0"/>
                    </a:lnTo>
                    <a:close/>
                  </a:path>
                </a:pathLst>
              </a:custGeom>
              <a:solidFill>
                <a:srgbClr val="9C633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5BF974B-D154-4964-9E12-BFA7D406A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50934" y="4620906"/>
              <a:ext cx="840416" cy="281229"/>
            </a:xfrm>
            <a:prstGeom prst="rect">
              <a:avLst/>
            </a:prstGeom>
          </p:spPr>
        </p:pic>
      </p:grpSp>
      <p:sp>
        <p:nvSpPr>
          <p:cNvPr id="31" name="object 119">
            <a:extLst>
              <a:ext uri="{FF2B5EF4-FFF2-40B4-BE49-F238E27FC236}">
                <a16:creationId xmlns:a16="http://schemas.microsoft.com/office/drawing/2014/main" id="{EFD7248B-C01D-47AE-9214-A4E3A33F5454}"/>
              </a:ext>
            </a:extLst>
          </p:cNvPr>
          <p:cNvSpPr/>
          <p:nvPr/>
        </p:nvSpPr>
        <p:spPr>
          <a:xfrm>
            <a:off x="5279295" y="3856897"/>
            <a:ext cx="4498964" cy="57878"/>
          </a:xfrm>
          <a:custGeom>
            <a:avLst/>
            <a:gdLst/>
            <a:ahLst/>
            <a:cxnLst/>
            <a:rect l="l" t="t" r="r" b="b"/>
            <a:pathLst>
              <a:path w="4010659">
                <a:moveTo>
                  <a:pt x="0" y="0"/>
                </a:moveTo>
                <a:lnTo>
                  <a:pt x="4010349" y="0"/>
                </a:lnTo>
              </a:path>
            </a:pathLst>
          </a:custGeom>
          <a:ln w="38100">
            <a:solidFill>
              <a:srgbClr val="CCD7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DDAB22-E071-4125-AA40-CF8A1AFDB603}"/>
              </a:ext>
            </a:extLst>
          </p:cNvPr>
          <p:cNvSpPr txBox="1"/>
          <p:nvPr/>
        </p:nvSpPr>
        <p:spPr>
          <a:xfrm>
            <a:off x="7197214" y="4541820"/>
            <a:ext cx="1730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30~31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쪽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74030B-D8C7-E501-DC0C-47D437496A80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5" name="사각형: 둥근 모서리 4">
              <a:hlinkClick r:id="rId7" action="ppaction://hlinksldjump"/>
              <a:extLst>
                <a:ext uri="{FF2B5EF4-FFF2-40B4-BE49-F238E27FC236}">
                  <a16:creationId xmlns:a16="http://schemas.microsoft.com/office/drawing/2014/main" id="{333F414E-5EBE-3FDF-4AAE-6BE6ADAA46A0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0" name="사각형: 둥근 모서리 9">
              <a:hlinkClick r:id="rId8" action="ppaction://hlinksldjump"/>
              <a:extLst>
                <a:ext uri="{FF2B5EF4-FFF2-40B4-BE49-F238E27FC236}">
                  <a16:creationId xmlns:a16="http://schemas.microsoft.com/office/drawing/2014/main" id="{68D0B11E-1DCC-71B0-2FF5-EB25AC5296E3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5" name="사각형: 둥근 모서리 14">
              <a:hlinkClick r:id="rId9" action="ppaction://hlinksldjump"/>
              <a:extLst>
                <a:ext uri="{FF2B5EF4-FFF2-40B4-BE49-F238E27FC236}">
                  <a16:creationId xmlns:a16="http://schemas.microsoft.com/office/drawing/2014/main" id="{803B9A85-12DF-CBE2-3D5C-D552884CB3F7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7" name="사각형: 둥근 모서리 16">
              <a:hlinkClick r:id="rId10" action="ppaction://hlinksldjump"/>
              <a:extLst>
                <a:ext uri="{FF2B5EF4-FFF2-40B4-BE49-F238E27FC236}">
                  <a16:creationId xmlns:a16="http://schemas.microsoft.com/office/drawing/2014/main" id="{EA01504D-08EB-BECC-28AC-1BE8723B47E4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9" name="사각형: 둥근 모서리 18">
              <a:hlinkClick r:id="rId11" action="ppaction://hlinksldjump"/>
              <a:extLst>
                <a:ext uri="{FF2B5EF4-FFF2-40B4-BE49-F238E27FC236}">
                  <a16:creationId xmlns:a16="http://schemas.microsoft.com/office/drawing/2014/main" id="{2FCF8BD9-69DD-4834-D78C-3D2E8447A087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5" name="사각형: 둥근 모서리 24">
              <a:hlinkClick r:id="rId12" action="ppaction://hlinksldjump"/>
              <a:extLst>
                <a:ext uri="{FF2B5EF4-FFF2-40B4-BE49-F238E27FC236}">
                  <a16:creationId xmlns:a16="http://schemas.microsoft.com/office/drawing/2014/main" id="{71D1C440-976C-6DE1-B0EA-A47A4443C0AC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6" name="사각형: 둥근 모서리 25">
              <a:hlinkClick r:id="rId13" action="ppaction://hlinksldjump"/>
              <a:extLst>
                <a:ext uri="{FF2B5EF4-FFF2-40B4-BE49-F238E27FC236}">
                  <a16:creationId xmlns:a16="http://schemas.microsoft.com/office/drawing/2014/main" id="{79E56B31-074C-EF56-B804-ED052F83167B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5DD53427-A11D-B507-9A44-1EBDA6E0D16C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611EC08B-9926-3EBD-0808-1C9FA3C3ED34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6" name="사각형: 둥근 모서리 35">
                <a:extLst>
                  <a:ext uri="{FF2B5EF4-FFF2-40B4-BE49-F238E27FC236}">
                    <a16:creationId xmlns:a16="http://schemas.microsoft.com/office/drawing/2014/main" id="{2310E3A2-D9DE-0AFB-7CB7-D1E04BF8E250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>
                    <a:solidFill>
                      <a:schemeClr val="tx1"/>
                    </a:solidFill>
                    <a:latin typeface="+mn-ea"/>
                  </a:rPr>
                  <a:t>1</a:t>
                </a:r>
                <a:endParaRPr lang="ko-KR" altLang="en-US" sz="1700" b="1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7569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6B7C-E181-14F5-3049-3181BA1C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B2CD9E-3F0B-454C-B473-AD8111D5F012}"/>
              </a:ext>
            </a:extLst>
          </p:cNvPr>
          <p:cNvSpPr/>
          <p:nvPr/>
        </p:nvSpPr>
        <p:spPr>
          <a:xfrm>
            <a:off x="2464064" y="2670778"/>
            <a:ext cx="1452616" cy="375209"/>
          </a:xfrm>
          <a:prstGeom prst="rect">
            <a:avLst/>
          </a:prstGeom>
          <a:solidFill>
            <a:srgbClr val="FFF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D39807-FCC7-2F19-6E16-0E4A2FF88039}"/>
              </a:ext>
            </a:extLst>
          </p:cNvPr>
          <p:cNvSpPr txBox="1"/>
          <p:nvPr/>
        </p:nvSpPr>
        <p:spPr>
          <a:xfrm>
            <a:off x="2335142" y="2335504"/>
            <a:ext cx="7714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셈여림을</a:t>
            </a:r>
            <a:r>
              <a:rPr lang="ko-KR" altLang="en-US" sz="4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살려 노래 불러 봅시다</a:t>
            </a:r>
            <a:r>
              <a:rPr lang="en-US" altLang="ko-KR" sz="4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bject 30">
            <a:extLst>
              <a:ext uri="{FF2B5EF4-FFF2-40B4-BE49-F238E27FC236}">
                <a16:creationId xmlns:a16="http://schemas.microsoft.com/office/drawing/2014/main" id="{097C09F9-BCD8-44BB-A90B-4DA2D11B3D8D}"/>
              </a:ext>
            </a:extLst>
          </p:cNvPr>
          <p:cNvSpPr/>
          <p:nvPr/>
        </p:nvSpPr>
        <p:spPr>
          <a:xfrm>
            <a:off x="150222" y="4608576"/>
            <a:ext cx="1685286" cy="17170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6A63248B-0315-44F5-9057-5D2670BAF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441" y="2572959"/>
            <a:ext cx="300764" cy="27342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951253B-249E-43F6-BD81-AB5E7F6CC2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24" y="166704"/>
            <a:ext cx="11986833" cy="18360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DFB8EA-EE2F-4F92-9ADD-42F196F6EA01}"/>
              </a:ext>
            </a:extLst>
          </p:cNvPr>
          <p:cNvSpPr/>
          <p:nvPr/>
        </p:nvSpPr>
        <p:spPr>
          <a:xfrm>
            <a:off x="6153912" y="3730067"/>
            <a:ext cx="2624328" cy="375209"/>
          </a:xfrm>
          <a:prstGeom prst="rect">
            <a:avLst/>
          </a:prstGeom>
          <a:solidFill>
            <a:srgbClr val="FFF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6D4A2A-0EAE-4DA4-8A58-B6FD105D188F}"/>
              </a:ext>
            </a:extLst>
          </p:cNvPr>
          <p:cNvSpPr txBox="1"/>
          <p:nvPr/>
        </p:nvSpPr>
        <p:spPr>
          <a:xfrm>
            <a:off x="2335142" y="3404318"/>
            <a:ext cx="78421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소중한 사람에게 편지와 음악으로 마음을 표현해 봅시다</a:t>
            </a:r>
            <a:r>
              <a:rPr lang="en-US" altLang="ko-KR" sz="4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1E6227E-A288-4500-86E4-F219CD13D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441" y="3641773"/>
            <a:ext cx="300764" cy="273422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EA4EB8F3-0F16-826B-A04B-ADBDD5B6C3D3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7" name="사각형: 둥근 모서리 6">
              <a:hlinkClick r:id="rId6" action="ppaction://hlinksldjump"/>
              <a:extLst>
                <a:ext uri="{FF2B5EF4-FFF2-40B4-BE49-F238E27FC236}">
                  <a16:creationId xmlns:a16="http://schemas.microsoft.com/office/drawing/2014/main" id="{C53C64EE-C1B5-4219-D191-21473E253CE6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0" name="사각형: 둥근 모서리 9">
              <a:hlinkClick r:id="rId7" action="ppaction://hlinksldjump"/>
              <a:extLst>
                <a:ext uri="{FF2B5EF4-FFF2-40B4-BE49-F238E27FC236}">
                  <a16:creationId xmlns:a16="http://schemas.microsoft.com/office/drawing/2014/main" id="{FD4F7F3F-BD5C-4CB8-AA89-BADDF49D0930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2" name="사각형: 둥근 모서리 11">
              <a:hlinkClick r:id="rId8" action="ppaction://hlinksldjump"/>
              <a:extLst>
                <a:ext uri="{FF2B5EF4-FFF2-40B4-BE49-F238E27FC236}">
                  <a16:creationId xmlns:a16="http://schemas.microsoft.com/office/drawing/2014/main" id="{91FB37C8-CFBE-D39D-987D-EEF1C6055314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3" name="사각형: 둥근 모서리 12">
              <a:hlinkClick r:id="rId9" action="ppaction://hlinksldjump"/>
              <a:extLst>
                <a:ext uri="{FF2B5EF4-FFF2-40B4-BE49-F238E27FC236}">
                  <a16:creationId xmlns:a16="http://schemas.microsoft.com/office/drawing/2014/main" id="{67C9BA96-6A9C-B845-7F32-446ED81540C6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4" name="사각형: 둥근 모서리 13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4A56D8-D7AA-8B85-FCE5-B6DC05977588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6" name="사각형: 둥근 모서리 15">
              <a:hlinkClick r:id="rId11" action="ppaction://hlinksldjump"/>
              <a:extLst>
                <a:ext uri="{FF2B5EF4-FFF2-40B4-BE49-F238E27FC236}">
                  <a16:creationId xmlns:a16="http://schemas.microsoft.com/office/drawing/2014/main" id="{E6238B93-2920-011A-E1C8-6244280076FF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7" name="사각형: 둥근 모서리 16">
              <a:hlinkClick r:id="rId12" action="ppaction://hlinksldjump"/>
              <a:extLst>
                <a:ext uri="{FF2B5EF4-FFF2-40B4-BE49-F238E27FC236}">
                  <a16:creationId xmlns:a16="http://schemas.microsoft.com/office/drawing/2014/main" id="{782BC1F1-3BC8-21B1-0F6A-381AD084F0C1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2C590C28-B2A9-5B1F-CA49-F2DC36180CAE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461DB15E-D09A-01CF-118F-21F5722430C0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F51EA088-9AED-192F-7195-60D151226763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2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589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E310936-2BEC-C0E9-35BE-9A5038427BB4}"/>
              </a:ext>
            </a:extLst>
          </p:cNvPr>
          <p:cNvSpPr txBox="1"/>
          <p:nvPr/>
        </p:nvSpPr>
        <p:spPr>
          <a:xfrm>
            <a:off x="118671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부모님께 감사한 일을 떠올려 볼까요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?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3C06E39-4C4E-48E1-BBC8-C545444B5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089" y="1844675"/>
            <a:ext cx="6187821" cy="4447613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C29B1DBC-94D8-4792-B371-1E8E22CA6D97}"/>
              </a:ext>
            </a:extLst>
          </p:cNvPr>
          <p:cNvGrpSpPr/>
          <p:nvPr/>
        </p:nvGrpSpPr>
        <p:grpSpPr>
          <a:xfrm>
            <a:off x="2135475" y="3317092"/>
            <a:ext cx="3084417" cy="1502778"/>
            <a:chOff x="2135475" y="3317092"/>
            <a:chExt cx="3084417" cy="1502778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1B90800-EC01-480A-B219-AF48C8FBB645}"/>
                </a:ext>
              </a:extLst>
            </p:cNvPr>
            <p:cNvGrpSpPr/>
            <p:nvPr/>
          </p:nvGrpSpPr>
          <p:grpSpPr>
            <a:xfrm>
              <a:off x="2135475" y="3317092"/>
              <a:ext cx="3084417" cy="1502778"/>
              <a:chOff x="2135475" y="3429000"/>
              <a:chExt cx="3084417" cy="1502778"/>
            </a:xfrm>
          </p:grpSpPr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E6CF7B7B-3BBA-4BA7-92B5-E3AA274DBA18}"/>
                  </a:ext>
                </a:extLst>
              </p:cNvPr>
              <p:cNvSpPr/>
              <p:nvPr/>
            </p:nvSpPr>
            <p:spPr>
              <a:xfrm>
                <a:off x="2135475" y="3429000"/>
                <a:ext cx="3084417" cy="150277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3639A290-6407-442F-954D-BC1F1FD33E42}"/>
                  </a:ext>
                </a:extLst>
              </p:cNvPr>
              <p:cNvGrpSpPr/>
              <p:nvPr/>
            </p:nvGrpSpPr>
            <p:grpSpPr>
              <a:xfrm>
                <a:off x="2135475" y="3648532"/>
                <a:ext cx="3084417" cy="1283246"/>
                <a:chOff x="3766096" y="5747101"/>
                <a:chExt cx="4758430" cy="1979706"/>
              </a:xfrm>
            </p:grpSpPr>
            <p:sp>
              <p:nvSpPr>
                <p:cNvPr id="31" name="object 22">
                  <a:extLst>
                    <a:ext uri="{FF2B5EF4-FFF2-40B4-BE49-F238E27FC236}">
                      <a16:creationId xmlns:a16="http://schemas.microsoft.com/office/drawing/2014/main" id="{7D63B5B3-F9DE-45CB-AD2E-B071FACAAEEA}"/>
                    </a:ext>
                  </a:extLst>
                </p:cNvPr>
                <p:cNvSpPr/>
                <p:nvPr/>
              </p:nvSpPr>
              <p:spPr>
                <a:xfrm>
                  <a:off x="3766096" y="5747101"/>
                  <a:ext cx="4502785" cy="1979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2784" h="2303779">
                      <a:moveTo>
                        <a:pt x="3455392" y="0"/>
                      </a:moveTo>
                      <a:lnTo>
                        <a:pt x="1047088" y="0"/>
                      </a:lnTo>
                      <a:lnTo>
                        <a:pt x="961534" y="3488"/>
                      </a:lnTo>
                      <a:lnTo>
                        <a:pt x="877826" y="13769"/>
                      </a:lnTo>
                      <a:lnTo>
                        <a:pt x="796238" y="30568"/>
                      </a:lnTo>
                      <a:lnTo>
                        <a:pt x="717046" y="53610"/>
                      </a:lnTo>
                      <a:lnTo>
                        <a:pt x="640523" y="82621"/>
                      </a:lnTo>
                      <a:lnTo>
                        <a:pt x="566946" y="117326"/>
                      </a:lnTo>
                      <a:lnTo>
                        <a:pt x="496588" y="157449"/>
                      </a:lnTo>
                      <a:lnTo>
                        <a:pt x="429725" y="202716"/>
                      </a:lnTo>
                      <a:lnTo>
                        <a:pt x="366631" y="252852"/>
                      </a:lnTo>
                      <a:lnTo>
                        <a:pt x="307582" y="307582"/>
                      </a:lnTo>
                      <a:lnTo>
                        <a:pt x="252852" y="366631"/>
                      </a:lnTo>
                      <a:lnTo>
                        <a:pt x="202716" y="429725"/>
                      </a:lnTo>
                      <a:lnTo>
                        <a:pt x="157449" y="496588"/>
                      </a:lnTo>
                      <a:lnTo>
                        <a:pt x="117326" y="566946"/>
                      </a:lnTo>
                      <a:lnTo>
                        <a:pt x="82621" y="640523"/>
                      </a:lnTo>
                      <a:lnTo>
                        <a:pt x="53610" y="717046"/>
                      </a:lnTo>
                      <a:lnTo>
                        <a:pt x="30568" y="796238"/>
                      </a:lnTo>
                      <a:lnTo>
                        <a:pt x="13769" y="877826"/>
                      </a:lnTo>
                      <a:lnTo>
                        <a:pt x="3488" y="961534"/>
                      </a:lnTo>
                      <a:lnTo>
                        <a:pt x="0" y="1047088"/>
                      </a:lnTo>
                      <a:lnTo>
                        <a:pt x="0" y="1256506"/>
                      </a:lnTo>
                      <a:lnTo>
                        <a:pt x="3488" y="1342059"/>
                      </a:lnTo>
                      <a:lnTo>
                        <a:pt x="13769" y="1425768"/>
                      </a:lnTo>
                      <a:lnTo>
                        <a:pt x="30568" y="1507355"/>
                      </a:lnTo>
                      <a:lnTo>
                        <a:pt x="53610" y="1586548"/>
                      </a:lnTo>
                      <a:lnTo>
                        <a:pt x="82621" y="1663071"/>
                      </a:lnTo>
                      <a:lnTo>
                        <a:pt x="117326" y="1736648"/>
                      </a:lnTo>
                      <a:lnTo>
                        <a:pt x="157449" y="1807006"/>
                      </a:lnTo>
                      <a:lnTo>
                        <a:pt x="202716" y="1873869"/>
                      </a:lnTo>
                      <a:lnTo>
                        <a:pt x="252852" y="1936963"/>
                      </a:lnTo>
                      <a:lnTo>
                        <a:pt x="307582" y="1996012"/>
                      </a:lnTo>
                      <a:lnTo>
                        <a:pt x="366631" y="2050742"/>
                      </a:lnTo>
                      <a:lnTo>
                        <a:pt x="429725" y="2100878"/>
                      </a:lnTo>
                      <a:lnTo>
                        <a:pt x="496588" y="2146145"/>
                      </a:lnTo>
                      <a:lnTo>
                        <a:pt x="566946" y="2186268"/>
                      </a:lnTo>
                      <a:lnTo>
                        <a:pt x="640523" y="2220972"/>
                      </a:lnTo>
                      <a:lnTo>
                        <a:pt x="717046" y="2249983"/>
                      </a:lnTo>
                      <a:lnTo>
                        <a:pt x="796238" y="2273026"/>
                      </a:lnTo>
                      <a:lnTo>
                        <a:pt x="877826" y="2289825"/>
                      </a:lnTo>
                      <a:lnTo>
                        <a:pt x="961534" y="2300106"/>
                      </a:lnTo>
                      <a:lnTo>
                        <a:pt x="1047088" y="2303594"/>
                      </a:lnTo>
                      <a:lnTo>
                        <a:pt x="3455392" y="2303594"/>
                      </a:lnTo>
                      <a:lnTo>
                        <a:pt x="3540945" y="2300106"/>
                      </a:lnTo>
                      <a:lnTo>
                        <a:pt x="3624654" y="2289825"/>
                      </a:lnTo>
                      <a:lnTo>
                        <a:pt x="3706241" y="2273026"/>
                      </a:lnTo>
                      <a:lnTo>
                        <a:pt x="3785434" y="2249983"/>
                      </a:lnTo>
                      <a:lnTo>
                        <a:pt x="3861957" y="2220972"/>
                      </a:lnTo>
                      <a:lnTo>
                        <a:pt x="3935534" y="2186268"/>
                      </a:lnTo>
                      <a:lnTo>
                        <a:pt x="4005892" y="2146145"/>
                      </a:lnTo>
                      <a:lnTo>
                        <a:pt x="4072755" y="2100878"/>
                      </a:lnTo>
                      <a:lnTo>
                        <a:pt x="4135849" y="2050742"/>
                      </a:lnTo>
                      <a:lnTo>
                        <a:pt x="4194898" y="1996012"/>
                      </a:lnTo>
                      <a:lnTo>
                        <a:pt x="4249628" y="1936963"/>
                      </a:lnTo>
                      <a:lnTo>
                        <a:pt x="4299764" y="1873869"/>
                      </a:lnTo>
                      <a:lnTo>
                        <a:pt x="4345031" y="1807006"/>
                      </a:lnTo>
                      <a:lnTo>
                        <a:pt x="4385154" y="1736648"/>
                      </a:lnTo>
                      <a:lnTo>
                        <a:pt x="4419858" y="1663071"/>
                      </a:lnTo>
                      <a:lnTo>
                        <a:pt x="4448869" y="1586548"/>
                      </a:lnTo>
                      <a:lnTo>
                        <a:pt x="4471912" y="1507355"/>
                      </a:lnTo>
                      <a:lnTo>
                        <a:pt x="4488711" y="1425768"/>
                      </a:lnTo>
                      <a:lnTo>
                        <a:pt x="4498992" y="1342059"/>
                      </a:lnTo>
                      <a:lnTo>
                        <a:pt x="4502480" y="1256506"/>
                      </a:lnTo>
                      <a:lnTo>
                        <a:pt x="4502480" y="1047088"/>
                      </a:lnTo>
                      <a:lnTo>
                        <a:pt x="4498992" y="961534"/>
                      </a:lnTo>
                      <a:lnTo>
                        <a:pt x="4488711" y="877826"/>
                      </a:lnTo>
                      <a:lnTo>
                        <a:pt x="4471912" y="796238"/>
                      </a:lnTo>
                      <a:lnTo>
                        <a:pt x="4448869" y="717046"/>
                      </a:lnTo>
                      <a:lnTo>
                        <a:pt x="4419858" y="640523"/>
                      </a:lnTo>
                      <a:lnTo>
                        <a:pt x="4385154" y="566946"/>
                      </a:lnTo>
                      <a:lnTo>
                        <a:pt x="4345031" y="496588"/>
                      </a:lnTo>
                      <a:lnTo>
                        <a:pt x="4299764" y="429725"/>
                      </a:lnTo>
                      <a:lnTo>
                        <a:pt x="4249628" y="366631"/>
                      </a:lnTo>
                      <a:lnTo>
                        <a:pt x="4194898" y="307582"/>
                      </a:lnTo>
                      <a:lnTo>
                        <a:pt x="4135849" y="252852"/>
                      </a:lnTo>
                      <a:lnTo>
                        <a:pt x="4072755" y="202716"/>
                      </a:lnTo>
                      <a:lnTo>
                        <a:pt x="4005892" y="157449"/>
                      </a:lnTo>
                      <a:lnTo>
                        <a:pt x="3935534" y="117326"/>
                      </a:lnTo>
                      <a:lnTo>
                        <a:pt x="3861957" y="82621"/>
                      </a:lnTo>
                      <a:lnTo>
                        <a:pt x="3785434" y="53610"/>
                      </a:lnTo>
                      <a:lnTo>
                        <a:pt x="3706241" y="30568"/>
                      </a:lnTo>
                      <a:lnTo>
                        <a:pt x="3624654" y="13769"/>
                      </a:lnTo>
                      <a:lnTo>
                        <a:pt x="3540945" y="3488"/>
                      </a:lnTo>
                      <a:lnTo>
                        <a:pt x="3455392" y="0"/>
                      </a:lnTo>
                      <a:close/>
                    </a:path>
                  </a:pathLst>
                </a:custGeom>
                <a:solidFill>
                  <a:srgbClr val="DAF2F1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2" name="object 23">
                  <a:extLst>
                    <a:ext uri="{FF2B5EF4-FFF2-40B4-BE49-F238E27FC236}">
                      <a16:creationId xmlns:a16="http://schemas.microsoft.com/office/drawing/2014/main" id="{F1CA6CA6-E127-457C-8F8C-F8488FABACFD}"/>
                    </a:ext>
                  </a:extLst>
                </p:cNvPr>
                <p:cNvSpPr/>
                <p:nvPr/>
              </p:nvSpPr>
              <p:spPr>
                <a:xfrm>
                  <a:off x="7478046" y="7238409"/>
                  <a:ext cx="1046480" cy="431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479" h="431165">
                      <a:moveTo>
                        <a:pt x="583238" y="0"/>
                      </a:moveTo>
                      <a:lnTo>
                        <a:pt x="0" y="268965"/>
                      </a:lnTo>
                      <a:lnTo>
                        <a:pt x="169761" y="323192"/>
                      </a:lnTo>
                      <a:lnTo>
                        <a:pt x="308306" y="365859"/>
                      </a:lnTo>
                      <a:lnTo>
                        <a:pt x="367834" y="383004"/>
                      </a:lnTo>
                      <a:lnTo>
                        <a:pt x="421911" y="397437"/>
                      </a:lnTo>
                      <a:lnTo>
                        <a:pt x="471322" y="409216"/>
                      </a:lnTo>
                      <a:lnTo>
                        <a:pt x="516852" y="418400"/>
                      </a:lnTo>
                      <a:lnTo>
                        <a:pt x="559285" y="425049"/>
                      </a:lnTo>
                      <a:lnTo>
                        <a:pt x="599405" y="429221"/>
                      </a:lnTo>
                      <a:lnTo>
                        <a:pt x="637998" y="430975"/>
                      </a:lnTo>
                      <a:lnTo>
                        <a:pt x="675847" y="430371"/>
                      </a:lnTo>
                      <a:lnTo>
                        <a:pt x="752453" y="422323"/>
                      </a:lnTo>
                      <a:lnTo>
                        <a:pt x="792779" y="414997"/>
                      </a:lnTo>
                      <a:lnTo>
                        <a:pt x="835500" y="405549"/>
                      </a:lnTo>
                      <a:lnTo>
                        <a:pt x="881400" y="394038"/>
                      </a:lnTo>
                      <a:lnTo>
                        <a:pt x="931264" y="380523"/>
                      </a:lnTo>
                      <a:lnTo>
                        <a:pt x="1046020" y="347717"/>
                      </a:lnTo>
                      <a:lnTo>
                        <a:pt x="1033518" y="346195"/>
                      </a:lnTo>
                      <a:lnTo>
                        <a:pt x="1021979" y="344567"/>
                      </a:lnTo>
                      <a:lnTo>
                        <a:pt x="978509" y="331791"/>
                      </a:lnTo>
                      <a:lnTo>
                        <a:pt x="939009" y="308326"/>
                      </a:lnTo>
                      <a:lnTo>
                        <a:pt x="904184" y="282161"/>
                      </a:lnTo>
                      <a:lnTo>
                        <a:pt x="859328" y="245143"/>
                      </a:lnTo>
                      <a:lnTo>
                        <a:pt x="801662" y="195187"/>
                      </a:lnTo>
                      <a:lnTo>
                        <a:pt x="583238" y="0"/>
                      </a:lnTo>
                      <a:close/>
                    </a:path>
                  </a:pathLst>
                </a:custGeom>
                <a:solidFill>
                  <a:srgbClr val="DAF2F1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B2EE02-728D-48F2-B97A-05CDCC7B29C2}"/>
                </a:ext>
              </a:extLst>
            </p:cNvPr>
            <p:cNvSpPr txBox="1"/>
            <p:nvPr/>
          </p:nvSpPr>
          <p:spPr>
            <a:xfrm>
              <a:off x="2135475" y="3708359"/>
              <a:ext cx="2918708" cy="928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부모님이 저를 낳아 주신 것에 감사해요</a:t>
              </a:r>
              <a:r>
                <a:rPr lang="en-US" altLang="ko-KR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A8B1159-FF8C-4934-8653-6932C9F1EFB2}"/>
              </a:ext>
            </a:extLst>
          </p:cNvPr>
          <p:cNvGrpSpPr/>
          <p:nvPr/>
        </p:nvGrpSpPr>
        <p:grpSpPr>
          <a:xfrm>
            <a:off x="4541562" y="1760793"/>
            <a:ext cx="3669586" cy="1723322"/>
            <a:chOff x="4541562" y="1760793"/>
            <a:chExt cx="3669586" cy="1723322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C3A5E2A9-54B2-4562-99CB-CF82A3DD157E}"/>
                </a:ext>
              </a:extLst>
            </p:cNvPr>
            <p:cNvGrpSpPr/>
            <p:nvPr/>
          </p:nvGrpSpPr>
          <p:grpSpPr>
            <a:xfrm>
              <a:off x="4541562" y="1760793"/>
              <a:ext cx="3669586" cy="1723322"/>
              <a:chOff x="4267200" y="1709419"/>
              <a:chExt cx="3809415" cy="1723322"/>
            </a:xfrm>
          </p:grpSpPr>
          <p:sp>
            <p:nvSpPr>
              <p:cNvPr id="36" name="사각형: 둥근 모서리 35">
                <a:extLst>
                  <a:ext uri="{FF2B5EF4-FFF2-40B4-BE49-F238E27FC236}">
                    <a16:creationId xmlns:a16="http://schemas.microsoft.com/office/drawing/2014/main" id="{2D86D504-7676-46F8-904D-F16CD3961CE5}"/>
                  </a:ext>
                </a:extLst>
              </p:cNvPr>
              <p:cNvSpPr/>
              <p:nvPr/>
            </p:nvSpPr>
            <p:spPr>
              <a:xfrm>
                <a:off x="4267200" y="1709419"/>
                <a:ext cx="3780904" cy="169194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2DE5D179-02D2-470A-86A7-0C02A8451E31}"/>
                  </a:ext>
                </a:extLst>
              </p:cNvPr>
              <p:cNvGrpSpPr/>
              <p:nvPr/>
            </p:nvGrpSpPr>
            <p:grpSpPr>
              <a:xfrm>
                <a:off x="4343542" y="1977274"/>
                <a:ext cx="3733073" cy="1455467"/>
                <a:chOff x="4343542" y="1977274"/>
                <a:chExt cx="3733073" cy="1455467"/>
              </a:xfrm>
            </p:grpSpPr>
            <p:sp>
              <p:nvSpPr>
                <p:cNvPr id="38" name="object 30">
                  <a:extLst>
                    <a:ext uri="{FF2B5EF4-FFF2-40B4-BE49-F238E27FC236}">
                      <a16:creationId xmlns:a16="http://schemas.microsoft.com/office/drawing/2014/main" id="{89AF4B9B-D224-4EB2-BD39-FE5E9458D533}"/>
                    </a:ext>
                  </a:extLst>
                </p:cNvPr>
                <p:cNvSpPr/>
                <p:nvPr/>
              </p:nvSpPr>
              <p:spPr>
                <a:xfrm>
                  <a:off x="4343542" y="1977274"/>
                  <a:ext cx="3733073" cy="1225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5575" h="2303779">
                      <a:moveTo>
                        <a:pt x="4188354" y="0"/>
                      </a:moveTo>
                      <a:lnTo>
                        <a:pt x="1047088" y="0"/>
                      </a:lnTo>
                      <a:lnTo>
                        <a:pt x="961534" y="3488"/>
                      </a:lnTo>
                      <a:lnTo>
                        <a:pt x="877826" y="13769"/>
                      </a:lnTo>
                      <a:lnTo>
                        <a:pt x="796238" y="30568"/>
                      </a:lnTo>
                      <a:lnTo>
                        <a:pt x="717046" y="53610"/>
                      </a:lnTo>
                      <a:lnTo>
                        <a:pt x="640523" y="82621"/>
                      </a:lnTo>
                      <a:lnTo>
                        <a:pt x="566946" y="117326"/>
                      </a:lnTo>
                      <a:lnTo>
                        <a:pt x="496588" y="157449"/>
                      </a:lnTo>
                      <a:lnTo>
                        <a:pt x="429725" y="202716"/>
                      </a:lnTo>
                      <a:lnTo>
                        <a:pt x="366631" y="252852"/>
                      </a:lnTo>
                      <a:lnTo>
                        <a:pt x="307582" y="307582"/>
                      </a:lnTo>
                      <a:lnTo>
                        <a:pt x="252852" y="366631"/>
                      </a:lnTo>
                      <a:lnTo>
                        <a:pt x="202716" y="429725"/>
                      </a:lnTo>
                      <a:lnTo>
                        <a:pt x="157449" y="496588"/>
                      </a:lnTo>
                      <a:lnTo>
                        <a:pt x="117326" y="566946"/>
                      </a:lnTo>
                      <a:lnTo>
                        <a:pt x="82621" y="640523"/>
                      </a:lnTo>
                      <a:lnTo>
                        <a:pt x="53610" y="717046"/>
                      </a:lnTo>
                      <a:lnTo>
                        <a:pt x="30568" y="796238"/>
                      </a:lnTo>
                      <a:lnTo>
                        <a:pt x="13769" y="877826"/>
                      </a:lnTo>
                      <a:lnTo>
                        <a:pt x="3488" y="961534"/>
                      </a:lnTo>
                      <a:lnTo>
                        <a:pt x="0" y="1047088"/>
                      </a:lnTo>
                      <a:lnTo>
                        <a:pt x="0" y="1256506"/>
                      </a:lnTo>
                      <a:lnTo>
                        <a:pt x="3488" y="1342059"/>
                      </a:lnTo>
                      <a:lnTo>
                        <a:pt x="13769" y="1425768"/>
                      </a:lnTo>
                      <a:lnTo>
                        <a:pt x="30568" y="1507355"/>
                      </a:lnTo>
                      <a:lnTo>
                        <a:pt x="53610" y="1586548"/>
                      </a:lnTo>
                      <a:lnTo>
                        <a:pt x="82621" y="1663071"/>
                      </a:lnTo>
                      <a:lnTo>
                        <a:pt x="117326" y="1736648"/>
                      </a:lnTo>
                      <a:lnTo>
                        <a:pt x="157449" y="1807006"/>
                      </a:lnTo>
                      <a:lnTo>
                        <a:pt x="202716" y="1873869"/>
                      </a:lnTo>
                      <a:lnTo>
                        <a:pt x="252852" y="1936963"/>
                      </a:lnTo>
                      <a:lnTo>
                        <a:pt x="307582" y="1996012"/>
                      </a:lnTo>
                      <a:lnTo>
                        <a:pt x="366631" y="2050742"/>
                      </a:lnTo>
                      <a:lnTo>
                        <a:pt x="429725" y="2100878"/>
                      </a:lnTo>
                      <a:lnTo>
                        <a:pt x="496588" y="2146145"/>
                      </a:lnTo>
                      <a:lnTo>
                        <a:pt x="566946" y="2186268"/>
                      </a:lnTo>
                      <a:lnTo>
                        <a:pt x="640523" y="2220972"/>
                      </a:lnTo>
                      <a:lnTo>
                        <a:pt x="717046" y="2249983"/>
                      </a:lnTo>
                      <a:lnTo>
                        <a:pt x="796238" y="2273026"/>
                      </a:lnTo>
                      <a:lnTo>
                        <a:pt x="877826" y="2289825"/>
                      </a:lnTo>
                      <a:lnTo>
                        <a:pt x="961534" y="2300106"/>
                      </a:lnTo>
                      <a:lnTo>
                        <a:pt x="1047088" y="2303594"/>
                      </a:lnTo>
                      <a:lnTo>
                        <a:pt x="4188354" y="2303594"/>
                      </a:lnTo>
                      <a:lnTo>
                        <a:pt x="4273907" y="2300106"/>
                      </a:lnTo>
                      <a:lnTo>
                        <a:pt x="4357616" y="2289825"/>
                      </a:lnTo>
                      <a:lnTo>
                        <a:pt x="4439203" y="2273026"/>
                      </a:lnTo>
                      <a:lnTo>
                        <a:pt x="4518396" y="2249983"/>
                      </a:lnTo>
                      <a:lnTo>
                        <a:pt x="4594918" y="2220972"/>
                      </a:lnTo>
                      <a:lnTo>
                        <a:pt x="4668496" y="2186268"/>
                      </a:lnTo>
                      <a:lnTo>
                        <a:pt x="4738854" y="2146145"/>
                      </a:lnTo>
                      <a:lnTo>
                        <a:pt x="4805717" y="2100878"/>
                      </a:lnTo>
                      <a:lnTo>
                        <a:pt x="4868811" y="2050742"/>
                      </a:lnTo>
                      <a:lnTo>
                        <a:pt x="4927860" y="1996012"/>
                      </a:lnTo>
                      <a:lnTo>
                        <a:pt x="4982590" y="1936963"/>
                      </a:lnTo>
                      <a:lnTo>
                        <a:pt x="5032726" y="1873869"/>
                      </a:lnTo>
                      <a:lnTo>
                        <a:pt x="5077993" y="1807006"/>
                      </a:lnTo>
                      <a:lnTo>
                        <a:pt x="5118116" y="1736648"/>
                      </a:lnTo>
                      <a:lnTo>
                        <a:pt x="5152820" y="1663071"/>
                      </a:lnTo>
                      <a:lnTo>
                        <a:pt x="5181831" y="1586548"/>
                      </a:lnTo>
                      <a:lnTo>
                        <a:pt x="5204874" y="1507355"/>
                      </a:lnTo>
                      <a:lnTo>
                        <a:pt x="5221673" y="1425768"/>
                      </a:lnTo>
                      <a:lnTo>
                        <a:pt x="5231954" y="1342059"/>
                      </a:lnTo>
                      <a:lnTo>
                        <a:pt x="5235442" y="1256506"/>
                      </a:lnTo>
                      <a:lnTo>
                        <a:pt x="5235442" y="1047088"/>
                      </a:lnTo>
                      <a:lnTo>
                        <a:pt x="5231954" y="961534"/>
                      </a:lnTo>
                      <a:lnTo>
                        <a:pt x="5221673" y="877826"/>
                      </a:lnTo>
                      <a:lnTo>
                        <a:pt x="5204874" y="796238"/>
                      </a:lnTo>
                      <a:lnTo>
                        <a:pt x="5181831" y="717046"/>
                      </a:lnTo>
                      <a:lnTo>
                        <a:pt x="5152820" y="640523"/>
                      </a:lnTo>
                      <a:lnTo>
                        <a:pt x="5118116" y="566946"/>
                      </a:lnTo>
                      <a:lnTo>
                        <a:pt x="5077993" y="496588"/>
                      </a:lnTo>
                      <a:lnTo>
                        <a:pt x="5032726" y="429725"/>
                      </a:lnTo>
                      <a:lnTo>
                        <a:pt x="4982590" y="366631"/>
                      </a:lnTo>
                      <a:lnTo>
                        <a:pt x="4927860" y="307582"/>
                      </a:lnTo>
                      <a:lnTo>
                        <a:pt x="4868811" y="252852"/>
                      </a:lnTo>
                      <a:lnTo>
                        <a:pt x="4805717" y="202716"/>
                      </a:lnTo>
                      <a:lnTo>
                        <a:pt x="4738854" y="157449"/>
                      </a:lnTo>
                      <a:lnTo>
                        <a:pt x="4668496" y="117326"/>
                      </a:lnTo>
                      <a:lnTo>
                        <a:pt x="4594918" y="82621"/>
                      </a:lnTo>
                      <a:lnTo>
                        <a:pt x="4518396" y="53610"/>
                      </a:lnTo>
                      <a:lnTo>
                        <a:pt x="4439203" y="30568"/>
                      </a:lnTo>
                      <a:lnTo>
                        <a:pt x="4357616" y="13769"/>
                      </a:lnTo>
                      <a:lnTo>
                        <a:pt x="4273907" y="3488"/>
                      </a:lnTo>
                      <a:lnTo>
                        <a:pt x="4188354" y="0"/>
                      </a:lnTo>
                      <a:close/>
                    </a:path>
                  </a:pathLst>
                </a:custGeom>
                <a:solidFill>
                  <a:srgbClr val="FCF1B9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9" name="object 31">
                  <a:extLst>
                    <a:ext uri="{FF2B5EF4-FFF2-40B4-BE49-F238E27FC236}">
                      <a16:creationId xmlns:a16="http://schemas.microsoft.com/office/drawing/2014/main" id="{6EE2DF91-8DD3-44BC-A1AC-3EDB092FAE33}"/>
                    </a:ext>
                  </a:extLst>
                </p:cNvPr>
                <p:cNvSpPr/>
                <p:nvPr/>
              </p:nvSpPr>
              <p:spPr>
                <a:xfrm>
                  <a:off x="5155680" y="3068469"/>
                  <a:ext cx="574604" cy="364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459" h="561975">
                      <a:moveTo>
                        <a:pt x="0" y="0"/>
                      </a:moveTo>
                      <a:lnTo>
                        <a:pt x="124313" y="127695"/>
                      </a:lnTo>
                      <a:lnTo>
                        <a:pt x="177845" y="182000"/>
                      </a:lnTo>
                      <a:lnTo>
                        <a:pt x="226514" y="230506"/>
                      </a:lnTo>
                      <a:lnTo>
                        <a:pt x="270985" y="273634"/>
                      </a:lnTo>
                      <a:lnTo>
                        <a:pt x="311920" y="311803"/>
                      </a:lnTo>
                      <a:lnTo>
                        <a:pt x="349987" y="345437"/>
                      </a:lnTo>
                      <a:lnTo>
                        <a:pt x="385848" y="374955"/>
                      </a:lnTo>
                      <a:lnTo>
                        <a:pt x="420168" y="400778"/>
                      </a:lnTo>
                      <a:lnTo>
                        <a:pt x="453613" y="423328"/>
                      </a:lnTo>
                      <a:lnTo>
                        <a:pt x="486846" y="443026"/>
                      </a:lnTo>
                      <a:lnTo>
                        <a:pt x="555335" y="475550"/>
                      </a:lnTo>
                      <a:lnTo>
                        <a:pt x="591921" y="489218"/>
                      </a:lnTo>
                      <a:lnTo>
                        <a:pt x="630954" y="501718"/>
                      </a:lnTo>
                      <a:lnTo>
                        <a:pt x="673097" y="513471"/>
                      </a:lnTo>
                      <a:lnTo>
                        <a:pt x="719017" y="524899"/>
                      </a:lnTo>
                      <a:lnTo>
                        <a:pt x="769377" y="536422"/>
                      </a:lnTo>
                      <a:lnTo>
                        <a:pt x="886077" y="561438"/>
                      </a:lnTo>
                      <a:lnTo>
                        <a:pt x="875762" y="554216"/>
                      </a:lnTo>
                      <a:lnTo>
                        <a:pt x="866345" y="547354"/>
                      </a:lnTo>
                      <a:lnTo>
                        <a:pt x="833995" y="515639"/>
                      </a:lnTo>
                      <a:lnTo>
                        <a:pt x="810173" y="476355"/>
                      </a:lnTo>
                      <a:lnTo>
                        <a:pt x="791746" y="436886"/>
                      </a:lnTo>
                      <a:lnTo>
                        <a:pt x="769569" y="383121"/>
                      </a:lnTo>
                      <a:lnTo>
                        <a:pt x="742132" y="311803"/>
                      </a:lnTo>
                      <a:lnTo>
                        <a:pt x="726058" y="268785"/>
                      </a:lnTo>
                      <a:lnTo>
                        <a:pt x="708088" y="220116"/>
                      </a:lnTo>
                      <a:lnTo>
                        <a:pt x="688078" y="165513"/>
                      </a:lnTo>
                      <a:lnTo>
                        <a:pt x="641205" y="369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CF1B9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DE56A07-56DE-4CA5-B357-0EE52E610BEC}"/>
                </a:ext>
              </a:extLst>
            </p:cNvPr>
            <p:cNvSpPr txBox="1"/>
            <p:nvPr/>
          </p:nvSpPr>
          <p:spPr>
            <a:xfrm>
              <a:off x="4740067" y="2174952"/>
              <a:ext cx="3352177" cy="928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아침마다 맛있는 밥을 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먹게 해 주셔서 고마워요</a:t>
              </a:r>
              <a:r>
                <a:rPr lang="en-US" altLang="ko-KR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912A312-BC36-4A61-9F7A-08A101074B7D}"/>
              </a:ext>
            </a:extLst>
          </p:cNvPr>
          <p:cNvGrpSpPr/>
          <p:nvPr/>
        </p:nvGrpSpPr>
        <p:grpSpPr>
          <a:xfrm>
            <a:off x="7117958" y="3339147"/>
            <a:ext cx="4284610" cy="1691949"/>
            <a:chOff x="7245974" y="3339147"/>
            <a:chExt cx="4284610" cy="1691949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257E38AD-8563-47C7-89A5-A1CCA303D7AE}"/>
                </a:ext>
              </a:extLst>
            </p:cNvPr>
            <p:cNvGrpSpPr/>
            <p:nvPr/>
          </p:nvGrpSpPr>
          <p:grpSpPr>
            <a:xfrm>
              <a:off x="7245974" y="3339147"/>
              <a:ext cx="4284610" cy="1691949"/>
              <a:chOff x="7245974" y="3339147"/>
              <a:chExt cx="4284610" cy="1691949"/>
            </a:xfrm>
          </p:grpSpPr>
          <p:sp>
            <p:nvSpPr>
              <p:cNvPr id="48" name="사각형: 둥근 모서리 47">
                <a:extLst>
                  <a:ext uri="{FF2B5EF4-FFF2-40B4-BE49-F238E27FC236}">
                    <a16:creationId xmlns:a16="http://schemas.microsoft.com/office/drawing/2014/main" id="{4D975868-39DD-47B8-9136-FED8F8FDF5A0}"/>
                  </a:ext>
                </a:extLst>
              </p:cNvPr>
              <p:cNvSpPr/>
              <p:nvPr/>
            </p:nvSpPr>
            <p:spPr>
              <a:xfrm>
                <a:off x="7245974" y="3339147"/>
                <a:ext cx="3895975" cy="169194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5E092CB9-B57B-4251-BFDB-97F1BEE12334}"/>
                  </a:ext>
                </a:extLst>
              </p:cNvPr>
              <p:cNvGrpSpPr/>
              <p:nvPr/>
            </p:nvGrpSpPr>
            <p:grpSpPr>
              <a:xfrm>
                <a:off x="7369775" y="3636715"/>
                <a:ext cx="4160809" cy="1295063"/>
                <a:chOff x="7369775" y="3636715"/>
                <a:chExt cx="4160809" cy="1295063"/>
              </a:xfrm>
            </p:grpSpPr>
            <p:sp>
              <p:nvSpPr>
                <p:cNvPr id="50" name="object 38">
                  <a:extLst>
                    <a:ext uri="{FF2B5EF4-FFF2-40B4-BE49-F238E27FC236}">
                      <a16:creationId xmlns:a16="http://schemas.microsoft.com/office/drawing/2014/main" id="{E86CDD2B-58B3-4703-9765-32672E98BD23}"/>
                    </a:ext>
                  </a:extLst>
                </p:cNvPr>
                <p:cNvSpPr/>
                <p:nvPr/>
              </p:nvSpPr>
              <p:spPr>
                <a:xfrm>
                  <a:off x="7403047" y="3636715"/>
                  <a:ext cx="4127537" cy="12950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4675" h="2303779">
                      <a:moveTo>
                        <a:pt x="4607189" y="0"/>
                      </a:moveTo>
                      <a:lnTo>
                        <a:pt x="1047088" y="0"/>
                      </a:lnTo>
                      <a:lnTo>
                        <a:pt x="961534" y="3488"/>
                      </a:lnTo>
                      <a:lnTo>
                        <a:pt x="877826" y="13769"/>
                      </a:lnTo>
                      <a:lnTo>
                        <a:pt x="796238" y="30568"/>
                      </a:lnTo>
                      <a:lnTo>
                        <a:pt x="717046" y="53610"/>
                      </a:lnTo>
                      <a:lnTo>
                        <a:pt x="640523" y="82621"/>
                      </a:lnTo>
                      <a:lnTo>
                        <a:pt x="566946" y="117326"/>
                      </a:lnTo>
                      <a:lnTo>
                        <a:pt x="496588" y="157449"/>
                      </a:lnTo>
                      <a:lnTo>
                        <a:pt x="429725" y="202716"/>
                      </a:lnTo>
                      <a:lnTo>
                        <a:pt x="366631" y="252852"/>
                      </a:lnTo>
                      <a:lnTo>
                        <a:pt x="307582" y="307582"/>
                      </a:lnTo>
                      <a:lnTo>
                        <a:pt x="252852" y="366631"/>
                      </a:lnTo>
                      <a:lnTo>
                        <a:pt x="202716" y="429725"/>
                      </a:lnTo>
                      <a:lnTo>
                        <a:pt x="157449" y="496588"/>
                      </a:lnTo>
                      <a:lnTo>
                        <a:pt x="117326" y="566946"/>
                      </a:lnTo>
                      <a:lnTo>
                        <a:pt x="82621" y="640523"/>
                      </a:lnTo>
                      <a:lnTo>
                        <a:pt x="53610" y="717046"/>
                      </a:lnTo>
                      <a:lnTo>
                        <a:pt x="30568" y="796238"/>
                      </a:lnTo>
                      <a:lnTo>
                        <a:pt x="13769" y="877826"/>
                      </a:lnTo>
                      <a:lnTo>
                        <a:pt x="3488" y="961534"/>
                      </a:lnTo>
                      <a:lnTo>
                        <a:pt x="0" y="1047088"/>
                      </a:lnTo>
                      <a:lnTo>
                        <a:pt x="0" y="1256506"/>
                      </a:lnTo>
                      <a:lnTo>
                        <a:pt x="3488" y="1342059"/>
                      </a:lnTo>
                      <a:lnTo>
                        <a:pt x="13769" y="1425768"/>
                      </a:lnTo>
                      <a:lnTo>
                        <a:pt x="30568" y="1507355"/>
                      </a:lnTo>
                      <a:lnTo>
                        <a:pt x="53610" y="1586548"/>
                      </a:lnTo>
                      <a:lnTo>
                        <a:pt x="82621" y="1663071"/>
                      </a:lnTo>
                      <a:lnTo>
                        <a:pt x="117326" y="1736648"/>
                      </a:lnTo>
                      <a:lnTo>
                        <a:pt x="157449" y="1807006"/>
                      </a:lnTo>
                      <a:lnTo>
                        <a:pt x="202716" y="1873869"/>
                      </a:lnTo>
                      <a:lnTo>
                        <a:pt x="252852" y="1936963"/>
                      </a:lnTo>
                      <a:lnTo>
                        <a:pt x="307582" y="1996012"/>
                      </a:lnTo>
                      <a:lnTo>
                        <a:pt x="366631" y="2050742"/>
                      </a:lnTo>
                      <a:lnTo>
                        <a:pt x="429725" y="2100878"/>
                      </a:lnTo>
                      <a:lnTo>
                        <a:pt x="496588" y="2146145"/>
                      </a:lnTo>
                      <a:lnTo>
                        <a:pt x="566946" y="2186268"/>
                      </a:lnTo>
                      <a:lnTo>
                        <a:pt x="640523" y="2220972"/>
                      </a:lnTo>
                      <a:lnTo>
                        <a:pt x="717046" y="2249983"/>
                      </a:lnTo>
                      <a:lnTo>
                        <a:pt x="796238" y="2273026"/>
                      </a:lnTo>
                      <a:lnTo>
                        <a:pt x="877826" y="2289825"/>
                      </a:lnTo>
                      <a:lnTo>
                        <a:pt x="961534" y="2300106"/>
                      </a:lnTo>
                      <a:lnTo>
                        <a:pt x="1047088" y="2303594"/>
                      </a:lnTo>
                      <a:lnTo>
                        <a:pt x="4607189" y="2303594"/>
                      </a:lnTo>
                      <a:lnTo>
                        <a:pt x="4692743" y="2300106"/>
                      </a:lnTo>
                      <a:lnTo>
                        <a:pt x="4776451" y="2289825"/>
                      </a:lnTo>
                      <a:lnTo>
                        <a:pt x="4858039" y="2273026"/>
                      </a:lnTo>
                      <a:lnTo>
                        <a:pt x="4937231" y="2249983"/>
                      </a:lnTo>
                      <a:lnTo>
                        <a:pt x="5013754" y="2220972"/>
                      </a:lnTo>
                      <a:lnTo>
                        <a:pt x="5087332" y="2186268"/>
                      </a:lnTo>
                      <a:lnTo>
                        <a:pt x="5157689" y="2146145"/>
                      </a:lnTo>
                      <a:lnTo>
                        <a:pt x="5224552" y="2100878"/>
                      </a:lnTo>
                      <a:lnTo>
                        <a:pt x="5287646" y="2050742"/>
                      </a:lnTo>
                      <a:lnTo>
                        <a:pt x="5346695" y="1996012"/>
                      </a:lnTo>
                      <a:lnTo>
                        <a:pt x="5401425" y="1936963"/>
                      </a:lnTo>
                      <a:lnTo>
                        <a:pt x="5451561" y="1873869"/>
                      </a:lnTo>
                      <a:lnTo>
                        <a:pt x="5496828" y="1807006"/>
                      </a:lnTo>
                      <a:lnTo>
                        <a:pt x="5536951" y="1736648"/>
                      </a:lnTo>
                      <a:lnTo>
                        <a:pt x="5571656" y="1663071"/>
                      </a:lnTo>
                      <a:lnTo>
                        <a:pt x="5600667" y="1586548"/>
                      </a:lnTo>
                      <a:lnTo>
                        <a:pt x="5623709" y="1507355"/>
                      </a:lnTo>
                      <a:lnTo>
                        <a:pt x="5640508" y="1425768"/>
                      </a:lnTo>
                      <a:lnTo>
                        <a:pt x="5650789" y="1342059"/>
                      </a:lnTo>
                      <a:lnTo>
                        <a:pt x="5654278" y="1256506"/>
                      </a:lnTo>
                      <a:lnTo>
                        <a:pt x="5654278" y="1047088"/>
                      </a:lnTo>
                      <a:lnTo>
                        <a:pt x="5650789" y="961534"/>
                      </a:lnTo>
                      <a:lnTo>
                        <a:pt x="5640508" y="877826"/>
                      </a:lnTo>
                      <a:lnTo>
                        <a:pt x="5623709" y="796238"/>
                      </a:lnTo>
                      <a:lnTo>
                        <a:pt x="5600667" y="717046"/>
                      </a:lnTo>
                      <a:lnTo>
                        <a:pt x="5571656" y="640523"/>
                      </a:lnTo>
                      <a:lnTo>
                        <a:pt x="5536951" y="566946"/>
                      </a:lnTo>
                      <a:lnTo>
                        <a:pt x="5496828" y="496588"/>
                      </a:lnTo>
                      <a:lnTo>
                        <a:pt x="5451561" y="429725"/>
                      </a:lnTo>
                      <a:lnTo>
                        <a:pt x="5401425" y="366631"/>
                      </a:lnTo>
                      <a:lnTo>
                        <a:pt x="5346695" y="307582"/>
                      </a:lnTo>
                      <a:lnTo>
                        <a:pt x="5287646" y="252852"/>
                      </a:lnTo>
                      <a:lnTo>
                        <a:pt x="5224552" y="202716"/>
                      </a:lnTo>
                      <a:lnTo>
                        <a:pt x="5157689" y="157449"/>
                      </a:lnTo>
                      <a:lnTo>
                        <a:pt x="5087332" y="117326"/>
                      </a:lnTo>
                      <a:lnTo>
                        <a:pt x="5013754" y="82621"/>
                      </a:lnTo>
                      <a:lnTo>
                        <a:pt x="4937231" y="53610"/>
                      </a:lnTo>
                      <a:lnTo>
                        <a:pt x="4858039" y="30568"/>
                      </a:lnTo>
                      <a:lnTo>
                        <a:pt x="4776451" y="13769"/>
                      </a:lnTo>
                      <a:lnTo>
                        <a:pt x="4692743" y="3488"/>
                      </a:lnTo>
                      <a:lnTo>
                        <a:pt x="4607189" y="0"/>
                      </a:lnTo>
                      <a:close/>
                    </a:path>
                  </a:pathLst>
                </a:custGeom>
                <a:solidFill>
                  <a:srgbClr val="F9ECE1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1" name="object 39">
                  <a:extLst>
                    <a:ext uri="{FF2B5EF4-FFF2-40B4-BE49-F238E27FC236}">
                      <a16:creationId xmlns:a16="http://schemas.microsoft.com/office/drawing/2014/main" id="{6D254126-1D6C-4692-A238-D48C79D823C1}"/>
                    </a:ext>
                  </a:extLst>
                </p:cNvPr>
                <p:cNvSpPr/>
                <p:nvPr/>
              </p:nvSpPr>
              <p:spPr>
                <a:xfrm>
                  <a:off x="7369775" y="4615198"/>
                  <a:ext cx="678329" cy="279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479" h="431165">
                      <a:moveTo>
                        <a:pt x="462781" y="0"/>
                      </a:moveTo>
                      <a:lnTo>
                        <a:pt x="244357" y="195187"/>
                      </a:lnTo>
                      <a:lnTo>
                        <a:pt x="213750" y="221912"/>
                      </a:lnTo>
                      <a:lnTo>
                        <a:pt x="162836" y="265139"/>
                      </a:lnTo>
                      <a:lnTo>
                        <a:pt x="123343" y="296470"/>
                      </a:lnTo>
                      <a:lnTo>
                        <a:pt x="79442" y="325726"/>
                      </a:lnTo>
                      <a:lnTo>
                        <a:pt x="34964" y="342574"/>
                      </a:lnTo>
                      <a:lnTo>
                        <a:pt x="0" y="347717"/>
                      </a:lnTo>
                      <a:lnTo>
                        <a:pt x="114756" y="380523"/>
                      </a:lnTo>
                      <a:lnTo>
                        <a:pt x="164619" y="394038"/>
                      </a:lnTo>
                      <a:lnTo>
                        <a:pt x="210519" y="405549"/>
                      </a:lnTo>
                      <a:lnTo>
                        <a:pt x="253240" y="414997"/>
                      </a:lnTo>
                      <a:lnTo>
                        <a:pt x="293566" y="422323"/>
                      </a:lnTo>
                      <a:lnTo>
                        <a:pt x="332282" y="427467"/>
                      </a:lnTo>
                      <a:lnTo>
                        <a:pt x="408022" y="430975"/>
                      </a:lnTo>
                      <a:lnTo>
                        <a:pt x="446614" y="429221"/>
                      </a:lnTo>
                      <a:lnTo>
                        <a:pt x="486735" y="425049"/>
                      </a:lnTo>
                      <a:lnTo>
                        <a:pt x="529168" y="418400"/>
                      </a:lnTo>
                      <a:lnTo>
                        <a:pt x="574697" y="409216"/>
                      </a:lnTo>
                      <a:lnTo>
                        <a:pt x="624109" y="397437"/>
                      </a:lnTo>
                      <a:lnTo>
                        <a:pt x="678186" y="383004"/>
                      </a:lnTo>
                      <a:lnTo>
                        <a:pt x="737714" y="365859"/>
                      </a:lnTo>
                      <a:lnTo>
                        <a:pt x="876259" y="323192"/>
                      </a:lnTo>
                      <a:lnTo>
                        <a:pt x="1046020" y="268965"/>
                      </a:lnTo>
                      <a:lnTo>
                        <a:pt x="462781" y="0"/>
                      </a:lnTo>
                      <a:close/>
                    </a:path>
                  </a:pathLst>
                </a:custGeom>
                <a:solidFill>
                  <a:srgbClr val="F9ECE1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B145D9B-EC9B-4E86-BBD0-CF8B0A92213D}"/>
                </a:ext>
              </a:extLst>
            </p:cNvPr>
            <p:cNvSpPr txBox="1"/>
            <p:nvPr/>
          </p:nvSpPr>
          <p:spPr>
            <a:xfrm>
              <a:off x="7522688" y="3832516"/>
              <a:ext cx="3886450" cy="928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매일 안아 주시고 사랑한다고 이야기해 주셔서 좋아요</a:t>
              </a:r>
              <a:r>
                <a:rPr lang="en-US" altLang="ko-KR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71AE0CF-5EE2-192C-DE65-DF28378FE02B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9" name="사각형: 둥근 모서리 8">
              <a:hlinkClick r:id="rId4" action="ppaction://hlinksldjump"/>
              <a:extLst>
                <a:ext uri="{FF2B5EF4-FFF2-40B4-BE49-F238E27FC236}">
                  <a16:creationId xmlns:a16="http://schemas.microsoft.com/office/drawing/2014/main" id="{452B3E56-34D4-FC6A-DF21-732745266588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1" name="사각형: 둥근 모서리 10">
              <a:hlinkClick r:id="rId5" action="ppaction://hlinksldjump"/>
              <a:extLst>
                <a:ext uri="{FF2B5EF4-FFF2-40B4-BE49-F238E27FC236}">
                  <a16:creationId xmlns:a16="http://schemas.microsoft.com/office/drawing/2014/main" id="{3B936F3C-E88E-4AF2-42A3-465D26518BB1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2" name="사각형: 둥근 모서리 11">
              <a:hlinkClick r:id="rId6" action="ppaction://hlinksldjump"/>
              <a:extLst>
                <a:ext uri="{FF2B5EF4-FFF2-40B4-BE49-F238E27FC236}">
                  <a16:creationId xmlns:a16="http://schemas.microsoft.com/office/drawing/2014/main" id="{39974DEF-88C6-912D-C5E1-9F5DAD462A22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3" name="사각형: 둥근 모서리 12">
              <a:hlinkClick r:id="rId7" action="ppaction://hlinksldjump"/>
              <a:extLst>
                <a:ext uri="{FF2B5EF4-FFF2-40B4-BE49-F238E27FC236}">
                  <a16:creationId xmlns:a16="http://schemas.microsoft.com/office/drawing/2014/main" id="{DBFD4302-47F3-76CA-AC3A-87B8BEA95D60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4" name="사각형: 둥근 모서리 13">
              <a:hlinkClick r:id="rId8" action="ppaction://hlinksldjump"/>
              <a:extLst>
                <a:ext uri="{FF2B5EF4-FFF2-40B4-BE49-F238E27FC236}">
                  <a16:creationId xmlns:a16="http://schemas.microsoft.com/office/drawing/2014/main" id="{08E6BEFA-CD82-D470-2A88-F7E1418DFB38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6" name="사각형: 둥근 모서리 15">
              <a:hlinkClick r:id="rId9" action="ppaction://hlinksldjump"/>
              <a:extLst>
                <a:ext uri="{FF2B5EF4-FFF2-40B4-BE49-F238E27FC236}">
                  <a16:creationId xmlns:a16="http://schemas.microsoft.com/office/drawing/2014/main" id="{6543BE04-CD18-DE53-4157-05E1768F70F4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1" name="사각형: 둥근 모서리 20">
              <a:hlinkClick r:id="rId10" action="ppaction://hlinksldjump"/>
              <a:extLst>
                <a:ext uri="{FF2B5EF4-FFF2-40B4-BE49-F238E27FC236}">
                  <a16:creationId xmlns:a16="http://schemas.microsoft.com/office/drawing/2014/main" id="{12373554-BEE5-26EF-AD5C-812CA3BC8830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9D35A753-2C8C-92FA-4BF0-59CBBEDC111D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16AFB973-8D2A-1C29-6F55-5DE429557FBF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9007AC34-BBF3-4350-07F0-3D59F58DEE5E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3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107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hlinkClick r:id="rId3"/>
            <a:extLst>
              <a:ext uri="{FF2B5EF4-FFF2-40B4-BE49-F238E27FC236}">
                <a16:creationId xmlns:a16="http://schemas.microsoft.com/office/drawing/2014/main" id="{D19BE76A-CF63-4D92-8AA8-17571319D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94"/>
            <a:ext cx="12192000" cy="6451211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AAED84FE-B9C9-78D4-AEE6-4D325D29143F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3" name="사각형: 둥근 모서리 2">
              <a:hlinkClick r:id="rId5" action="ppaction://hlinksldjump"/>
              <a:extLst>
                <a:ext uri="{FF2B5EF4-FFF2-40B4-BE49-F238E27FC236}">
                  <a16:creationId xmlns:a16="http://schemas.microsoft.com/office/drawing/2014/main" id="{FB7B9D83-996C-178C-74B9-A92C139CBE48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5" name="사각형: 둥근 모서리 4">
              <a:hlinkClick r:id="rId6" action="ppaction://hlinksldjump"/>
              <a:extLst>
                <a:ext uri="{FF2B5EF4-FFF2-40B4-BE49-F238E27FC236}">
                  <a16:creationId xmlns:a16="http://schemas.microsoft.com/office/drawing/2014/main" id="{EA798ED7-BF10-DAC1-52B4-35C363022A9E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7" action="ppaction://hlinksldjump"/>
              <a:extLst>
                <a:ext uri="{FF2B5EF4-FFF2-40B4-BE49-F238E27FC236}">
                  <a16:creationId xmlns:a16="http://schemas.microsoft.com/office/drawing/2014/main" id="{983E899D-BE4F-9831-CE48-2292DD199083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8" action="ppaction://hlinksldjump"/>
              <a:extLst>
                <a:ext uri="{FF2B5EF4-FFF2-40B4-BE49-F238E27FC236}">
                  <a16:creationId xmlns:a16="http://schemas.microsoft.com/office/drawing/2014/main" id="{24B5CC9B-42F3-F979-38D8-515D9B9C9945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8" name="사각형: 둥근 모서리 7">
              <a:hlinkClick r:id="rId9" action="ppaction://hlinksldjump"/>
              <a:extLst>
                <a:ext uri="{FF2B5EF4-FFF2-40B4-BE49-F238E27FC236}">
                  <a16:creationId xmlns:a16="http://schemas.microsoft.com/office/drawing/2014/main" id="{5113C1E5-2352-21B1-252E-B10F65FB2BD0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9" name="사각형: 둥근 모서리 8">
              <a:hlinkClick r:id="rId10" action="ppaction://hlinksldjump"/>
              <a:extLst>
                <a:ext uri="{FF2B5EF4-FFF2-40B4-BE49-F238E27FC236}">
                  <a16:creationId xmlns:a16="http://schemas.microsoft.com/office/drawing/2014/main" id="{AAD7ADC8-40B9-BBF0-24FC-60318B440B89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0" name="사각형: 둥근 모서리 9">
              <a:hlinkClick r:id="rId11" action="ppaction://hlinksldjump"/>
              <a:extLst>
                <a:ext uri="{FF2B5EF4-FFF2-40B4-BE49-F238E27FC236}">
                  <a16:creationId xmlns:a16="http://schemas.microsoft.com/office/drawing/2014/main" id="{7C16DECE-7A20-620E-394E-86A293047149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3E9E81F-918E-E91F-0369-B03B1905E87F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20C5E7CD-44A6-5CEA-2D4B-93ADE2D6BA3B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2D9AAB36-E570-BA93-CC2C-E92F8121BF20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4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0826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61B61EF-4F6C-494D-9BD7-4A77F038F8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447757"/>
            <a:ext cx="12192000" cy="50231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노랫말의 의미를 생각하며 노래를 듣고 따라 불러 봅시다</a:t>
            </a: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BC8BD6A6-3595-45D9-9D35-B32079116E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629" y="0"/>
            <a:ext cx="1044000" cy="9570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96BA7660-2519-BE04-1A15-88A47FB89066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5" name="사각형: 둥근 모서리 4">
              <a:hlinkClick r:id="rId9" action="ppaction://hlinksldjump"/>
              <a:extLst>
                <a:ext uri="{FF2B5EF4-FFF2-40B4-BE49-F238E27FC236}">
                  <a16:creationId xmlns:a16="http://schemas.microsoft.com/office/drawing/2014/main" id="{8D282653-64BD-5A2F-EFFC-2BFC12E253D2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6" name="사각형: 둥근 모서리 5">
              <a:hlinkClick r:id="rId10" action="ppaction://hlinksldjump"/>
              <a:extLst>
                <a:ext uri="{FF2B5EF4-FFF2-40B4-BE49-F238E27FC236}">
                  <a16:creationId xmlns:a16="http://schemas.microsoft.com/office/drawing/2014/main" id="{786AA3BD-7704-DB69-590A-18D0D116C1C6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9" name="사각형: 둥근 모서리 8">
              <a:hlinkClick r:id="rId11" action="ppaction://hlinksldjump"/>
              <a:extLst>
                <a:ext uri="{FF2B5EF4-FFF2-40B4-BE49-F238E27FC236}">
                  <a16:creationId xmlns:a16="http://schemas.microsoft.com/office/drawing/2014/main" id="{FDD78978-015C-E5A1-C779-C0048575BF8D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0" name="사각형: 둥근 모서리 9">
              <a:hlinkClick r:id="rId12" action="ppaction://hlinksldjump"/>
              <a:extLst>
                <a:ext uri="{FF2B5EF4-FFF2-40B4-BE49-F238E27FC236}">
                  <a16:creationId xmlns:a16="http://schemas.microsoft.com/office/drawing/2014/main" id="{6F4F7F8A-4455-63C1-DCF3-5B037B5613C2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1" name="사각형: 둥근 모서리 10">
              <a:hlinkClick r:id="rId13" action="ppaction://hlinksldjump"/>
              <a:extLst>
                <a:ext uri="{FF2B5EF4-FFF2-40B4-BE49-F238E27FC236}">
                  <a16:creationId xmlns:a16="http://schemas.microsoft.com/office/drawing/2014/main" id="{965EF024-3E96-C85F-FB01-A18AE5588972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2" name="사각형: 둥근 모서리 11">
              <a:hlinkClick r:id="rId14" action="ppaction://hlinksldjump"/>
              <a:extLst>
                <a:ext uri="{FF2B5EF4-FFF2-40B4-BE49-F238E27FC236}">
                  <a16:creationId xmlns:a16="http://schemas.microsoft.com/office/drawing/2014/main" id="{40C4AEC2-77FC-A186-86D5-023A32C6BC75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3" name="사각형: 둥근 모서리 12">
              <a:hlinkClick r:id="rId15" action="ppaction://hlinksldjump"/>
              <a:extLst>
                <a:ext uri="{FF2B5EF4-FFF2-40B4-BE49-F238E27FC236}">
                  <a16:creationId xmlns:a16="http://schemas.microsoft.com/office/drawing/2014/main" id="{31330656-1B3D-D12D-3154-19393B5584F1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33CDF7A-3855-6062-EF09-A34A5E640A78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A9CBD29E-121B-7C56-CD86-6E5A7C368EAB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F5FE9349-4EB4-FC51-C983-BF021211E837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5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40634D0-8DF3-45A0-56A7-E96599D2F3CF}"/>
              </a:ext>
            </a:extLst>
          </p:cNvPr>
          <p:cNvSpPr txBox="1"/>
          <p:nvPr/>
        </p:nvSpPr>
        <p:spPr>
          <a:xfrm>
            <a:off x="10391855" y="1509857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B050"/>
                </a:solidFill>
              </a:rPr>
              <a:t>반주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817DC9-F54B-63E8-6533-AFACD682E36C}"/>
              </a:ext>
            </a:extLst>
          </p:cNvPr>
          <p:cNvSpPr txBox="1"/>
          <p:nvPr/>
        </p:nvSpPr>
        <p:spPr>
          <a:xfrm>
            <a:off x="9618662" y="1509857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노래</a:t>
            </a:r>
          </a:p>
        </p:txBody>
      </p:sp>
      <p:pic>
        <p:nvPicPr>
          <p:cNvPr id="19" name="4-2-2-01 내가 제일 좋아하는 말(학생 창)">
            <a:hlinkClick r:id="" action="ppaction://media"/>
            <a:extLst>
              <a:ext uri="{FF2B5EF4-FFF2-40B4-BE49-F238E27FC236}">
                <a16:creationId xmlns:a16="http://schemas.microsoft.com/office/drawing/2014/main" id="{01A05FCB-A760-D6C1-8B65-26D097C20E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9686943" y="888043"/>
            <a:ext cx="609600" cy="609600"/>
          </a:xfrm>
          <a:prstGeom prst="rect">
            <a:avLst/>
          </a:prstGeom>
        </p:spPr>
      </p:pic>
      <p:pic>
        <p:nvPicPr>
          <p:cNvPr id="20" name="4-2-2-02 내가 제일 좋아하는 말(반주)">
            <a:hlinkClick r:id="" action="ppaction://media"/>
            <a:extLst>
              <a:ext uri="{FF2B5EF4-FFF2-40B4-BE49-F238E27FC236}">
                <a16:creationId xmlns:a16="http://schemas.microsoft.com/office/drawing/2014/main" id="{D1159C2B-2714-06F7-BC02-366F43C33F3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0460136" y="89757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9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544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5544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 err="1">
                <a:latin typeface="맑은 고딕" panose="020B0503020000020004" pitchFamily="50" charset="-127"/>
              </a:rPr>
              <a:t>못갖춘마디에</a:t>
            </a:r>
            <a:r>
              <a:rPr lang="ko-KR" altLang="en-US" sz="3200" b="1" spc="-150" dirty="0">
                <a:latin typeface="맑은 고딕" panose="020B0503020000020004" pitchFamily="50" charset="-127"/>
              </a:rPr>
              <a:t> 유의하여 노래 불러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62BF82B-1EA4-45C3-9915-FA90CE3E1B31}"/>
              </a:ext>
            </a:extLst>
          </p:cNvPr>
          <p:cNvGrpSpPr/>
          <p:nvPr/>
        </p:nvGrpSpPr>
        <p:grpSpPr>
          <a:xfrm>
            <a:off x="1316250" y="1050193"/>
            <a:ext cx="10618318" cy="668148"/>
            <a:chOff x="1316250" y="770793"/>
            <a:chExt cx="10618318" cy="66814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BB996F3-09F3-48A6-AED7-1F5D6465D7E1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 err="1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못갖춘마디를</a:t>
              </a: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알아보아요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7E64D33-1ABE-40A0-8116-8C8A743C1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83CCC68-C3D2-45FA-BE2A-85E9763FB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92" y="0"/>
            <a:ext cx="1043302" cy="9643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65768E1-530F-49AB-BAFD-12B0440C7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7657" y="683054"/>
            <a:ext cx="3084156" cy="3204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F77FD3A-B5DF-4492-9D68-4CE2988AFD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056246" y="538163"/>
            <a:ext cx="303792" cy="2963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CA06E48-215B-4D55-9292-EFF049E7EC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5631" y="2293897"/>
            <a:ext cx="9019787" cy="25257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90BB504-8D07-4648-B69D-C40E196237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0357" y="3903924"/>
            <a:ext cx="1404610" cy="24288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7C62715-E8E3-4491-8C75-4D240E57F0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6486" y="1897019"/>
            <a:ext cx="8990464" cy="3184676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D72DE18E-AC01-4433-B23B-C372C6EEB700}"/>
              </a:ext>
            </a:extLst>
          </p:cNvPr>
          <p:cNvGrpSpPr/>
          <p:nvPr/>
        </p:nvGrpSpPr>
        <p:grpSpPr>
          <a:xfrm>
            <a:off x="1920630" y="796382"/>
            <a:ext cx="3941233" cy="1198803"/>
            <a:chOff x="992865" y="796382"/>
            <a:chExt cx="3941233" cy="1198803"/>
          </a:xfrm>
        </p:grpSpPr>
        <p:sp>
          <p:nvSpPr>
            <p:cNvPr id="28" name="object 70">
              <a:extLst>
                <a:ext uri="{FF2B5EF4-FFF2-40B4-BE49-F238E27FC236}">
                  <a16:creationId xmlns:a16="http://schemas.microsoft.com/office/drawing/2014/main" id="{51B64485-63BE-44BD-B36F-8CDA4F1FA58C}"/>
                </a:ext>
              </a:extLst>
            </p:cNvPr>
            <p:cNvSpPr/>
            <p:nvPr/>
          </p:nvSpPr>
          <p:spPr>
            <a:xfrm>
              <a:off x="1010645" y="969025"/>
              <a:ext cx="3923453" cy="1026160"/>
            </a:xfrm>
            <a:custGeom>
              <a:avLst/>
              <a:gdLst/>
              <a:ahLst/>
              <a:cxnLst/>
              <a:rect l="l" t="t" r="r" b="b"/>
              <a:pathLst>
                <a:path w="7497445" h="2052320">
                  <a:moveTo>
                    <a:pt x="6816546" y="0"/>
                  </a:moveTo>
                  <a:lnTo>
                    <a:pt x="680607" y="0"/>
                  </a:lnTo>
                  <a:lnTo>
                    <a:pt x="624997" y="2267"/>
                  </a:lnTo>
                  <a:lnTo>
                    <a:pt x="570587" y="8949"/>
                  </a:lnTo>
                  <a:lnTo>
                    <a:pt x="517555" y="19869"/>
                  </a:lnTo>
                  <a:lnTo>
                    <a:pt x="466080" y="34847"/>
                  </a:lnTo>
                  <a:lnTo>
                    <a:pt x="416340" y="53704"/>
                  </a:lnTo>
                  <a:lnTo>
                    <a:pt x="368514" y="76262"/>
                  </a:lnTo>
                  <a:lnTo>
                    <a:pt x="322782" y="102342"/>
                  </a:lnTo>
                  <a:lnTo>
                    <a:pt x="279321" y="131765"/>
                  </a:lnTo>
                  <a:lnTo>
                    <a:pt x="238310" y="164353"/>
                  </a:lnTo>
                  <a:lnTo>
                    <a:pt x="199928" y="199928"/>
                  </a:lnTo>
                  <a:lnTo>
                    <a:pt x="164353" y="238310"/>
                  </a:lnTo>
                  <a:lnTo>
                    <a:pt x="131765" y="279321"/>
                  </a:lnTo>
                  <a:lnTo>
                    <a:pt x="102342" y="322782"/>
                  </a:lnTo>
                  <a:lnTo>
                    <a:pt x="76262" y="368514"/>
                  </a:lnTo>
                  <a:lnTo>
                    <a:pt x="53704" y="416340"/>
                  </a:lnTo>
                  <a:lnTo>
                    <a:pt x="34847" y="466080"/>
                  </a:lnTo>
                  <a:lnTo>
                    <a:pt x="19869" y="517555"/>
                  </a:lnTo>
                  <a:lnTo>
                    <a:pt x="8949" y="570587"/>
                  </a:lnTo>
                  <a:lnTo>
                    <a:pt x="2267" y="624997"/>
                  </a:lnTo>
                  <a:lnTo>
                    <a:pt x="0" y="680607"/>
                  </a:lnTo>
                  <a:lnTo>
                    <a:pt x="0" y="1371685"/>
                  </a:lnTo>
                  <a:lnTo>
                    <a:pt x="2267" y="1427295"/>
                  </a:lnTo>
                  <a:lnTo>
                    <a:pt x="8949" y="1481706"/>
                  </a:lnTo>
                  <a:lnTo>
                    <a:pt x="19869" y="1534738"/>
                  </a:lnTo>
                  <a:lnTo>
                    <a:pt x="34847" y="1586213"/>
                  </a:lnTo>
                  <a:lnTo>
                    <a:pt x="53704" y="1635953"/>
                  </a:lnTo>
                  <a:lnTo>
                    <a:pt x="76262" y="1683778"/>
                  </a:lnTo>
                  <a:lnTo>
                    <a:pt x="102342" y="1729511"/>
                  </a:lnTo>
                  <a:lnTo>
                    <a:pt x="131765" y="1772972"/>
                  </a:lnTo>
                  <a:lnTo>
                    <a:pt x="164353" y="1813983"/>
                  </a:lnTo>
                  <a:lnTo>
                    <a:pt x="199928" y="1852365"/>
                  </a:lnTo>
                  <a:lnTo>
                    <a:pt x="238310" y="1887939"/>
                  </a:lnTo>
                  <a:lnTo>
                    <a:pt x="279321" y="1920527"/>
                  </a:lnTo>
                  <a:lnTo>
                    <a:pt x="322782" y="1949951"/>
                  </a:lnTo>
                  <a:lnTo>
                    <a:pt x="368514" y="1976031"/>
                  </a:lnTo>
                  <a:lnTo>
                    <a:pt x="416340" y="1998589"/>
                  </a:lnTo>
                  <a:lnTo>
                    <a:pt x="466080" y="2017446"/>
                  </a:lnTo>
                  <a:lnTo>
                    <a:pt x="517555" y="2032424"/>
                  </a:lnTo>
                  <a:lnTo>
                    <a:pt x="570587" y="2043343"/>
                  </a:lnTo>
                  <a:lnTo>
                    <a:pt x="624997" y="2050026"/>
                  </a:lnTo>
                  <a:lnTo>
                    <a:pt x="680607" y="2052293"/>
                  </a:lnTo>
                  <a:lnTo>
                    <a:pt x="6816546" y="2052293"/>
                  </a:lnTo>
                  <a:lnTo>
                    <a:pt x="6872156" y="2050026"/>
                  </a:lnTo>
                  <a:lnTo>
                    <a:pt x="6926566" y="2043343"/>
                  </a:lnTo>
                  <a:lnTo>
                    <a:pt x="6979598" y="2032424"/>
                  </a:lnTo>
                  <a:lnTo>
                    <a:pt x="7031073" y="2017446"/>
                  </a:lnTo>
                  <a:lnTo>
                    <a:pt x="7080813" y="1998589"/>
                  </a:lnTo>
                  <a:lnTo>
                    <a:pt x="7128638" y="1976031"/>
                  </a:lnTo>
                  <a:lnTo>
                    <a:pt x="7174371" y="1949951"/>
                  </a:lnTo>
                  <a:lnTo>
                    <a:pt x="7217832" y="1920527"/>
                  </a:lnTo>
                  <a:lnTo>
                    <a:pt x="7258843" y="1887939"/>
                  </a:lnTo>
                  <a:lnTo>
                    <a:pt x="7297225" y="1852365"/>
                  </a:lnTo>
                  <a:lnTo>
                    <a:pt x="7332799" y="1813983"/>
                  </a:lnTo>
                  <a:lnTo>
                    <a:pt x="7365388" y="1772972"/>
                  </a:lnTo>
                  <a:lnTo>
                    <a:pt x="7394811" y="1729511"/>
                  </a:lnTo>
                  <a:lnTo>
                    <a:pt x="7420891" y="1683778"/>
                  </a:lnTo>
                  <a:lnTo>
                    <a:pt x="7443449" y="1635953"/>
                  </a:lnTo>
                  <a:lnTo>
                    <a:pt x="7462306" y="1586213"/>
                  </a:lnTo>
                  <a:lnTo>
                    <a:pt x="7477284" y="1534738"/>
                  </a:lnTo>
                  <a:lnTo>
                    <a:pt x="7488203" y="1481706"/>
                  </a:lnTo>
                  <a:lnTo>
                    <a:pt x="7494886" y="1427295"/>
                  </a:lnTo>
                  <a:lnTo>
                    <a:pt x="7497153" y="1371685"/>
                  </a:lnTo>
                  <a:lnTo>
                    <a:pt x="7497153" y="680607"/>
                  </a:lnTo>
                  <a:lnTo>
                    <a:pt x="7494886" y="624997"/>
                  </a:lnTo>
                  <a:lnTo>
                    <a:pt x="7488203" y="570587"/>
                  </a:lnTo>
                  <a:lnTo>
                    <a:pt x="7477284" y="517555"/>
                  </a:lnTo>
                  <a:lnTo>
                    <a:pt x="7462306" y="466080"/>
                  </a:lnTo>
                  <a:lnTo>
                    <a:pt x="7443449" y="416340"/>
                  </a:lnTo>
                  <a:lnTo>
                    <a:pt x="7420891" y="368514"/>
                  </a:lnTo>
                  <a:lnTo>
                    <a:pt x="7394811" y="322782"/>
                  </a:lnTo>
                  <a:lnTo>
                    <a:pt x="7365388" y="279321"/>
                  </a:lnTo>
                  <a:lnTo>
                    <a:pt x="7332799" y="238310"/>
                  </a:lnTo>
                  <a:lnTo>
                    <a:pt x="7297225" y="199928"/>
                  </a:lnTo>
                  <a:lnTo>
                    <a:pt x="7258843" y="164353"/>
                  </a:lnTo>
                  <a:lnTo>
                    <a:pt x="7217832" y="131765"/>
                  </a:lnTo>
                  <a:lnTo>
                    <a:pt x="7174371" y="102342"/>
                  </a:lnTo>
                  <a:lnTo>
                    <a:pt x="7128638" y="76262"/>
                  </a:lnTo>
                  <a:lnTo>
                    <a:pt x="7080813" y="53704"/>
                  </a:lnTo>
                  <a:lnTo>
                    <a:pt x="7031073" y="34847"/>
                  </a:lnTo>
                  <a:lnTo>
                    <a:pt x="6979598" y="19869"/>
                  </a:lnTo>
                  <a:lnTo>
                    <a:pt x="6926566" y="8949"/>
                  </a:lnTo>
                  <a:lnTo>
                    <a:pt x="6872156" y="2267"/>
                  </a:lnTo>
                  <a:lnTo>
                    <a:pt x="6816546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B9845B5D-A1C0-4230-A2B9-B2400E7FD0D3}"/>
                </a:ext>
              </a:extLst>
            </p:cNvPr>
            <p:cNvGrpSpPr/>
            <p:nvPr/>
          </p:nvGrpSpPr>
          <p:grpSpPr>
            <a:xfrm>
              <a:off x="992865" y="796382"/>
              <a:ext cx="3915833" cy="1177452"/>
              <a:chOff x="-3152827" y="2191980"/>
              <a:chExt cx="3915833" cy="1177452"/>
            </a:xfrm>
          </p:grpSpPr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ACDA5291-0DE3-40F7-8CB9-128D3712C70E}"/>
                  </a:ext>
                </a:extLst>
              </p:cNvPr>
              <p:cNvGrpSpPr/>
              <p:nvPr/>
            </p:nvGrpSpPr>
            <p:grpSpPr>
              <a:xfrm>
                <a:off x="-3152827" y="2191980"/>
                <a:ext cx="3915833" cy="1177452"/>
                <a:chOff x="1103885" y="1205223"/>
                <a:chExt cx="6163150" cy="2354904"/>
              </a:xfrm>
            </p:grpSpPr>
            <p:sp>
              <p:nvSpPr>
                <p:cNvPr id="33" name="object 70">
                  <a:extLst>
                    <a:ext uri="{FF2B5EF4-FFF2-40B4-BE49-F238E27FC236}">
                      <a16:creationId xmlns:a16="http://schemas.microsoft.com/office/drawing/2014/main" id="{20104BC2-17D6-4159-9844-E92A48D8DDDD}"/>
                    </a:ext>
                  </a:extLst>
                </p:cNvPr>
                <p:cNvSpPr/>
                <p:nvPr/>
              </p:nvSpPr>
              <p:spPr>
                <a:xfrm>
                  <a:off x="1103885" y="1507807"/>
                  <a:ext cx="6163150" cy="2052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7445" h="2052320">
                      <a:moveTo>
                        <a:pt x="6816546" y="0"/>
                      </a:moveTo>
                      <a:lnTo>
                        <a:pt x="680607" y="0"/>
                      </a:lnTo>
                      <a:lnTo>
                        <a:pt x="624997" y="2267"/>
                      </a:lnTo>
                      <a:lnTo>
                        <a:pt x="570587" y="8949"/>
                      </a:lnTo>
                      <a:lnTo>
                        <a:pt x="517555" y="19869"/>
                      </a:lnTo>
                      <a:lnTo>
                        <a:pt x="466080" y="34847"/>
                      </a:lnTo>
                      <a:lnTo>
                        <a:pt x="416340" y="53704"/>
                      </a:lnTo>
                      <a:lnTo>
                        <a:pt x="368514" y="76262"/>
                      </a:lnTo>
                      <a:lnTo>
                        <a:pt x="322782" y="102342"/>
                      </a:lnTo>
                      <a:lnTo>
                        <a:pt x="279321" y="131765"/>
                      </a:lnTo>
                      <a:lnTo>
                        <a:pt x="238310" y="164353"/>
                      </a:lnTo>
                      <a:lnTo>
                        <a:pt x="199928" y="199928"/>
                      </a:lnTo>
                      <a:lnTo>
                        <a:pt x="164353" y="238310"/>
                      </a:lnTo>
                      <a:lnTo>
                        <a:pt x="131765" y="279321"/>
                      </a:lnTo>
                      <a:lnTo>
                        <a:pt x="102342" y="322782"/>
                      </a:lnTo>
                      <a:lnTo>
                        <a:pt x="76262" y="368514"/>
                      </a:lnTo>
                      <a:lnTo>
                        <a:pt x="53704" y="416340"/>
                      </a:lnTo>
                      <a:lnTo>
                        <a:pt x="34847" y="466080"/>
                      </a:lnTo>
                      <a:lnTo>
                        <a:pt x="19869" y="517555"/>
                      </a:lnTo>
                      <a:lnTo>
                        <a:pt x="8949" y="570587"/>
                      </a:lnTo>
                      <a:lnTo>
                        <a:pt x="2267" y="624997"/>
                      </a:lnTo>
                      <a:lnTo>
                        <a:pt x="0" y="680607"/>
                      </a:lnTo>
                      <a:lnTo>
                        <a:pt x="0" y="1371685"/>
                      </a:lnTo>
                      <a:lnTo>
                        <a:pt x="2267" y="1427295"/>
                      </a:lnTo>
                      <a:lnTo>
                        <a:pt x="8949" y="1481706"/>
                      </a:lnTo>
                      <a:lnTo>
                        <a:pt x="19869" y="1534738"/>
                      </a:lnTo>
                      <a:lnTo>
                        <a:pt x="34847" y="1586213"/>
                      </a:lnTo>
                      <a:lnTo>
                        <a:pt x="53704" y="1635953"/>
                      </a:lnTo>
                      <a:lnTo>
                        <a:pt x="76262" y="1683778"/>
                      </a:lnTo>
                      <a:lnTo>
                        <a:pt x="102342" y="1729511"/>
                      </a:lnTo>
                      <a:lnTo>
                        <a:pt x="131765" y="1772972"/>
                      </a:lnTo>
                      <a:lnTo>
                        <a:pt x="164353" y="1813983"/>
                      </a:lnTo>
                      <a:lnTo>
                        <a:pt x="199928" y="1852365"/>
                      </a:lnTo>
                      <a:lnTo>
                        <a:pt x="238310" y="1887939"/>
                      </a:lnTo>
                      <a:lnTo>
                        <a:pt x="279321" y="1920527"/>
                      </a:lnTo>
                      <a:lnTo>
                        <a:pt x="322782" y="1949951"/>
                      </a:lnTo>
                      <a:lnTo>
                        <a:pt x="368514" y="1976031"/>
                      </a:lnTo>
                      <a:lnTo>
                        <a:pt x="416340" y="1998589"/>
                      </a:lnTo>
                      <a:lnTo>
                        <a:pt x="466080" y="2017446"/>
                      </a:lnTo>
                      <a:lnTo>
                        <a:pt x="517555" y="2032424"/>
                      </a:lnTo>
                      <a:lnTo>
                        <a:pt x="570587" y="2043343"/>
                      </a:lnTo>
                      <a:lnTo>
                        <a:pt x="624997" y="2050026"/>
                      </a:lnTo>
                      <a:lnTo>
                        <a:pt x="680607" y="2052293"/>
                      </a:lnTo>
                      <a:lnTo>
                        <a:pt x="6816546" y="2052293"/>
                      </a:lnTo>
                      <a:lnTo>
                        <a:pt x="6872156" y="2050026"/>
                      </a:lnTo>
                      <a:lnTo>
                        <a:pt x="6926566" y="2043343"/>
                      </a:lnTo>
                      <a:lnTo>
                        <a:pt x="6979598" y="2032424"/>
                      </a:lnTo>
                      <a:lnTo>
                        <a:pt x="7031073" y="2017446"/>
                      </a:lnTo>
                      <a:lnTo>
                        <a:pt x="7080813" y="1998589"/>
                      </a:lnTo>
                      <a:lnTo>
                        <a:pt x="7128638" y="1976031"/>
                      </a:lnTo>
                      <a:lnTo>
                        <a:pt x="7174371" y="1949951"/>
                      </a:lnTo>
                      <a:lnTo>
                        <a:pt x="7217832" y="1920527"/>
                      </a:lnTo>
                      <a:lnTo>
                        <a:pt x="7258843" y="1887939"/>
                      </a:lnTo>
                      <a:lnTo>
                        <a:pt x="7297225" y="1852365"/>
                      </a:lnTo>
                      <a:lnTo>
                        <a:pt x="7332799" y="1813983"/>
                      </a:lnTo>
                      <a:lnTo>
                        <a:pt x="7365388" y="1772972"/>
                      </a:lnTo>
                      <a:lnTo>
                        <a:pt x="7394811" y="1729511"/>
                      </a:lnTo>
                      <a:lnTo>
                        <a:pt x="7420891" y="1683778"/>
                      </a:lnTo>
                      <a:lnTo>
                        <a:pt x="7443449" y="1635953"/>
                      </a:lnTo>
                      <a:lnTo>
                        <a:pt x="7462306" y="1586213"/>
                      </a:lnTo>
                      <a:lnTo>
                        <a:pt x="7477284" y="1534738"/>
                      </a:lnTo>
                      <a:lnTo>
                        <a:pt x="7488203" y="1481706"/>
                      </a:lnTo>
                      <a:lnTo>
                        <a:pt x="7494886" y="1427295"/>
                      </a:lnTo>
                      <a:lnTo>
                        <a:pt x="7497153" y="1371685"/>
                      </a:lnTo>
                      <a:lnTo>
                        <a:pt x="7497153" y="680607"/>
                      </a:lnTo>
                      <a:lnTo>
                        <a:pt x="7494886" y="624997"/>
                      </a:lnTo>
                      <a:lnTo>
                        <a:pt x="7488203" y="570587"/>
                      </a:lnTo>
                      <a:lnTo>
                        <a:pt x="7477284" y="517555"/>
                      </a:lnTo>
                      <a:lnTo>
                        <a:pt x="7462306" y="466080"/>
                      </a:lnTo>
                      <a:lnTo>
                        <a:pt x="7443449" y="416340"/>
                      </a:lnTo>
                      <a:lnTo>
                        <a:pt x="7420891" y="368514"/>
                      </a:lnTo>
                      <a:lnTo>
                        <a:pt x="7394811" y="322782"/>
                      </a:lnTo>
                      <a:lnTo>
                        <a:pt x="7365388" y="279321"/>
                      </a:lnTo>
                      <a:lnTo>
                        <a:pt x="7332799" y="238310"/>
                      </a:lnTo>
                      <a:lnTo>
                        <a:pt x="7297225" y="199928"/>
                      </a:lnTo>
                      <a:lnTo>
                        <a:pt x="7258843" y="164353"/>
                      </a:lnTo>
                      <a:lnTo>
                        <a:pt x="7217832" y="131765"/>
                      </a:lnTo>
                      <a:lnTo>
                        <a:pt x="7174371" y="102342"/>
                      </a:lnTo>
                      <a:lnTo>
                        <a:pt x="7128638" y="76262"/>
                      </a:lnTo>
                      <a:lnTo>
                        <a:pt x="7080813" y="53704"/>
                      </a:lnTo>
                      <a:lnTo>
                        <a:pt x="7031073" y="34847"/>
                      </a:lnTo>
                      <a:lnTo>
                        <a:pt x="6979598" y="19869"/>
                      </a:lnTo>
                      <a:lnTo>
                        <a:pt x="6926566" y="8949"/>
                      </a:lnTo>
                      <a:lnTo>
                        <a:pt x="6872156" y="2267"/>
                      </a:lnTo>
                      <a:lnTo>
                        <a:pt x="6816546" y="0"/>
                      </a:lnTo>
                      <a:close/>
                    </a:path>
                  </a:pathLst>
                </a:custGeom>
                <a:solidFill>
                  <a:srgbClr val="DAF2F1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4" name="object 71">
                  <a:extLst>
                    <a:ext uri="{FF2B5EF4-FFF2-40B4-BE49-F238E27FC236}">
                      <a16:creationId xmlns:a16="http://schemas.microsoft.com/office/drawing/2014/main" id="{40EC6345-2C0A-4025-A9CA-3AA226677F50}"/>
                    </a:ext>
                  </a:extLst>
                </p:cNvPr>
                <p:cNvSpPr/>
                <p:nvPr/>
              </p:nvSpPr>
              <p:spPr>
                <a:xfrm>
                  <a:off x="3376156" y="1205223"/>
                  <a:ext cx="483870" cy="306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870" h="306705">
                      <a:moveTo>
                        <a:pt x="0" y="0"/>
                      </a:moveTo>
                      <a:lnTo>
                        <a:pt x="32630" y="30985"/>
                      </a:lnTo>
                      <a:lnTo>
                        <a:pt x="51505" y="67991"/>
                      </a:lnTo>
                      <a:lnTo>
                        <a:pt x="70682" y="115479"/>
                      </a:lnTo>
                      <a:lnTo>
                        <a:pt x="87363" y="159757"/>
                      </a:lnTo>
                      <a:lnTo>
                        <a:pt x="108095" y="216133"/>
                      </a:lnTo>
                      <a:lnTo>
                        <a:pt x="133681" y="286326"/>
                      </a:lnTo>
                      <a:lnTo>
                        <a:pt x="483713" y="306482"/>
                      </a:lnTo>
                      <a:lnTo>
                        <a:pt x="415850" y="236775"/>
                      </a:lnTo>
                      <a:lnTo>
                        <a:pt x="386626" y="207130"/>
                      </a:lnTo>
                      <a:lnTo>
                        <a:pt x="335781" y="157109"/>
                      </a:lnTo>
                      <a:lnTo>
                        <a:pt x="292654" y="117913"/>
                      </a:lnTo>
                      <a:lnTo>
                        <a:pt x="254341" y="87702"/>
                      </a:lnTo>
                      <a:lnTo>
                        <a:pt x="217942" y="64640"/>
                      </a:lnTo>
                      <a:lnTo>
                        <a:pt x="180553" y="46885"/>
                      </a:lnTo>
                      <a:lnTo>
                        <a:pt x="139273" y="32600"/>
                      </a:lnTo>
                      <a:lnTo>
                        <a:pt x="91198" y="19946"/>
                      </a:lnTo>
                      <a:lnTo>
                        <a:pt x="63707" y="136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AF2F1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97695309-DD30-4AC9-B9C6-FBAF88D91D56}"/>
                  </a:ext>
                </a:extLst>
              </p:cNvPr>
              <p:cNvSpPr/>
              <p:nvPr/>
            </p:nvSpPr>
            <p:spPr>
              <a:xfrm>
                <a:off x="-3127427" y="2376343"/>
                <a:ext cx="3890433" cy="980389"/>
              </a:xfrm>
              <a:prstGeom prst="roundRect">
                <a:avLst>
                  <a:gd name="adj" fmla="val 49225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2400" b="1" spc="-1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박자표에 제시된 박자의</a:t>
                </a:r>
                <a:endParaRPr lang="en-US" altLang="ko-KR" sz="2400" b="1" spc="-1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ko-KR" altLang="en-US" sz="2400" b="1" spc="-1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 수를 채우지 못한 마디</a:t>
                </a:r>
                <a:r>
                  <a:rPr lang="en-US" altLang="ko-KR" sz="2400" b="1" spc="-1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FC8549F-8E3A-4533-B957-ADFD9449A391}"/>
              </a:ext>
            </a:extLst>
          </p:cNvPr>
          <p:cNvGrpSpPr/>
          <p:nvPr/>
        </p:nvGrpSpPr>
        <p:grpSpPr>
          <a:xfrm>
            <a:off x="1946030" y="1891000"/>
            <a:ext cx="9958937" cy="4441799"/>
            <a:chOff x="1946030" y="1891000"/>
            <a:chExt cx="9958937" cy="4441799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7601DD4F-ABFD-4BEF-90C9-4EE5D0156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500357" y="4510924"/>
              <a:ext cx="1404610" cy="1821875"/>
            </a:xfrm>
            <a:prstGeom prst="rect">
              <a:avLst/>
            </a:prstGeom>
          </p:spPr>
        </p:pic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8F8FC9C3-4EDA-459A-909D-0C3F2B9ADB15}"/>
                </a:ext>
              </a:extLst>
            </p:cNvPr>
            <p:cNvGrpSpPr/>
            <p:nvPr/>
          </p:nvGrpSpPr>
          <p:grpSpPr>
            <a:xfrm>
              <a:off x="1946030" y="1891000"/>
              <a:ext cx="8510676" cy="3849516"/>
              <a:chOff x="3394291" y="2593227"/>
              <a:chExt cx="13888639" cy="6282055"/>
            </a:xfrm>
          </p:grpSpPr>
          <p:sp>
            <p:nvSpPr>
              <p:cNvPr id="42" name="object 111">
                <a:extLst>
                  <a:ext uri="{FF2B5EF4-FFF2-40B4-BE49-F238E27FC236}">
                    <a16:creationId xmlns:a16="http://schemas.microsoft.com/office/drawing/2014/main" id="{7D013E40-7939-42DE-919E-1934F3EC67AF}"/>
                  </a:ext>
                </a:extLst>
              </p:cNvPr>
              <p:cNvSpPr/>
              <p:nvPr/>
            </p:nvSpPr>
            <p:spPr>
              <a:xfrm>
                <a:off x="3414103" y="2613041"/>
                <a:ext cx="13267690" cy="6242685"/>
              </a:xfrm>
              <a:custGeom>
                <a:avLst/>
                <a:gdLst/>
                <a:ahLst/>
                <a:cxnLst/>
                <a:rect l="l" t="t" r="r" b="b"/>
                <a:pathLst>
                  <a:path w="13267690" h="6242684">
                    <a:moveTo>
                      <a:pt x="12965531" y="0"/>
                    </a:moveTo>
                    <a:lnTo>
                      <a:pt x="301844" y="0"/>
                    </a:lnTo>
                    <a:lnTo>
                      <a:pt x="277123" y="1002"/>
                    </a:lnTo>
                    <a:lnTo>
                      <a:pt x="229391" y="8787"/>
                    </a:lnTo>
                    <a:lnTo>
                      <a:pt x="184461" y="23758"/>
                    </a:lnTo>
                    <a:lnTo>
                      <a:pt x="142960" y="45287"/>
                    </a:lnTo>
                    <a:lnTo>
                      <a:pt x="105512" y="72749"/>
                    </a:lnTo>
                    <a:lnTo>
                      <a:pt x="72745" y="105517"/>
                    </a:lnTo>
                    <a:lnTo>
                      <a:pt x="45285" y="142965"/>
                    </a:lnTo>
                    <a:lnTo>
                      <a:pt x="23756" y="184466"/>
                    </a:lnTo>
                    <a:lnTo>
                      <a:pt x="8787" y="229395"/>
                    </a:lnTo>
                    <a:lnTo>
                      <a:pt x="1002" y="277124"/>
                    </a:lnTo>
                    <a:lnTo>
                      <a:pt x="0" y="301844"/>
                    </a:lnTo>
                    <a:lnTo>
                      <a:pt x="0" y="5940363"/>
                    </a:lnTo>
                    <a:lnTo>
                      <a:pt x="3957" y="5989258"/>
                    </a:lnTo>
                    <a:lnTo>
                      <a:pt x="15413" y="6035666"/>
                    </a:lnTo>
                    <a:lnTo>
                      <a:pt x="33740" y="6078959"/>
                    </a:lnTo>
                    <a:lnTo>
                      <a:pt x="58312" y="6118512"/>
                    </a:lnTo>
                    <a:lnTo>
                      <a:pt x="88505" y="6153698"/>
                    </a:lnTo>
                    <a:lnTo>
                      <a:pt x="123690" y="6183891"/>
                    </a:lnTo>
                    <a:lnTo>
                      <a:pt x="163243" y="6208465"/>
                    </a:lnTo>
                    <a:lnTo>
                      <a:pt x="206537" y="6226793"/>
                    </a:lnTo>
                    <a:lnTo>
                      <a:pt x="252946" y="6238249"/>
                    </a:lnTo>
                    <a:lnTo>
                      <a:pt x="301844" y="6242207"/>
                    </a:lnTo>
                    <a:lnTo>
                      <a:pt x="12965531" y="6242207"/>
                    </a:lnTo>
                    <a:lnTo>
                      <a:pt x="13014427" y="6238249"/>
                    </a:lnTo>
                    <a:lnTo>
                      <a:pt x="13060834" y="6226793"/>
                    </a:lnTo>
                    <a:lnTo>
                      <a:pt x="13104127" y="6208465"/>
                    </a:lnTo>
                    <a:lnTo>
                      <a:pt x="13143680" y="6183891"/>
                    </a:lnTo>
                    <a:lnTo>
                      <a:pt x="13178867" y="6153698"/>
                    </a:lnTo>
                    <a:lnTo>
                      <a:pt x="13209060" y="6118512"/>
                    </a:lnTo>
                    <a:lnTo>
                      <a:pt x="13233633" y="6078959"/>
                    </a:lnTo>
                    <a:lnTo>
                      <a:pt x="13251962" y="6035666"/>
                    </a:lnTo>
                    <a:lnTo>
                      <a:pt x="13263418" y="5989258"/>
                    </a:lnTo>
                    <a:lnTo>
                      <a:pt x="13267376" y="5940363"/>
                    </a:lnTo>
                    <a:lnTo>
                      <a:pt x="13267376" y="301844"/>
                    </a:lnTo>
                    <a:lnTo>
                      <a:pt x="13263418" y="252948"/>
                    </a:lnTo>
                    <a:lnTo>
                      <a:pt x="13251962" y="206541"/>
                    </a:lnTo>
                    <a:lnTo>
                      <a:pt x="13233633" y="163248"/>
                    </a:lnTo>
                    <a:lnTo>
                      <a:pt x="13209060" y="123695"/>
                    </a:lnTo>
                    <a:lnTo>
                      <a:pt x="13178867" y="88509"/>
                    </a:lnTo>
                    <a:lnTo>
                      <a:pt x="13143680" y="58315"/>
                    </a:lnTo>
                    <a:lnTo>
                      <a:pt x="13104127" y="33742"/>
                    </a:lnTo>
                    <a:lnTo>
                      <a:pt x="13060834" y="15414"/>
                    </a:lnTo>
                    <a:lnTo>
                      <a:pt x="13014427" y="3957"/>
                    </a:lnTo>
                    <a:lnTo>
                      <a:pt x="12965531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112">
                <a:extLst>
                  <a:ext uri="{FF2B5EF4-FFF2-40B4-BE49-F238E27FC236}">
                    <a16:creationId xmlns:a16="http://schemas.microsoft.com/office/drawing/2014/main" id="{691A51E0-31AE-4341-AA95-861DCFA8B563}"/>
                  </a:ext>
                </a:extLst>
              </p:cNvPr>
              <p:cNvSpPr/>
              <p:nvPr/>
            </p:nvSpPr>
            <p:spPr>
              <a:xfrm>
                <a:off x="3394291" y="2593227"/>
                <a:ext cx="13307060" cy="6282055"/>
              </a:xfrm>
              <a:custGeom>
                <a:avLst/>
                <a:gdLst/>
                <a:ahLst/>
                <a:cxnLst/>
                <a:rect l="l" t="t" r="r" b="b"/>
                <a:pathLst>
                  <a:path w="13307060" h="6282055">
                    <a:moveTo>
                      <a:pt x="12985342" y="0"/>
                    </a:moveTo>
                    <a:lnTo>
                      <a:pt x="321655" y="0"/>
                    </a:lnTo>
                    <a:lnTo>
                      <a:pt x="295312" y="1068"/>
                    </a:lnTo>
                    <a:lnTo>
                      <a:pt x="244448" y="9364"/>
                    </a:lnTo>
                    <a:lnTo>
                      <a:pt x="196570" y="25317"/>
                    </a:lnTo>
                    <a:lnTo>
                      <a:pt x="152344" y="48260"/>
                    </a:lnTo>
                    <a:lnTo>
                      <a:pt x="112439" y="77524"/>
                    </a:lnTo>
                    <a:lnTo>
                      <a:pt x="77521" y="112443"/>
                    </a:lnTo>
                    <a:lnTo>
                      <a:pt x="48257" y="152349"/>
                    </a:lnTo>
                    <a:lnTo>
                      <a:pt x="25316" y="196574"/>
                    </a:lnTo>
                    <a:lnTo>
                      <a:pt x="9364" y="244451"/>
                    </a:lnTo>
                    <a:lnTo>
                      <a:pt x="1068" y="295313"/>
                    </a:lnTo>
                    <a:lnTo>
                      <a:pt x="0" y="321655"/>
                    </a:lnTo>
                    <a:lnTo>
                      <a:pt x="0" y="5960174"/>
                    </a:lnTo>
                    <a:lnTo>
                      <a:pt x="4217" y="6012280"/>
                    </a:lnTo>
                    <a:lnTo>
                      <a:pt x="16424" y="6061735"/>
                    </a:lnTo>
                    <a:lnTo>
                      <a:pt x="35955" y="6107870"/>
                    </a:lnTo>
                    <a:lnTo>
                      <a:pt x="62141" y="6150019"/>
                    </a:lnTo>
                    <a:lnTo>
                      <a:pt x="94413" y="6187605"/>
                    </a:lnTo>
                    <a:lnTo>
                      <a:pt x="131810" y="6219688"/>
                    </a:lnTo>
                    <a:lnTo>
                      <a:pt x="173959" y="6245874"/>
                    </a:lnTo>
                    <a:lnTo>
                      <a:pt x="220094" y="6265404"/>
                    </a:lnTo>
                    <a:lnTo>
                      <a:pt x="269548" y="6277612"/>
                    </a:lnTo>
                    <a:lnTo>
                      <a:pt x="321655" y="6281829"/>
                    </a:lnTo>
                    <a:lnTo>
                      <a:pt x="12985342" y="6281829"/>
                    </a:lnTo>
                    <a:lnTo>
                      <a:pt x="13037446" y="6277612"/>
                    </a:lnTo>
                    <a:lnTo>
                      <a:pt x="13086899" y="6265404"/>
                    </a:lnTo>
                    <a:lnTo>
                      <a:pt x="13133034" y="6245874"/>
                    </a:lnTo>
                    <a:lnTo>
                      <a:pt x="13139475" y="6242207"/>
                    </a:lnTo>
                    <a:lnTo>
                      <a:pt x="321655" y="6242207"/>
                    </a:lnTo>
                    <a:lnTo>
                      <a:pt x="298611" y="6241268"/>
                    </a:lnTo>
                    <a:lnTo>
                      <a:pt x="254089" y="6233974"/>
                    </a:lnTo>
                    <a:lnTo>
                      <a:pt x="212147" y="6219953"/>
                    </a:lnTo>
                    <a:lnTo>
                      <a:pt x="173379" y="6199798"/>
                    </a:lnTo>
                    <a:lnTo>
                      <a:pt x="138375" y="6174101"/>
                    </a:lnTo>
                    <a:lnTo>
                      <a:pt x="107728" y="6143454"/>
                    </a:lnTo>
                    <a:lnTo>
                      <a:pt x="82031" y="6108450"/>
                    </a:lnTo>
                    <a:lnTo>
                      <a:pt x="61876" y="6069681"/>
                    </a:lnTo>
                    <a:lnTo>
                      <a:pt x="47855" y="6027740"/>
                    </a:lnTo>
                    <a:lnTo>
                      <a:pt x="40561" y="5983218"/>
                    </a:lnTo>
                    <a:lnTo>
                      <a:pt x="39621" y="5960174"/>
                    </a:lnTo>
                    <a:lnTo>
                      <a:pt x="39621" y="321655"/>
                    </a:lnTo>
                    <a:lnTo>
                      <a:pt x="43330" y="276065"/>
                    </a:lnTo>
                    <a:lnTo>
                      <a:pt x="54062" y="232760"/>
                    </a:lnTo>
                    <a:lnTo>
                      <a:pt x="71224" y="192332"/>
                    </a:lnTo>
                    <a:lnTo>
                      <a:pt x="94224" y="155373"/>
                    </a:lnTo>
                    <a:lnTo>
                      <a:pt x="122470" y="122475"/>
                    </a:lnTo>
                    <a:lnTo>
                      <a:pt x="155369" y="94231"/>
                    </a:lnTo>
                    <a:lnTo>
                      <a:pt x="192329" y="71232"/>
                    </a:lnTo>
                    <a:lnTo>
                      <a:pt x="232759" y="54071"/>
                    </a:lnTo>
                    <a:lnTo>
                      <a:pt x="276065" y="43340"/>
                    </a:lnTo>
                    <a:lnTo>
                      <a:pt x="321655" y="39632"/>
                    </a:lnTo>
                    <a:lnTo>
                      <a:pt x="13139490" y="39632"/>
                    </a:lnTo>
                    <a:lnTo>
                      <a:pt x="13133034" y="35957"/>
                    </a:lnTo>
                    <a:lnTo>
                      <a:pt x="13086899" y="16425"/>
                    </a:lnTo>
                    <a:lnTo>
                      <a:pt x="13037446" y="4217"/>
                    </a:lnTo>
                    <a:lnTo>
                      <a:pt x="13011684" y="1068"/>
                    </a:lnTo>
                    <a:lnTo>
                      <a:pt x="12985342" y="0"/>
                    </a:lnTo>
                    <a:close/>
                  </a:path>
                  <a:path w="13307060" h="6282055">
                    <a:moveTo>
                      <a:pt x="13139490" y="39632"/>
                    </a:moveTo>
                    <a:lnTo>
                      <a:pt x="12985342" y="39632"/>
                    </a:lnTo>
                    <a:lnTo>
                      <a:pt x="13008386" y="40571"/>
                    </a:lnTo>
                    <a:lnTo>
                      <a:pt x="13030932" y="43340"/>
                    </a:lnTo>
                    <a:lnTo>
                      <a:pt x="13074238" y="54071"/>
                    </a:lnTo>
                    <a:lnTo>
                      <a:pt x="13114668" y="71232"/>
                    </a:lnTo>
                    <a:lnTo>
                      <a:pt x="13151628" y="94231"/>
                    </a:lnTo>
                    <a:lnTo>
                      <a:pt x="13184527" y="122475"/>
                    </a:lnTo>
                    <a:lnTo>
                      <a:pt x="13212773" y="155373"/>
                    </a:lnTo>
                    <a:lnTo>
                      <a:pt x="13235773" y="192332"/>
                    </a:lnTo>
                    <a:lnTo>
                      <a:pt x="13252935" y="232760"/>
                    </a:lnTo>
                    <a:lnTo>
                      <a:pt x="13263667" y="276065"/>
                    </a:lnTo>
                    <a:lnTo>
                      <a:pt x="13267376" y="321655"/>
                    </a:lnTo>
                    <a:lnTo>
                      <a:pt x="13267376" y="5960174"/>
                    </a:lnTo>
                    <a:lnTo>
                      <a:pt x="13263667" y="6005764"/>
                    </a:lnTo>
                    <a:lnTo>
                      <a:pt x="13252935" y="6049070"/>
                    </a:lnTo>
                    <a:lnTo>
                      <a:pt x="13235773" y="6089499"/>
                    </a:lnTo>
                    <a:lnTo>
                      <a:pt x="13212773" y="6126460"/>
                    </a:lnTo>
                    <a:lnTo>
                      <a:pt x="13184527" y="6159359"/>
                    </a:lnTo>
                    <a:lnTo>
                      <a:pt x="13151628" y="6187605"/>
                    </a:lnTo>
                    <a:lnTo>
                      <a:pt x="13114668" y="6210605"/>
                    </a:lnTo>
                    <a:lnTo>
                      <a:pt x="13074238" y="6227767"/>
                    </a:lnTo>
                    <a:lnTo>
                      <a:pt x="13030932" y="6238499"/>
                    </a:lnTo>
                    <a:lnTo>
                      <a:pt x="12985342" y="6242207"/>
                    </a:lnTo>
                    <a:lnTo>
                      <a:pt x="13139475" y="6242207"/>
                    </a:lnTo>
                    <a:lnTo>
                      <a:pt x="13175183" y="6219688"/>
                    </a:lnTo>
                    <a:lnTo>
                      <a:pt x="13212678" y="6187514"/>
                    </a:lnTo>
                    <a:lnTo>
                      <a:pt x="13244853" y="6150019"/>
                    </a:lnTo>
                    <a:lnTo>
                      <a:pt x="13271040" y="6107870"/>
                    </a:lnTo>
                    <a:lnTo>
                      <a:pt x="13290571" y="6061735"/>
                    </a:lnTo>
                    <a:lnTo>
                      <a:pt x="13302780" y="6012280"/>
                    </a:lnTo>
                    <a:lnTo>
                      <a:pt x="13306997" y="5960174"/>
                    </a:lnTo>
                    <a:lnTo>
                      <a:pt x="13306997" y="321655"/>
                    </a:lnTo>
                    <a:lnTo>
                      <a:pt x="13302780" y="269551"/>
                    </a:lnTo>
                    <a:lnTo>
                      <a:pt x="13290571" y="220098"/>
                    </a:lnTo>
                    <a:lnTo>
                      <a:pt x="13271040" y="173963"/>
                    </a:lnTo>
                    <a:lnTo>
                      <a:pt x="13244853" y="131814"/>
                    </a:lnTo>
                    <a:lnTo>
                      <a:pt x="13212583" y="94231"/>
                    </a:lnTo>
                    <a:lnTo>
                      <a:pt x="13175183" y="62144"/>
                    </a:lnTo>
                    <a:lnTo>
                      <a:pt x="13154648" y="48260"/>
                    </a:lnTo>
                    <a:lnTo>
                      <a:pt x="13139490" y="39632"/>
                    </a:lnTo>
                    <a:close/>
                  </a:path>
                </a:pathLst>
              </a:custGeom>
              <a:solidFill>
                <a:srgbClr val="5BB58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119">
                <a:extLst>
                  <a:ext uri="{FF2B5EF4-FFF2-40B4-BE49-F238E27FC236}">
                    <a16:creationId xmlns:a16="http://schemas.microsoft.com/office/drawing/2014/main" id="{28EC64A0-BCCD-4C36-A952-43D7BE7C0C59}"/>
                  </a:ext>
                </a:extLst>
              </p:cNvPr>
              <p:cNvSpPr/>
              <p:nvPr/>
            </p:nvSpPr>
            <p:spPr>
              <a:xfrm>
                <a:off x="16639675" y="7477249"/>
                <a:ext cx="643255" cy="645795"/>
              </a:xfrm>
              <a:custGeom>
                <a:avLst/>
                <a:gdLst/>
                <a:ahLst/>
                <a:cxnLst/>
                <a:rect l="l" t="t" r="r" b="b"/>
                <a:pathLst>
                  <a:path w="643255" h="645795">
                    <a:moveTo>
                      <a:pt x="13800" y="0"/>
                    </a:moveTo>
                    <a:lnTo>
                      <a:pt x="0" y="645666"/>
                    </a:lnTo>
                    <a:lnTo>
                      <a:pt x="142351" y="627375"/>
                    </a:lnTo>
                    <a:lnTo>
                      <a:pt x="181057" y="621659"/>
                    </a:lnTo>
                    <a:lnTo>
                      <a:pt x="248241" y="609538"/>
                    </a:lnTo>
                    <a:lnTo>
                      <a:pt x="305004" y="595100"/>
                    </a:lnTo>
                    <a:lnTo>
                      <a:pt x="355202" y="576665"/>
                    </a:lnTo>
                    <a:lnTo>
                      <a:pt x="402690" y="552554"/>
                    </a:lnTo>
                    <a:lnTo>
                      <a:pt x="451325" y="521087"/>
                    </a:lnTo>
                    <a:lnTo>
                      <a:pt x="504963" y="480585"/>
                    </a:lnTo>
                    <a:lnTo>
                      <a:pt x="534863" y="456421"/>
                    </a:lnTo>
                    <a:lnTo>
                      <a:pt x="567460" y="429369"/>
                    </a:lnTo>
                    <a:lnTo>
                      <a:pt x="640586" y="367527"/>
                    </a:lnTo>
                    <a:lnTo>
                      <a:pt x="487914" y="367527"/>
                    </a:lnTo>
                    <a:lnTo>
                      <a:pt x="446098" y="366601"/>
                    </a:lnTo>
                    <a:lnTo>
                      <a:pt x="374293" y="360830"/>
                    </a:lnTo>
                    <a:lnTo>
                      <a:pt x="315111" y="348004"/>
                    </a:lnTo>
                    <a:lnTo>
                      <a:pt x="264778" y="325928"/>
                    </a:lnTo>
                    <a:lnTo>
                      <a:pt x="219522" y="292408"/>
                    </a:lnTo>
                    <a:lnTo>
                      <a:pt x="175570" y="245250"/>
                    </a:lnTo>
                    <a:lnTo>
                      <a:pt x="129147" y="182259"/>
                    </a:lnTo>
                    <a:lnTo>
                      <a:pt x="103831" y="144140"/>
                    </a:lnTo>
                    <a:lnTo>
                      <a:pt x="76482" y="101240"/>
                    </a:lnTo>
                    <a:lnTo>
                      <a:pt x="46629" y="53285"/>
                    </a:lnTo>
                    <a:lnTo>
                      <a:pt x="13800" y="0"/>
                    </a:lnTo>
                    <a:close/>
                  </a:path>
                  <a:path w="643255" h="645795">
                    <a:moveTo>
                      <a:pt x="642671" y="365758"/>
                    </a:moveTo>
                    <a:lnTo>
                      <a:pt x="534300" y="367513"/>
                    </a:lnTo>
                    <a:lnTo>
                      <a:pt x="487914" y="367527"/>
                    </a:lnTo>
                    <a:lnTo>
                      <a:pt x="640586" y="367527"/>
                    </a:lnTo>
                    <a:lnTo>
                      <a:pt x="642671" y="3657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120">
                <a:extLst>
                  <a:ext uri="{FF2B5EF4-FFF2-40B4-BE49-F238E27FC236}">
                    <a16:creationId xmlns:a16="http://schemas.microsoft.com/office/drawing/2014/main" id="{FFB504F3-6472-4548-8230-7C6C492DEB92}"/>
                  </a:ext>
                </a:extLst>
              </p:cNvPr>
              <p:cNvSpPr/>
              <p:nvPr/>
            </p:nvSpPr>
            <p:spPr>
              <a:xfrm>
                <a:off x="16639675" y="7477249"/>
                <a:ext cx="643255" cy="645795"/>
              </a:xfrm>
              <a:custGeom>
                <a:avLst/>
                <a:gdLst/>
                <a:ahLst/>
                <a:cxnLst/>
                <a:rect l="l" t="t" r="r" b="b"/>
                <a:pathLst>
                  <a:path w="643255" h="645795">
                    <a:moveTo>
                      <a:pt x="13800" y="0"/>
                    </a:moveTo>
                    <a:lnTo>
                      <a:pt x="46629" y="53285"/>
                    </a:lnTo>
                    <a:lnTo>
                      <a:pt x="76482" y="101240"/>
                    </a:lnTo>
                    <a:lnTo>
                      <a:pt x="103831" y="144140"/>
                    </a:lnTo>
                    <a:lnTo>
                      <a:pt x="129147" y="182259"/>
                    </a:lnTo>
                    <a:lnTo>
                      <a:pt x="152903" y="215871"/>
                    </a:lnTo>
                    <a:lnTo>
                      <a:pt x="197619" y="270671"/>
                    </a:lnTo>
                    <a:lnTo>
                      <a:pt x="241751" y="310736"/>
                    </a:lnTo>
                    <a:lnTo>
                      <a:pt x="289074" y="338259"/>
                    </a:lnTo>
                    <a:lnTo>
                      <a:pt x="343360" y="355436"/>
                    </a:lnTo>
                    <a:lnTo>
                      <a:pt x="408382" y="364460"/>
                    </a:lnTo>
                    <a:lnTo>
                      <a:pt x="487914" y="367527"/>
                    </a:lnTo>
                    <a:lnTo>
                      <a:pt x="534300" y="367513"/>
                    </a:lnTo>
                    <a:lnTo>
                      <a:pt x="585728" y="366831"/>
                    </a:lnTo>
                    <a:lnTo>
                      <a:pt x="642671" y="365758"/>
                    </a:lnTo>
                    <a:lnTo>
                      <a:pt x="603235" y="399218"/>
                    </a:lnTo>
                    <a:lnTo>
                      <a:pt x="567460" y="429369"/>
                    </a:lnTo>
                    <a:lnTo>
                      <a:pt x="534863" y="456421"/>
                    </a:lnTo>
                    <a:lnTo>
                      <a:pt x="504963" y="480585"/>
                    </a:lnTo>
                    <a:lnTo>
                      <a:pt x="451325" y="521087"/>
                    </a:lnTo>
                    <a:lnTo>
                      <a:pt x="402690" y="552554"/>
                    </a:lnTo>
                    <a:lnTo>
                      <a:pt x="355202" y="576665"/>
                    </a:lnTo>
                    <a:lnTo>
                      <a:pt x="305004" y="595100"/>
                    </a:lnTo>
                    <a:lnTo>
                      <a:pt x="248241" y="609538"/>
                    </a:lnTo>
                    <a:lnTo>
                      <a:pt x="181057" y="621659"/>
                    </a:lnTo>
                    <a:lnTo>
                      <a:pt x="142351" y="627375"/>
                    </a:lnTo>
                    <a:lnTo>
                      <a:pt x="99595" y="633141"/>
                    </a:lnTo>
                    <a:lnTo>
                      <a:pt x="52305" y="639168"/>
                    </a:lnTo>
                    <a:lnTo>
                      <a:pt x="0" y="645666"/>
                    </a:lnTo>
                  </a:path>
                </a:pathLst>
              </a:custGeom>
              <a:ln w="28575">
                <a:solidFill>
                  <a:srgbClr val="5BB58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112DFF29-4942-4DA2-96A4-21144FB58BC6}"/>
                </a:ext>
              </a:extLst>
            </p:cNvPr>
            <p:cNvGrpSpPr/>
            <p:nvPr/>
          </p:nvGrpSpPr>
          <p:grpSpPr>
            <a:xfrm>
              <a:off x="2170334" y="2383691"/>
              <a:ext cx="7851332" cy="668148"/>
              <a:chOff x="1316250" y="770793"/>
              <a:chExt cx="7851332" cy="668148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876586A-95B8-412B-86F8-D6B40CB2B4F6}"/>
                  </a:ext>
                </a:extLst>
              </p:cNvPr>
              <p:cNvSpPr txBox="1"/>
              <p:nvPr/>
            </p:nvSpPr>
            <p:spPr>
              <a:xfrm>
                <a:off x="1472675" y="770793"/>
                <a:ext cx="7694907" cy="668148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>
                <a:noAutofit/>
              </a:bodyPr>
              <a:lstStyle/>
              <a:p>
                <a:pPr>
                  <a:lnSpc>
                    <a:spcPct val="150000"/>
                  </a:lnSpc>
                  <a:buClr>
                    <a:srgbClr val="E28508"/>
                  </a:buClr>
                </a:pPr>
                <a:r>
                  <a:rPr lang="ko-KR" altLang="en-US" sz="2800" b="1" spc="-150" dirty="0">
                    <a:solidFill>
                      <a:srgbClr val="211D1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마디와                마디의 박 수를 합하면 </a:t>
                </a:r>
                <a:endPara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  <a:buClr>
                    <a:srgbClr val="E28508"/>
                  </a:buClr>
                </a:pPr>
                <a:r>
                  <a:rPr lang="ko-KR" altLang="en-US" sz="2800" b="1" spc="-150" dirty="0">
                    <a:solidFill>
                      <a:srgbClr val="211D1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박자표에 제시된 박자의 박 수가 되어요</a:t>
                </a:r>
                <a:r>
                  <a:rPr lang="en-US" altLang="ko-KR" sz="2800" b="1" spc="-150" dirty="0">
                    <a:solidFill>
                      <a:srgbClr val="211D1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  <p:pic>
            <p:nvPicPr>
              <p:cNvPr id="59" name="그림 58">
                <a:extLst>
                  <a:ext uri="{FF2B5EF4-FFF2-40B4-BE49-F238E27FC236}">
                    <a16:creationId xmlns:a16="http://schemas.microsoft.com/office/drawing/2014/main" id="{C563F723-6D02-43B1-A595-42907057AB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6250" y="1063625"/>
                <a:ext cx="138435" cy="166687"/>
              </a:xfrm>
              <a:prstGeom prst="rect">
                <a:avLst/>
              </a:prstGeom>
            </p:spPr>
          </p:pic>
        </p:grp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BAF9FF58-3217-4BAC-B0C5-5413AFAE43D7}"/>
                </a:ext>
              </a:extLst>
            </p:cNvPr>
            <p:cNvGrpSpPr/>
            <p:nvPr/>
          </p:nvGrpSpPr>
          <p:grpSpPr>
            <a:xfrm>
              <a:off x="2368126" y="2495883"/>
              <a:ext cx="454763" cy="450000"/>
              <a:chOff x="2040719" y="5182985"/>
              <a:chExt cx="454763" cy="450000"/>
            </a:xfrm>
          </p:grpSpPr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E80FCAEC-2403-4145-B213-C5E6431630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40719" y="5182985"/>
                <a:ext cx="450001" cy="450000"/>
              </a:xfrm>
              <a:prstGeom prst="roundRect">
                <a:avLst>
                  <a:gd name="adj" fmla="val 13103"/>
                </a:avLst>
              </a:prstGeom>
              <a:solidFill>
                <a:schemeClr val="bg1"/>
              </a:solidFill>
              <a:ln w="19050">
                <a:solidFill>
                  <a:srgbClr val="30AC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18BAD176-01D5-4115-A56D-9AA3C517CE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45481" y="5182985"/>
                <a:ext cx="450001" cy="450000"/>
              </a:xfrm>
              <a:prstGeom prst="roundRect">
                <a:avLst>
                  <a:gd name="adj" fmla="val 13103"/>
                </a:avLst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3000" b="1" dirty="0" err="1">
                    <a:solidFill>
                      <a:srgbClr val="0070C0"/>
                    </a:solidFill>
                  </a:rPr>
                  <a:t>ㅊ</a:t>
                </a:r>
                <a:endParaRPr lang="ko-KR" altLang="en-US" sz="3000" b="1" dirty="0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FC0E04F5-AAEF-488E-901F-31E84C76F6FC}"/>
                </a:ext>
              </a:extLst>
            </p:cNvPr>
            <p:cNvGrpSpPr/>
            <p:nvPr/>
          </p:nvGrpSpPr>
          <p:grpSpPr>
            <a:xfrm>
              <a:off x="4056784" y="2495504"/>
              <a:ext cx="1456442" cy="450758"/>
              <a:chOff x="4056784" y="2495504"/>
              <a:chExt cx="1456442" cy="450758"/>
            </a:xfrm>
          </p:grpSpPr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9E57A205-F3D3-40E0-9022-FD3003651BDF}"/>
                  </a:ext>
                </a:extLst>
              </p:cNvPr>
              <p:cNvGrpSpPr/>
              <p:nvPr/>
            </p:nvGrpSpPr>
            <p:grpSpPr>
              <a:xfrm>
                <a:off x="4056784" y="2495504"/>
                <a:ext cx="451064" cy="450000"/>
                <a:chOff x="1538321" y="5182985"/>
                <a:chExt cx="451064" cy="450000"/>
              </a:xfrm>
            </p:grpSpPr>
            <p:sp>
              <p:nvSpPr>
                <p:cNvPr id="65" name="사각형: 둥근 모서리 64">
                  <a:extLst>
                    <a:ext uri="{FF2B5EF4-FFF2-40B4-BE49-F238E27FC236}">
                      <a16:creationId xmlns:a16="http://schemas.microsoft.com/office/drawing/2014/main" id="{EAABCFDB-7E63-490E-BA40-9F0B21C7E99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38321" y="5182985"/>
                  <a:ext cx="450001" cy="450000"/>
                </a:xfrm>
                <a:prstGeom prst="roundRect">
                  <a:avLst>
                    <a:gd name="adj" fmla="val 13103"/>
                  </a:avLst>
                </a:prstGeom>
                <a:solidFill>
                  <a:schemeClr val="bg1"/>
                </a:solidFill>
                <a:ln w="19050">
                  <a:solidFill>
                    <a:srgbClr val="30ACE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0EF2632F-D930-4EF3-9D83-872E70579E8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39384" y="5182985"/>
                  <a:ext cx="450001" cy="450000"/>
                </a:xfrm>
                <a:prstGeom prst="roundRect">
                  <a:avLst>
                    <a:gd name="adj" fmla="val 13103"/>
                  </a:avLst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3000" b="1" dirty="0" err="1">
                      <a:solidFill>
                        <a:srgbClr val="0070C0"/>
                      </a:solidFill>
                    </a:rPr>
                    <a:t>ㅁ</a:t>
                  </a:r>
                  <a:endParaRPr lang="ko-KR" altLang="en-US" sz="3000" b="1" dirty="0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B699CA6A-5BB0-4ED4-A062-61AF2BC4B7C2}"/>
                  </a:ext>
                </a:extLst>
              </p:cNvPr>
              <p:cNvGrpSpPr/>
              <p:nvPr/>
            </p:nvGrpSpPr>
            <p:grpSpPr>
              <a:xfrm>
                <a:off x="4559182" y="2495504"/>
                <a:ext cx="454763" cy="450000"/>
                <a:chOff x="2040719" y="5182985"/>
                <a:chExt cx="454763" cy="450000"/>
              </a:xfrm>
            </p:grpSpPr>
            <p:sp>
              <p:nvSpPr>
                <p:cNvPr id="63" name="사각형: 둥근 모서리 62">
                  <a:extLst>
                    <a:ext uri="{FF2B5EF4-FFF2-40B4-BE49-F238E27FC236}">
                      <a16:creationId xmlns:a16="http://schemas.microsoft.com/office/drawing/2014/main" id="{47199DEB-7831-49E1-9ECB-96F52AB5AD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40719" y="5182985"/>
                  <a:ext cx="450001" cy="450000"/>
                </a:xfrm>
                <a:prstGeom prst="roundRect">
                  <a:avLst>
                    <a:gd name="adj" fmla="val 13103"/>
                  </a:avLst>
                </a:prstGeom>
                <a:solidFill>
                  <a:schemeClr val="bg1"/>
                </a:solidFill>
                <a:ln w="19050">
                  <a:solidFill>
                    <a:srgbClr val="30ACE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4" name="사각형: 둥근 모서리 63">
                  <a:extLst>
                    <a:ext uri="{FF2B5EF4-FFF2-40B4-BE49-F238E27FC236}">
                      <a16:creationId xmlns:a16="http://schemas.microsoft.com/office/drawing/2014/main" id="{1F4C8ED7-09D6-4F89-A77A-AED0595CF9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45481" y="5182985"/>
                  <a:ext cx="450001" cy="450000"/>
                </a:xfrm>
                <a:prstGeom prst="roundRect">
                  <a:avLst>
                    <a:gd name="adj" fmla="val 13103"/>
                  </a:avLst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3000" b="1" dirty="0" err="1">
                      <a:solidFill>
                        <a:srgbClr val="0070C0"/>
                      </a:solidFill>
                    </a:rPr>
                    <a:t>ㅈ</a:t>
                  </a:r>
                  <a:endParaRPr lang="ko-KR" altLang="en-US" sz="3000" b="1" dirty="0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F8A42FC0-3707-4E90-B7E6-AFDB928BEF48}"/>
                  </a:ext>
                </a:extLst>
              </p:cNvPr>
              <p:cNvGrpSpPr/>
              <p:nvPr/>
            </p:nvGrpSpPr>
            <p:grpSpPr>
              <a:xfrm>
                <a:off x="5058463" y="2496262"/>
                <a:ext cx="454763" cy="450000"/>
                <a:chOff x="2040719" y="5182985"/>
                <a:chExt cx="454763" cy="450000"/>
              </a:xfrm>
            </p:grpSpPr>
            <p:sp>
              <p:nvSpPr>
                <p:cNvPr id="68" name="사각형: 둥근 모서리 67">
                  <a:extLst>
                    <a:ext uri="{FF2B5EF4-FFF2-40B4-BE49-F238E27FC236}">
                      <a16:creationId xmlns:a16="http://schemas.microsoft.com/office/drawing/2014/main" id="{B440A296-B5F5-44F2-B8FD-1545F2748A4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40719" y="5182985"/>
                  <a:ext cx="450001" cy="450000"/>
                </a:xfrm>
                <a:prstGeom prst="roundRect">
                  <a:avLst>
                    <a:gd name="adj" fmla="val 13103"/>
                  </a:avLst>
                </a:prstGeom>
                <a:solidFill>
                  <a:schemeClr val="bg1"/>
                </a:solidFill>
                <a:ln w="19050">
                  <a:solidFill>
                    <a:srgbClr val="30ACE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9" name="사각형: 둥근 모서리 68">
                  <a:extLst>
                    <a:ext uri="{FF2B5EF4-FFF2-40B4-BE49-F238E27FC236}">
                      <a16:creationId xmlns:a16="http://schemas.microsoft.com/office/drawing/2014/main" id="{76B84174-58EE-40E9-AB0B-ABC9E268565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45481" y="5182985"/>
                  <a:ext cx="450001" cy="450000"/>
                </a:xfrm>
                <a:prstGeom prst="roundRect">
                  <a:avLst>
                    <a:gd name="adj" fmla="val 13103"/>
                  </a:avLst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3000" b="1" dirty="0" err="1">
                      <a:solidFill>
                        <a:srgbClr val="0070C0"/>
                      </a:solidFill>
                    </a:rPr>
                    <a:t>ㅁ</a:t>
                  </a:r>
                  <a:endParaRPr lang="ko-KR" altLang="en-US" sz="3000" b="1" dirty="0">
                    <a:solidFill>
                      <a:srgbClr val="0070C0"/>
                    </a:solidFill>
                  </a:endParaRPr>
                </a:p>
              </p:txBody>
            </p:sp>
          </p:grp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D5CAC904-B7E9-4DF2-A375-AE67EF545DDC}"/>
                </a:ext>
              </a:extLst>
            </p:cNvPr>
            <p:cNvGrpSpPr/>
            <p:nvPr/>
          </p:nvGrpSpPr>
          <p:grpSpPr>
            <a:xfrm>
              <a:off x="2170333" y="3829528"/>
              <a:ext cx="7851332" cy="668148"/>
              <a:chOff x="1316250" y="770793"/>
              <a:chExt cx="7851332" cy="668148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DFFA4DA-B7A8-4020-99D3-61F191C7D3CB}"/>
                  </a:ext>
                </a:extLst>
              </p:cNvPr>
              <p:cNvSpPr txBox="1"/>
              <p:nvPr/>
            </p:nvSpPr>
            <p:spPr>
              <a:xfrm>
                <a:off x="1472675" y="770793"/>
                <a:ext cx="7694907" cy="668148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>
                <a:noAutofit/>
              </a:bodyPr>
              <a:lstStyle/>
              <a:p>
                <a:pPr>
                  <a:lnSpc>
                    <a:spcPct val="150000"/>
                  </a:lnSpc>
                  <a:buClr>
                    <a:srgbClr val="E28508"/>
                  </a:buClr>
                </a:pPr>
                <a:r>
                  <a:rPr lang="ko-KR" altLang="en-US" sz="2800" b="1" spc="-150" dirty="0">
                    <a:solidFill>
                      <a:srgbClr val="211D1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  박으로 시작하여 ‘</a:t>
                </a:r>
                <a:r>
                  <a:rPr lang="ko-KR" altLang="en-US" sz="2800" b="1" spc="-150" dirty="0" err="1">
                    <a:solidFill>
                      <a:srgbClr val="211D1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여린내기’라고도</a:t>
                </a:r>
                <a:endPara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  <a:buClr>
                    <a:srgbClr val="E28508"/>
                  </a:buClr>
                </a:pPr>
                <a:r>
                  <a:rPr lang="ko-KR" altLang="en-US" sz="2800" b="1" spc="-150" dirty="0">
                    <a:solidFill>
                      <a:srgbClr val="211D1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불러요</a:t>
                </a:r>
                <a:r>
                  <a:rPr lang="en-US" altLang="ko-KR" sz="2800" b="1" spc="-150" dirty="0">
                    <a:solidFill>
                      <a:srgbClr val="211D1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37F8A219-CBB6-445A-A75F-99737E4834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6250" y="1063625"/>
                <a:ext cx="138435" cy="166687"/>
              </a:xfrm>
              <a:prstGeom prst="rect">
                <a:avLst/>
              </a:prstGeom>
            </p:spPr>
          </p:pic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E1D146A-5711-462E-919C-7D0483DB05DE}"/>
                </a:ext>
              </a:extLst>
            </p:cNvPr>
            <p:cNvGrpSpPr/>
            <p:nvPr/>
          </p:nvGrpSpPr>
          <p:grpSpPr>
            <a:xfrm>
              <a:off x="2395257" y="3961319"/>
              <a:ext cx="957161" cy="450000"/>
              <a:chOff x="-859626" y="2826460"/>
              <a:chExt cx="957161" cy="450000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0CD58FF-7290-4C38-ABB0-1397335B8935}"/>
                  </a:ext>
                </a:extLst>
              </p:cNvPr>
              <p:cNvGrpSpPr/>
              <p:nvPr/>
            </p:nvGrpSpPr>
            <p:grpSpPr>
              <a:xfrm>
                <a:off x="-859626" y="2826460"/>
                <a:ext cx="451064" cy="450000"/>
                <a:chOff x="1538321" y="5182985"/>
                <a:chExt cx="451064" cy="450000"/>
              </a:xfrm>
            </p:grpSpPr>
            <p:sp>
              <p:nvSpPr>
                <p:cNvPr id="84" name="사각형: 둥근 모서리 83">
                  <a:extLst>
                    <a:ext uri="{FF2B5EF4-FFF2-40B4-BE49-F238E27FC236}">
                      <a16:creationId xmlns:a16="http://schemas.microsoft.com/office/drawing/2014/main" id="{8317CF27-F51B-4F8B-A492-4F808E549B1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38321" y="5182985"/>
                  <a:ext cx="450001" cy="450000"/>
                </a:xfrm>
                <a:prstGeom prst="roundRect">
                  <a:avLst>
                    <a:gd name="adj" fmla="val 13103"/>
                  </a:avLst>
                </a:prstGeom>
                <a:solidFill>
                  <a:schemeClr val="bg1"/>
                </a:solidFill>
                <a:ln w="19050">
                  <a:solidFill>
                    <a:srgbClr val="30ACE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95AAEA35-DE3F-42B3-8BA3-A0C89AFA10C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39384" y="5182985"/>
                  <a:ext cx="450001" cy="450000"/>
                </a:xfrm>
                <a:prstGeom prst="roundRect">
                  <a:avLst>
                    <a:gd name="adj" fmla="val 13103"/>
                  </a:avLst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3000" b="1" dirty="0" err="1">
                      <a:solidFill>
                        <a:srgbClr val="0070C0"/>
                      </a:solidFill>
                    </a:rPr>
                    <a:t>ㅇ</a:t>
                  </a:r>
                  <a:endParaRPr lang="ko-KR" altLang="en-US" sz="3000" b="1" dirty="0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6846D4ED-9375-420D-B368-5311E868D696}"/>
                  </a:ext>
                </a:extLst>
              </p:cNvPr>
              <p:cNvGrpSpPr/>
              <p:nvPr/>
            </p:nvGrpSpPr>
            <p:grpSpPr>
              <a:xfrm>
                <a:off x="-357228" y="2826460"/>
                <a:ext cx="454763" cy="450000"/>
                <a:chOff x="2040719" y="5182985"/>
                <a:chExt cx="454763" cy="450000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A0737634-A519-4F3F-AB56-8D4C7305CF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40719" y="5182985"/>
                  <a:ext cx="450001" cy="450000"/>
                </a:xfrm>
                <a:prstGeom prst="roundRect">
                  <a:avLst>
                    <a:gd name="adj" fmla="val 13103"/>
                  </a:avLst>
                </a:prstGeom>
                <a:solidFill>
                  <a:schemeClr val="bg1"/>
                </a:solidFill>
                <a:ln w="19050">
                  <a:solidFill>
                    <a:srgbClr val="30ACE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3" name="사각형: 둥근 모서리 82">
                  <a:extLst>
                    <a:ext uri="{FF2B5EF4-FFF2-40B4-BE49-F238E27FC236}">
                      <a16:creationId xmlns:a16="http://schemas.microsoft.com/office/drawing/2014/main" id="{9C51F4C6-924A-46E2-AFBB-D8C2CAFE132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45481" y="5182985"/>
                  <a:ext cx="450001" cy="450000"/>
                </a:xfrm>
                <a:prstGeom prst="roundRect">
                  <a:avLst>
                    <a:gd name="adj" fmla="val 13103"/>
                  </a:avLst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3000" b="1" dirty="0" err="1">
                      <a:solidFill>
                        <a:srgbClr val="0070C0"/>
                      </a:solidFill>
                    </a:rPr>
                    <a:t>ㄹ</a:t>
                  </a:r>
                  <a:endParaRPr lang="ko-KR" altLang="en-US" sz="3000" b="1" dirty="0">
                    <a:solidFill>
                      <a:srgbClr val="0070C0"/>
                    </a:solidFill>
                  </a:endParaRPr>
                </a:p>
              </p:txBody>
            </p:sp>
          </p:grpSp>
        </p:grp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2A89CBFD-7961-4895-B3FF-6FE7E4F67193}"/>
              </a:ext>
            </a:extLst>
          </p:cNvPr>
          <p:cNvGrpSpPr/>
          <p:nvPr/>
        </p:nvGrpSpPr>
        <p:grpSpPr>
          <a:xfrm>
            <a:off x="2365078" y="2492835"/>
            <a:ext cx="454763" cy="459525"/>
            <a:chOff x="2040719" y="5182985"/>
            <a:chExt cx="454763" cy="459525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2C73D862-9770-4295-A28D-FEBC5E7A74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40719" y="5182985"/>
              <a:ext cx="450001" cy="450000"/>
            </a:xfrm>
            <a:prstGeom prst="roundRect">
              <a:avLst>
                <a:gd name="adj" fmla="val 13103"/>
              </a:avLst>
            </a:prstGeom>
            <a:solidFill>
              <a:schemeClr val="bg1"/>
            </a:solidFill>
            <a:ln w="19050">
              <a:solidFill>
                <a:srgbClr val="30AC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D381E5DB-E31C-4514-9D73-1F04570EF1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45481" y="5192510"/>
              <a:ext cx="450001" cy="450000"/>
            </a:xfrm>
            <a:prstGeom prst="roundRect">
              <a:avLst>
                <a:gd name="adj" fmla="val 13103"/>
              </a:avLst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b="1" dirty="0">
                  <a:solidFill>
                    <a:srgbClr val="FF0000"/>
                  </a:solidFill>
                </a:rPr>
                <a:t>첫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3FD0098A-C6B5-4A41-800F-267D98D11717}"/>
              </a:ext>
            </a:extLst>
          </p:cNvPr>
          <p:cNvGrpSpPr/>
          <p:nvPr/>
        </p:nvGrpSpPr>
        <p:grpSpPr>
          <a:xfrm>
            <a:off x="4053736" y="2492456"/>
            <a:ext cx="1456442" cy="460283"/>
            <a:chOff x="4056784" y="2495504"/>
            <a:chExt cx="1456442" cy="460283"/>
          </a:xfrm>
        </p:grpSpPr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826E8A88-9FBD-411F-BD57-F559D1C6D3F6}"/>
                </a:ext>
              </a:extLst>
            </p:cNvPr>
            <p:cNvGrpSpPr/>
            <p:nvPr/>
          </p:nvGrpSpPr>
          <p:grpSpPr>
            <a:xfrm>
              <a:off x="4056784" y="2495504"/>
              <a:ext cx="451064" cy="459525"/>
              <a:chOff x="1538321" y="5182985"/>
              <a:chExt cx="451064" cy="459525"/>
            </a:xfrm>
          </p:grpSpPr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2F116942-78E1-457F-AAD5-BDE45B7165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38321" y="5182985"/>
                <a:ext cx="450001" cy="450000"/>
              </a:xfrm>
              <a:prstGeom prst="roundRect">
                <a:avLst>
                  <a:gd name="adj" fmla="val 13103"/>
                </a:avLst>
              </a:prstGeom>
              <a:solidFill>
                <a:schemeClr val="bg1"/>
              </a:solidFill>
              <a:ln w="19050">
                <a:solidFill>
                  <a:srgbClr val="30AC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6D416809-F122-42AB-BF25-F1F6F23CC4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39384" y="5192510"/>
                <a:ext cx="450001" cy="450000"/>
              </a:xfrm>
              <a:prstGeom prst="roundRect">
                <a:avLst>
                  <a:gd name="adj" fmla="val 13103"/>
                </a:avLst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3000" b="1" dirty="0">
                    <a:solidFill>
                      <a:srgbClr val="FF0000"/>
                    </a:solidFill>
                  </a:rPr>
                  <a:t>마</a:t>
                </a:r>
              </a:p>
            </p:txBody>
          </p: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5B9458D7-C541-4096-883C-AC9F13BF2883}"/>
                </a:ext>
              </a:extLst>
            </p:cNvPr>
            <p:cNvGrpSpPr/>
            <p:nvPr/>
          </p:nvGrpSpPr>
          <p:grpSpPr>
            <a:xfrm>
              <a:off x="4559182" y="2495504"/>
              <a:ext cx="454763" cy="459525"/>
              <a:chOff x="2040719" y="5182985"/>
              <a:chExt cx="454763" cy="459525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BD76FD71-EA33-49BC-BF30-BB935F0D49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40719" y="5182985"/>
                <a:ext cx="450001" cy="450000"/>
              </a:xfrm>
              <a:prstGeom prst="roundRect">
                <a:avLst>
                  <a:gd name="adj" fmla="val 13103"/>
                </a:avLst>
              </a:prstGeom>
              <a:solidFill>
                <a:schemeClr val="bg1"/>
              </a:solidFill>
              <a:ln w="19050">
                <a:solidFill>
                  <a:srgbClr val="30AC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E80E412-14BC-4F1E-B8C6-80CBE25DF7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45481" y="5192510"/>
                <a:ext cx="450001" cy="450000"/>
              </a:xfrm>
              <a:prstGeom prst="roundRect">
                <a:avLst>
                  <a:gd name="adj" fmla="val 13103"/>
                </a:avLst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3000" b="1" dirty="0">
                    <a:solidFill>
                      <a:srgbClr val="FF0000"/>
                    </a:solidFill>
                  </a:rPr>
                  <a:t>지</a:t>
                </a:r>
              </a:p>
            </p:txBody>
          </p:sp>
        </p:grp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B56EA8B7-6FE8-4A98-B793-351550AC419B}"/>
                </a:ext>
              </a:extLst>
            </p:cNvPr>
            <p:cNvGrpSpPr/>
            <p:nvPr/>
          </p:nvGrpSpPr>
          <p:grpSpPr>
            <a:xfrm>
              <a:off x="5058463" y="2496262"/>
              <a:ext cx="454763" cy="459525"/>
              <a:chOff x="2040719" y="5182985"/>
              <a:chExt cx="454763" cy="459525"/>
            </a:xfrm>
          </p:grpSpPr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07E43D4B-3F5E-46BA-BA3E-2AC9C7CE48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40719" y="5182985"/>
                <a:ext cx="450001" cy="450000"/>
              </a:xfrm>
              <a:prstGeom prst="roundRect">
                <a:avLst>
                  <a:gd name="adj" fmla="val 13103"/>
                </a:avLst>
              </a:prstGeom>
              <a:solidFill>
                <a:schemeClr val="bg1"/>
              </a:solidFill>
              <a:ln w="19050">
                <a:solidFill>
                  <a:srgbClr val="30AC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E03653CB-6BC8-4B15-9357-2C1A73903D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45481" y="5192510"/>
                <a:ext cx="450001" cy="450000"/>
              </a:xfrm>
              <a:prstGeom prst="roundRect">
                <a:avLst>
                  <a:gd name="adj" fmla="val 13103"/>
                </a:avLst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3000" b="1" dirty="0">
                    <a:solidFill>
                      <a:srgbClr val="FF0000"/>
                    </a:solidFill>
                  </a:rPr>
                  <a:t>막</a:t>
                </a:r>
              </a:p>
            </p:txBody>
          </p:sp>
        </p:grp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CCB0D6EC-E51E-466C-B770-08721C4F4AB6}"/>
              </a:ext>
            </a:extLst>
          </p:cNvPr>
          <p:cNvGrpSpPr/>
          <p:nvPr/>
        </p:nvGrpSpPr>
        <p:grpSpPr>
          <a:xfrm>
            <a:off x="2383747" y="3958271"/>
            <a:ext cx="965623" cy="459525"/>
            <a:chOff x="-868088" y="2826460"/>
            <a:chExt cx="965623" cy="459525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365E55D3-C36D-44F1-A13F-F2BF1711FD38}"/>
                </a:ext>
              </a:extLst>
            </p:cNvPr>
            <p:cNvGrpSpPr/>
            <p:nvPr/>
          </p:nvGrpSpPr>
          <p:grpSpPr>
            <a:xfrm>
              <a:off x="-868088" y="2826460"/>
              <a:ext cx="458463" cy="459525"/>
              <a:chOff x="1529859" y="5182985"/>
              <a:chExt cx="458463" cy="459525"/>
            </a:xfrm>
          </p:grpSpPr>
          <p:sp>
            <p:nvSpPr>
              <p:cNvPr id="144" name="사각형: 둥근 모서리 143">
                <a:extLst>
                  <a:ext uri="{FF2B5EF4-FFF2-40B4-BE49-F238E27FC236}">
                    <a16:creationId xmlns:a16="http://schemas.microsoft.com/office/drawing/2014/main" id="{C6AEC747-6058-4143-9D04-B11FA4FF18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38321" y="5182985"/>
                <a:ext cx="450001" cy="450000"/>
              </a:xfrm>
              <a:prstGeom prst="roundRect">
                <a:avLst>
                  <a:gd name="adj" fmla="val 13103"/>
                </a:avLst>
              </a:prstGeom>
              <a:solidFill>
                <a:schemeClr val="bg1"/>
              </a:solidFill>
              <a:ln w="19050">
                <a:solidFill>
                  <a:srgbClr val="30AC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사각형: 둥근 모서리 144">
                <a:extLst>
                  <a:ext uri="{FF2B5EF4-FFF2-40B4-BE49-F238E27FC236}">
                    <a16:creationId xmlns:a16="http://schemas.microsoft.com/office/drawing/2014/main" id="{E62D1C04-3EF0-4A91-9F98-2CB29188A7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29859" y="5192510"/>
                <a:ext cx="450001" cy="450000"/>
              </a:xfrm>
              <a:prstGeom prst="roundRect">
                <a:avLst>
                  <a:gd name="adj" fmla="val 13103"/>
                </a:avLst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3000" b="1" dirty="0">
                    <a:solidFill>
                      <a:srgbClr val="FF0000"/>
                    </a:solidFill>
                  </a:rPr>
                  <a:t>여</a:t>
                </a:r>
              </a:p>
            </p:txBody>
          </p: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90C6A51D-B413-4B36-BB72-470E4FE3FE1F}"/>
                </a:ext>
              </a:extLst>
            </p:cNvPr>
            <p:cNvGrpSpPr/>
            <p:nvPr/>
          </p:nvGrpSpPr>
          <p:grpSpPr>
            <a:xfrm>
              <a:off x="-357228" y="2826460"/>
              <a:ext cx="454763" cy="459525"/>
              <a:chOff x="2040719" y="5182985"/>
              <a:chExt cx="454763" cy="459525"/>
            </a:xfrm>
          </p:grpSpPr>
          <p:sp>
            <p:nvSpPr>
              <p:cNvPr id="142" name="사각형: 둥근 모서리 141">
                <a:extLst>
                  <a:ext uri="{FF2B5EF4-FFF2-40B4-BE49-F238E27FC236}">
                    <a16:creationId xmlns:a16="http://schemas.microsoft.com/office/drawing/2014/main" id="{97E28C49-310E-4741-8C9D-182ADE1FBF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40719" y="5182985"/>
                <a:ext cx="450001" cy="450000"/>
              </a:xfrm>
              <a:prstGeom prst="roundRect">
                <a:avLst>
                  <a:gd name="adj" fmla="val 13103"/>
                </a:avLst>
              </a:prstGeom>
              <a:solidFill>
                <a:schemeClr val="bg1"/>
              </a:solidFill>
              <a:ln w="19050">
                <a:solidFill>
                  <a:srgbClr val="30AC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사각형: 둥근 모서리 142">
                <a:extLst>
                  <a:ext uri="{FF2B5EF4-FFF2-40B4-BE49-F238E27FC236}">
                    <a16:creationId xmlns:a16="http://schemas.microsoft.com/office/drawing/2014/main" id="{822A7B86-E932-4DFF-9F3E-32088D69B5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45481" y="5192510"/>
                <a:ext cx="450001" cy="450000"/>
              </a:xfrm>
              <a:prstGeom prst="roundRect">
                <a:avLst>
                  <a:gd name="adj" fmla="val 13103"/>
                </a:avLst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3000" b="1" dirty="0">
                    <a:solidFill>
                      <a:srgbClr val="FF0000"/>
                    </a:solidFill>
                  </a:rPr>
                  <a:t>린</a:t>
                </a: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7610107-5157-6492-5A15-46FDD52A21FC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3" name="사각형: 둥근 모서리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39C35B16-C7DE-6470-84ED-9678E67F0EE5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12" action="ppaction://hlinksldjump"/>
              <a:extLst>
                <a:ext uri="{FF2B5EF4-FFF2-40B4-BE49-F238E27FC236}">
                  <a16:creationId xmlns:a16="http://schemas.microsoft.com/office/drawing/2014/main" id="{646507DF-CDE5-5D55-1C0A-BEA2D96E99CA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5" name="사각형: 둥근 모서리 4">
              <a:hlinkClick r:id="rId13" action="ppaction://hlinksldjump"/>
              <a:extLst>
                <a:ext uri="{FF2B5EF4-FFF2-40B4-BE49-F238E27FC236}">
                  <a16:creationId xmlns:a16="http://schemas.microsoft.com/office/drawing/2014/main" id="{33610F52-ADF1-A701-1CB1-1DB1344E0D18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14" action="ppaction://hlinksldjump"/>
              <a:extLst>
                <a:ext uri="{FF2B5EF4-FFF2-40B4-BE49-F238E27FC236}">
                  <a16:creationId xmlns:a16="http://schemas.microsoft.com/office/drawing/2014/main" id="{990A958C-F8DD-C4DF-61CF-52FC3585B778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9" name="사각형: 둥근 모서리 8">
              <a:hlinkClick r:id="rId15" action="ppaction://hlinksldjump"/>
              <a:extLst>
                <a:ext uri="{FF2B5EF4-FFF2-40B4-BE49-F238E27FC236}">
                  <a16:creationId xmlns:a16="http://schemas.microsoft.com/office/drawing/2014/main" id="{C0E209CC-472F-34DE-F729-7940CEB06B81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1" name="사각형: 둥근 모서리 10">
              <a:hlinkClick r:id="rId16" action="ppaction://hlinksldjump"/>
              <a:extLst>
                <a:ext uri="{FF2B5EF4-FFF2-40B4-BE49-F238E27FC236}">
                  <a16:creationId xmlns:a16="http://schemas.microsoft.com/office/drawing/2014/main" id="{1E51B05E-1417-FA84-5121-D920AD6A2AB6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2" name="사각형: 둥근 모서리 11">
              <a:hlinkClick r:id="rId17" action="ppaction://hlinksldjump"/>
              <a:extLst>
                <a:ext uri="{FF2B5EF4-FFF2-40B4-BE49-F238E27FC236}">
                  <a16:creationId xmlns:a16="http://schemas.microsoft.com/office/drawing/2014/main" id="{07CB338C-A4F4-7D92-64FE-0E2411C50863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475BA56-C3B7-DEB4-4BC7-FE1384DEB848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9B21CEC9-CE00-7940-1B0C-D34AF0A50584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30240439-B287-9978-F1C7-790029956A66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6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32" name="직사각형 31">
            <a:hlinkClick r:id="rId18" action="ppaction://hlinksldjump"/>
            <a:extLst>
              <a:ext uri="{FF2B5EF4-FFF2-40B4-BE49-F238E27FC236}">
                <a16:creationId xmlns:a16="http://schemas.microsoft.com/office/drawing/2014/main" id="{D913B9DE-36F7-911E-0CAD-58876BBF9A6E}"/>
              </a:ext>
            </a:extLst>
          </p:cNvPr>
          <p:cNvSpPr/>
          <p:nvPr/>
        </p:nvSpPr>
        <p:spPr>
          <a:xfrm>
            <a:off x="8553057" y="683300"/>
            <a:ext cx="1842569" cy="32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hlinkClick r:id="rId19" action="ppaction://hlinksldjump"/>
            <a:extLst>
              <a:ext uri="{FF2B5EF4-FFF2-40B4-BE49-F238E27FC236}">
                <a16:creationId xmlns:a16="http://schemas.microsoft.com/office/drawing/2014/main" id="{2D3CF584-2EEB-3E97-34A4-D13253F0A61A}"/>
              </a:ext>
            </a:extLst>
          </p:cNvPr>
          <p:cNvSpPr/>
          <p:nvPr/>
        </p:nvSpPr>
        <p:spPr>
          <a:xfrm>
            <a:off x="10436006" y="678566"/>
            <a:ext cx="1175807" cy="32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70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833083E-D2AE-4D0C-B163-553A1CEF64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9" y="2609438"/>
            <a:ext cx="12184691" cy="399467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B9BB28A-BC37-4F40-B3A8-3386F40DB3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2507" y="681342"/>
            <a:ext cx="3134456" cy="320400"/>
          </a:xfrm>
          <a:prstGeom prst="rect">
            <a:avLst/>
          </a:prstGeom>
        </p:spPr>
      </p:pic>
      <p:grpSp>
        <p:nvGrpSpPr>
          <p:cNvPr id="58" name="그룹 57">
            <a:extLst>
              <a:ext uri="{FF2B5EF4-FFF2-40B4-BE49-F238E27FC236}">
                <a16:creationId xmlns:a16="http://schemas.microsoft.com/office/drawing/2014/main" id="{0A841341-0093-46A3-822E-CEEB82BCED05}"/>
              </a:ext>
            </a:extLst>
          </p:cNvPr>
          <p:cNvGrpSpPr/>
          <p:nvPr/>
        </p:nvGrpSpPr>
        <p:grpSpPr>
          <a:xfrm>
            <a:off x="2293420" y="1809705"/>
            <a:ext cx="7321624" cy="2016723"/>
            <a:chOff x="3793900" y="2754730"/>
            <a:chExt cx="12578181" cy="3464628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1E5EB52-E9F4-4611-9580-AF203A15B4C8}"/>
                </a:ext>
              </a:extLst>
            </p:cNvPr>
            <p:cNvGrpSpPr/>
            <p:nvPr/>
          </p:nvGrpSpPr>
          <p:grpSpPr>
            <a:xfrm>
              <a:off x="3793900" y="2789401"/>
              <a:ext cx="5850890" cy="3429957"/>
              <a:chOff x="3793900" y="2789401"/>
              <a:chExt cx="5850890" cy="3429957"/>
            </a:xfrm>
          </p:grpSpPr>
          <p:sp>
            <p:nvSpPr>
              <p:cNvPr id="63" name="object 69">
                <a:extLst>
                  <a:ext uri="{FF2B5EF4-FFF2-40B4-BE49-F238E27FC236}">
                    <a16:creationId xmlns:a16="http://schemas.microsoft.com/office/drawing/2014/main" id="{35827A6F-5414-4A60-94F6-6A79B5CC3038}"/>
                  </a:ext>
                </a:extLst>
              </p:cNvPr>
              <p:cNvSpPr/>
              <p:nvPr/>
            </p:nvSpPr>
            <p:spPr>
              <a:xfrm>
                <a:off x="3793900" y="2789401"/>
                <a:ext cx="5850890" cy="3067685"/>
              </a:xfrm>
              <a:custGeom>
                <a:avLst/>
                <a:gdLst/>
                <a:ahLst/>
                <a:cxnLst/>
                <a:rect l="l" t="t" r="r" b="b"/>
                <a:pathLst>
                  <a:path w="5850890" h="3067685">
                    <a:moveTo>
                      <a:pt x="4803790" y="0"/>
                    </a:moveTo>
                    <a:lnTo>
                      <a:pt x="1047088" y="0"/>
                    </a:lnTo>
                    <a:lnTo>
                      <a:pt x="961534" y="3488"/>
                    </a:lnTo>
                    <a:lnTo>
                      <a:pt x="877826" y="13769"/>
                    </a:lnTo>
                    <a:lnTo>
                      <a:pt x="796238" y="30568"/>
                    </a:lnTo>
                    <a:lnTo>
                      <a:pt x="717046" y="53610"/>
                    </a:lnTo>
                    <a:lnTo>
                      <a:pt x="640523" y="82621"/>
                    </a:lnTo>
                    <a:lnTo>
                      <a:pt x="566946" y="117326"/>
                    </a:lnTo>
                    <a:lnTo>
                      <a:pt x="496588" y="157449"/>
                    </a:lnTo>
                    <a:lnTo>
                      <a:pt x="429725" y="202716"/>
                    </a:lnTo>
                    <a:lnTo>
                      <a:pt x="366631" y="252852"/>
                    </a:lnTo>
                    <a:lnTo>
                      <a:pt x="307582" y="307582"/>
                    </a:lnTo>
                    <a:lnTo>
                      <a:pt x="252852" y="366631"/>
                    </a:lnTo>
                    <a:lnTo>
                      <a:pt x="202716" y="429725"/>
                    </a:lnTo>
                    <a:lnTo>
                      <a:pt x="157449" y="496588"/>
                    </a:lnTo>
                    <a:lnTo>
                      <a:pt x="117326" y="566946"/>
                    </a:lnTo>
                    <a:lnTo>
                      <a:pt x="82621" y="640523"/>
                    </a:lnTo>
                    <a:lnTo>
                      <a:pt x="53610" y="717046"/>
                    </a:lnTo>
                    <a:lnTo>
                      <a:pt x="30568" y="796238"/>
                    </a:lnTo>
                    <a:lnTo>
                      <a:pt x="13769" y="877826"/>
                    </a:lnTo>
                    <a:lnTo>
                      <a:pt x="3488" y="961534"/>
                    </a:lnTo>
                    <a:lnTo>
                      <a:pt x="0" y="1047088"/>
                    </a:lnTo>
                    <a:lnTo>
                      <a:pt x="0" y="2020179"/>
                    </a:lnTo>
                    <a:lnTo>
                      <a:pt x="3488" y="2105733"/>
                    </a:lnTo>
                    <a:lnTo>
                      <a:pt x="13769" y="2189441"/>
                    </a:lnTo>
                    <a:lnTo>
                      <a:pt x="30568" y="2271029"/>
                    </a:lnTo>
                    <a:lnTo>
                      <a:pt x="53610" y="2350221"/>
                    </a:lnTo>
                    <a:lnTo>
                      <a:pt x="82621" y="2426744"/>
                    </a:lnTo>
                    <a:lnTo>
                      <a:pt x="117326" y="2500321"/>
                    </a:lnTo>
                    <a:lnTo>
                      <a:pt x="157449" y="2570679"/>
                    </a:lnTo>
                    <a:lnTo>
                      <a:pt x="202716" y="2637542"/>
                    </a:lnTo>
                    <a:lnTo>
                      <a:pt x="252852" y="2700636"/>
                    </a:lnTo>
                    <a:lnTo>
                      <a:pt x="307582" y="2759685"/>
                    </a:lnTo>
                    <a:lnTo>
                      <a:pt x="366631" y="2814415"/>
                    </a:lnTo>
                    <a:lnTo>
                      <a:pt x="429725" y="2864551"/>
                    </a:lnTo>
                    <a:lnTo>
                      <a:pt x="496588" y="2909818"/>
                    </a:lnTo>
                    <a:lnTo>
                      <a:pt x="566946" y="2949941"/>
                    </a:lnTo>
                    <a:lnTo>
                      <a:pt x="640523" y="2984646"/>
                    </a:lnTo>
                    <a:lnTo>
                      <a:pt x="717046" y="3013656"/>
                    </a:lnTo>
                    <a:lnTo>
                      <a:pt x="796238" y="3036699"/>
                    </a:lnTo>
                    <a:lnTo>
                      <a:pt x="877826" y="3053498"/>
                    </a:lnTo>
                    <a:lnTo>
                      <a:pt x="961534" y="3063779"/>
                    </a:lnTo>
                    <a:lnTo>
                      <a:pt x="1047088" y="3067267"/>
                    </a:lnTo>
                    <a:lnTo>
                      <a:pt x="4803790" y="3067267"/>
                    </a:lnTo>
                    <a:lnTo>
                      <a:pt x="4889344" y="3063779"/>
                    </a:lnTo>
                    <a:lnTo>
                      <a:pt x="4973052" y="3053498"/>
                    </a:lnTo>
                    <a:lnTo>
                      <a:pt x="5054640" y="3036699"/>
                    </a:lnTo>
                    <a:lnTo>
                      <a:pt x="5133833" y="3013656"/>
                    </a:lnTo>
                    <a:lnTo>
                      <a:pt x="5210355" y="2984646"/>
                    </a:lnTo>
                    <a:lnTo>
                      <a:pt x="5283933" y="2949941"/>
                    </a:lnTo>
                    <a:lnTo>
                      <a:pt x="5354291" y="2909818"/>
                    </a:lnTo>
                    <a:lnTo>
                      <a:pt x="5421154" y="2864551"/>
                    </a:lnTo>
                    <a:lnTo>
                      <a:pt x="5484247" y="2814415"/>
                    </a:lnTo>
                    <a:lnTo>
                      <a:pt x="5543297" y="2759685"/>
                    </a:lnTo>
                    <a:lnTo>
                      <a:pt x="5598027" y="2700636"/>
                    </a:lnTo>
                    <a:lnTo>
                      <a:pt x="5648163" y="2637542"/>
                    </a:lnTo>
                    <a:lnTo>
                      <a:pt x="5693430" y="2570679"/>
                    </a:lnTo>
                    <a:lnTo>
                      <a:pt x="5733553" y="2500321"/>
                    </a:lnTo>
                    <a:lnTo>
                      <a:pt x="5768257" y="2426744"/>
                    </a:lnTo>
                    <a:lnTo>
                      <a:pt x="5797268" y="2350221"/>
                    </a:lnTo>
                    <a:lnTo>
                      <a:pt x="5820311" y="2271029"/>
                    </a:lnTo>
                    <a:lnTo>
                      <a:pt x="5837110" y="2189441"/>
                    </a:lnTo>
                    <a:lnTo>
                      <a:pt x="5847391" y="2105733"/>
                    </a:lnTo>
                    <a:lnTo>
                      <a:pt x="5850879" y="2020179"/>
                    </a:lnTo>
                    <a:lnTo>
                      <a:pt x="5850879" y="1047088"/>
                    </a:lnTo>
                    <a:lnTo>
                      <a:pt x="5847391" y="961534"/>
                    </a:lnTo>
                    <a:lnTo>
                      <a:pt x="5837110" y="877826"/>
                    </a:lnTo>
                    <a:lnTo>
                      <a:pt x="5820311" y="796238"/>
                    </a:lnTo>
                    <a:lnTo>
                      <a:pt x="5797268" y="717046"/>
                    </a:lnTo>
                    <a:lnTo>
                      <a:pt x="5768257" y="640523"/>
                    </a:lnTo>
                    <a:lnTo>
                      <a:pt x="5733553" y="566946"/>
                    </a:lnTo>
                    <a:lnTo>
                      <a:pt x="5693430" y="496588"/>
                    </a:lnTo>
                    <a:lnTo>
                      <a:pt x="5648163" y="429725"/>
                    </a:lnTo>
                    <a:lnTo>
                      <a:pt x="5598027" y="366631"/>
                    </a:lnTo>
                    <a:lnTo>
                      <a:pt x="5543297" y="307582"/>
                    </a:lnTo>
                    <a:lnTo>
                      <a:pt x="5484247" y="252852"/>
                    </a:lnTo>
                    <a:lnTo>
                      <a:pt x="5421154" y="202716"/>
                    </a:lnTo>
                    <a:lnTo>
                      <a:pt x="5354291" y="157449"/>
                    </a:lnTo>
                    <a:lnTo>
                      <a:pt x="5283933" y="117326"/>
                    </a:lnTo>
                    <a:lnTo>
                      <a:pt x="5210355" y="82621"/>
                    </a:lnTo>
                    <a:lnTo>
                      <a:pt x="5133833" y="53610"/>
                    </a:lnTo>
                    <a:lnTo>
                      <a:pt x="5054640" y="30568"/>
                    </a:lnTo>
                    <a:lnTo>
                      <a:pt x="4973052" y="13769"/>
                    </a:lnTo>
                    <a:lnTo>
                      <a:pt x="4889344" y="3488"/>
                    </a:lnTo>
                    <a:lnTo>
                      <a:pt x="4803790" y="0"/>
                    </a:lnTo>
                    <a:close/>
                  </a:path>
                </a:pathLst>
              </a:custGeom>
              <a:solidFill>
                <a:srgbClr val="FCF1B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70">
                <a:extLst>
                  <a:ext uri="{FF2B5EF4-FFF2-40B4-BE49-F238E27FC236}">
                    <a16:creationId xmlns:a16="http://schemas.microsoft.com/office/drawing/2014/main" id="{5F9D2599-8B53-4BB7-A0EC-43A17B1C0F16}"/>
                  </a:ext>
                </a:extLst>
              </p:cNvPr>
              <p:cNvSpPr/>
              <p:nvPr/>
            </p:nvSpPr>
            <p:spPr>
              <a:xfrm>
                <a:off x="4941313" y="5657383"/>
                <a:ext cx="886460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886460" h="561975">
                    <a:moveTo>
                      <a:pt x="0" y="0"/>
                    </a:moveTo>
                    <a:lnTo>
                      <a:pt x="124313" y="127695"/>
                    </a:lnTo>
                    <a:lnTo>
                      <a:pt x="177845" y="182000"/>
                    </a:lnTo>
                    <a:lnTo>
                      <a:pt x="226514" y="230506"/>
                    </a:lnTo>
                    <a:lnTo>
                      <a:pt x="270985" y="273634"/>
                    </a:lnTo>
                    <a:lnTo>
                      <a:pt x="311920" y="311803"/>
                    </a:lnTo>
                    <a:lnTo>
                      <a:pt x="349987" y="345437"/>
                    </a:lnTo>
                    <a:lnTo>
                      <a:pt x="385848" y="374955"/>
                    </a:lnTo>
                    <a:lnTo>
                      <a:pt x="420168" y="400778"/>
                    </a:lnTo>
                    <a:lnTo>
                      <a:pt x="453613" y="423328"/>
                    </a:lnTo>
                    <a:lnTo>
                      <a:pt x="486846" y="443026"/>
                    </a:lnTo>
                    <a:lnTo>
                      <a:pt x="555335" y="475550"/>
                    </a:lnTo>
                    <a:lnTo>
                      <a:pt x="591921" y="489218"/>
                    </a:lnTo>
                    <a:lnTo>
                      <a:pt x="630954" y="501718"/>
                    </a:lnTo>
                    <a:lnTo>
                      <a:pt x="673097" y="513471"/>
                    </a:lnTo>
                    <a:lnTo>
                      <a:pt x="719017" y="524899"/>
                    </a:lnTo>
                    <a:lnTo>
                      <a:pt x="769377" y="536422"/>
                    </a:lnTo>
                    <a:lnTo>
                      <a:pt x="886077" y="561438"/>
                    </a:lnTo>
                    <a:lnTo>
                      <a:pt x="875762" y="554216"/>
                    </a:lnTo>
                    <a:lnTo>
                      <a:pt x="866345" y="547354"/>
                    </a:lnTo>
                    <a:lnTo>
                      <a:pt x="833995" y="515639"/>
                    </a:lnTo>
                    <a:lnTo>
                      <a:pt x="810173" y="476355"/>
                    </a:lnTo>
                    <a:lnTo>
                      <a:pt x="791746" y="436886"/>
                    </a:lnTo>
                    <a:lnTo>
                      <a:pt x="769569" y="383121"/>
                    </a:lnTo>
                    <a:lnTo>
                      <a:pt x="742132" y="311803"/>
                    </a:lnTo>
                    <a:lnTo>
                      <a:pt x="726058" y="268785"/>
                    </a:lnTo>
                    <a:lnTo>
                      <a:pt x="708088" y="220116"/>
                    </a:lnTo>
                    <a:lnTo>
                      <a:pt x="688078" y="165513"/>
                    </a:lnTo>
                    <a:lnTo>
                      <a:pt x="641205" y="369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1B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743C8E0B-6650-4620-A365-6FE04DAE1366}"/>
                </a:ext>
              </a:extLst>
            </p:cNvPr>
            <p:cNvGrpSpPr/>
            <p:nvPr/>
          </p:nvGrpSpPr>
          <p:grpSpPr>
            <a:xfrm>
              <a:off x="10206866" y="2754730"/>
              <a:ext cx="6165215" cy="3464628"/>
              <a:chOff x="10206866" y="2754730"/>
              <a:chExt cx="6165215" cy="3464628"/>
            </a:xfrm>
          </p:grpSpPr>
          <p:sp>
            <p:nvSpPr>
              <p:cNvPr id="61" name="object 72">
                <a:extLst>
                  <a:ext uri="{FF2B5EF4-FFF2-40B4-BE49-F238E27FC236}">
                    <a16:creationId xmlns:a16="http://schemas.microsoft.com/office/drawing/2014/main" id="{9E7931DB-64D9-489B-AB35-F76F292068FD}"/>
                  </a:ext>
                </a:extLst>
              </p:cNvPr>
              <p:cNvSpPr/>
              <p:nvPr/>
            </p:nvSpPr>
            <p:spPr>
              <a:xfrm>
                <a:off x="10206866" y="2754730"/>
                <a:ext cx="6165215" cy="3067685"/>
              </a:xfrm>
              <a:custGeom>
                <a:avLst/>
                <a:gdLst/>
                <a:ahLst/>
                <a:cxnLst/>
                <a:rect l="l" t="t" r="r" b="b"/>
                <a:pathLst>
                  <a:path w="6165215" h="3067685">
                    <a:moveTo>
                      <a:pt x="5117917" y="0"/>
                    </a:moveTo>
                    <a:lnTo>
                      <a:pt x="1047088" y="0"/>
                    </a:lnTo>
                    <a:lnTo>
                      <a:pt x="961534" y="3488"/>
                    </a:lnTo>
                    <a:lnTo>
                      <a:pt x="877826" y="13769"/>
                    </a:lnTo>
                    <a:lnTo>
                      <a:pt x="796238" y="30568"/>
                    </a:lnTo>
                    <a:lnTo>
                      <a:pt x="717046" y="53610"/>
                    </a:lnTo>
                    <a:lnTo>
                      <a:pt x="640523" y="82621"/>
                    </a:lnTo>
                    <a:lnTo>
                      <a:pt x="566946" y="117326"/>
                    </a:lnTo>
                    <a:lnTo>
                      <a:pt x="496588" y="157449"/>
                    </a:lnTo>
                    <a:lnTo>
                      <a:pt x="429725" y="202716"/>
                    </a:lnTo>
                    <a:lnTo>
                      <a:pt x="366631" y="252852"/>
                    </a:lnTo>
                    <a:lnTo>
                      <a:pt x="307582" y="307582"/>
                    </a:lnTo>
                    <a:lnTo>
                      <a:pt x="252852" y="366631"/>
                    </a:lnTo>
                    <a:lnTo>
                      <a:pt x="202716" y="429725"/>
                    </a:lnTo>
                    <a:lnTo>
                      <a:pt x="157449" y="496588"/>
                    </a:lnTo>
                    <a:lnTo>
                      <a:pt x="117326" y="566946"/>
                    </a:lnTo>
                    <a:lnTo>
                      <a:pt x="82621" y="640523"/>
                    </a:lnTo>
                    <a:lnTo>
                      <a:pt x="53610" y="717046"/>
                    </a:lnTo>
                    <a:lnTo>
                      <a:pt x="30568" y="796238"/>
                    </a:lnTo>
                    <a:lnTo>
                      <a:pt x="13769" y="877826"/>
                    </a:lnTo>
                    <a:lnTo>
                      <a:pt x="3488" y="961534"/>
                    </a:lnTo>
                    <a:lnTo>
                      <a:pt x="0" y="1047088"/>
                    </a:lnTo>
                    <a:lnTo>
                      <a:pt x="0" y="2020179"/>
                    </a:lnTo>
                    <a:lnTo>
                      <a:pt x="3488" y="2105733"/>
                    </a:lnTo>
                    <a:lnTo>
                      <a:pt x="13769" y="2189441"/>
                    </a:lnTo>
                    <a:lnTo>
                      <a:pt x="30568" y="2271029"/>
                    </a:lnTo>
                    <a:lnTo>
                      <a:pt x="53610" y="2350221"/>
                    </a:lnTo>
                    <a:lnTo>
                      <a:pt x="82621" y="2426744"/>
                    </a:lnTo>
                    <a:lnTo>
                      <a:pt x="117326" y="2500321"/>
                    </a:lnTo>
                    <a:lnTo>
                      <a:pt x="157449" y="2570679"/>
                    </a:lnTo>
                    <a:lnTo>
                      <a:pt x="202716" y="2637542"/>
                    </a:lnTo>
                    <a:lnTo>
                      <a:pt x="252852" y="2700636"/>
                    </a:lnTo>
                    <a:lnTo>
                      <a:pt x="307582" y="2759685"/>
                    </a:lnTo>
                    <a:lnTo>
                      <a:pt x="366631" y="2814415"/>
                    </a:lnTo>
                    <a:lnTo>
                      <a:pt x="429725" y="2864551"/>
                    </a:lnTo>
                    <a:lnTo>
                      <a:pt x="496588" y="2909818"/>
                    </a:lnTo>
                    <a:lnTo>
                      <a:pt x="566946" y="2949941"/>
                    </a:lnTo>
                    <a:lnTo>
                      <a:pt x="640523" y="2984646"/>
                    </a:lnTo>
                    <a:lnTo>
                      <a:pt x="717046" y="3013656"/>
                    </a:lnTo>
                    <a:lnTo>
                      <a:pt x="796238" y="3036699"/>
                    </a:lnTo>
                    <a:lnTo>
                      <a:pt x="877826" y="3053498"/>
                    </a:lnTo>
                    <a:lnTo>
                      <a:pt x="961534" y="3063779"/>
                    </a:lnTo>
                    <a:lnTo>
                      <a:pt x="1047088" y="3067267"/>
                    </a:lnTo>
                    <a:lnTo>
                      <a:pt x="5117917" y="3067267"/>
                    </a:lnTo>
                    <a:lnTo>
                      <a:pt x="5203471" y="3063779"/>
                    </a:lnTo>
                    <a:lnTo>
                      <a:pt x="5287179" y="3053498"/>
                    </a:lnTo>
                    <a:lnTo>
                      <a:pt x="5368767" y="3036699"/>
                    </a:lnTo>
                    <a:lnTo>
                      <a:pt x="5447959" y="3013656"/>
                    </a:lnTo>
                    <a:lnTo>
                      <a:pt x="5524482" y="2984646"/>
                    </a:lnTo>
                    <a:lnTo>
                      <a:pt x="5598059" y="2949941"/>
                    </a:lnTo>
                    <a:lnTo>
                      <a:pt x="5668417" y="2909818"/>
                    </a:lnTo>
                    <a:lnTo>
                      <a:pt x="5735280" y="2864551"/>
                    </a:lnTo>
                    <a:lnTo>
                      <a:pt x="5798374" y="2814415"/>
                    </a:lnTo>
                    <a:lnTo>
                      <a:pt x="5857423" y="2759685"/>
                    </a:lnTo>
                    <a:lnTo>
                      <a:pt x="5912153" y="2700636"/>
                    </a:lnTo>
                    <a:lnTo>
                      <a:pt x="5962289" y="2637542"/>
                    </a:lnTo>
                    <a:lnTo>
                      <a:pt x="6007556" y="2570679"/>
                    </a:lnTo>
                    <a:lnTo>
                      <a:pt x="6047679" y="2500321"/>
                    </a:lnTo>
                    <a:lnTo>
                      <a:pt x="6082384" y="2426744"/>
                    </a:lnTo>
                    <a:lnTo>
                      <a:pt x="6111395" y="2350221"/>
                    </a:lnTo>
                    <a:lnTo>
                      <a:pt x="6134437" y="2271029"/>
                    </a:lnTo>
                    <a:lnTo>
                      <a:pt x="6151236" y="2189441"/>
                    </a:lnTo>
                    <a:lnTo>
                      <a:pt x="6161517" y="2105733"/>
                    </a:lnTo>
                    <a:lnTo>
                      <a:pt x="6165006" y="2020179"/>
                    </a:lnTo>
                    <a:lnTo>
                      <a:pt x="6165006" y="1047088"/>
                    </a:lnTo>
                    <a:lnTo>
                      <a:pt x="6161517" y="961534"/>
                    </a:lnTo>
                    <a:lnTo>
                      <a:pt x="6151236" y="877826"/>
                    </a:lnTo>
                    <a:lnTo>
                      <a:pt x="6134437" y="796238"/>
                    </a:lnTo>
                    <a:lnTo>
                      <a:pt x="6111395" y="717046"/>
                    </a:lnTo>
                    <a:lnTo>
                      <a:pt x="6082384" y="640523"/>
                    </a:lnTo>
                    <a:lnTo>
                      <a:pt x="6047679" y="566946"/>
                    </a:lnTo>
                    <a:lnTo>
                      <a:pt x="6007556" y="496588"/>
                    </a:lnTo>
                    <a:lnTo>
                      <a:pt x="5962289" y="429725"/>
                    </a:lnTo>
                    <a:lnTo>
                      <a:pt x="5912153" y="366631"/>
                    </a:lnTo>
                    <a:lnTo>
                      <a:pt x="5857423" y="307582"/>
                    </a:lnTo>
                    <a:lnTo>
                      <a:pt x="5798374" y="252852"/>
                    </a:lnTo>
                    <a:lnTo>
                      <a:pt x="5735280" y="202716"/>
                    </a:lnTo>
                    <a:lnTo>
                      <a:pt x="5668417" y="157449"/>
                    </a:lnTo>
                    <a:lnTo>
                      <a:pt x="5598059" y="117326"/>
                    </a:lnTo>
                    <a:lnTo>
                      <a:pt x="5524482" y="82621"/>
                    </a:lnTo>
                    <a:lnTo>
                      <a:pt x="5447959" y="53610"/>
                    </a:lnTo>
                    <a:lnTo>
                      <a:pt x="5368767" y="30568"/>
                    </a:lnTo>
                    <a:lnTo>
                      <a:pt x="5287179" y="13769"/>
                    </a:lnTo>
                    <a:lnTo>
                      <a:pt x="5203471" y="3488"/>
                    </a:lnTo>
                    <a:lnTo>
                      <a:pt x="5117917" y="0"/>
                    </a:lnTo>
                    <a:close/>
                  </a:path>
                </a:pathLst>
              </a:custGeom>
              <a:solidFill>
                <a:srgbClr val="F9ECE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73">
                <a:extLst>
                  <a:ext uri="{FF2B5EF4-FFF2-40B4-BE49-F238E27FC236}">
                    <a16:creationId xmlns:a16="http://schemas.microsoft.com/office/drawing/2014/main" id="{E5AB05D5-3EB1-4D4A-8CC3-4DB63D403F64}"/>
                  </a:ext>
                </a:extLst>
              </p:cNvPr>
              <p:cNvSpPr/>
              <p:nvPr/>
            </p:nvSpPr>
            <p:spPr>
              <a:xfrm>
                <a:off x="12497592" y="5657383"/>
                <a:ext cx="886460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886459" h="561975">
                    <a:moveTo>
                      <a:pt x="886077" y="0"/>
                    </a:moveTo>
                    <a:lnTo>
                      <a:pt x="244872" y="36930"/>
                    </a:lnTo>
                    <a:lnTo>
                      <a:pt x="197999" y="165513"/>
                    </a:lnTo>
                    <a:lnTo>
                      <a:pt x="177989" y="220116"/>
                    </a:lnTo>
                    <a:lnTo>
                      <a:pt x="160018" y="268785"/>
                    </a:lnTo>
                    <a:lnTo>
                      <a:pt x="143904" y="311913"/>
                    </a:lnTo>
                    <a:lnTo>
                      <a:pt x="129461" y="349894"/>
                    </a:lnTo>
                    <a:lnTo>
                      <a:pt x="104858" y="411987"/>
                    </a:lnTo>
                    <a:lnTo>
                      <a:pt x="84740" y="458211"/>
                    </a:lnTo>
                    <a:lnTo>
                      <a:pt x="59758" y="504676"/>
                    </a:lnTo>
                    <a:lnTo>
                      <a:pt x="28433" y="540459"/>
                    </a:lnTo>
                    <a:lnTo>
                      <a:pt x="0" y="561438"/>
                    </a:lnTo>
                    <a:lnTo>
                      <a:pt x="116699" y="536422"/>
                    </a:lnTo>
                    <a:lnTo>
                      <a:pt x="167059" y="524899"/>
                    </a:lnTo>
                    <a:lnTo>
                      <a:pt x="212979" y="513471"/>
                    </a:lnTo>
                    <a:lnTo>
                      <a:pt x="255123" y="501718"/>
                    </a:lnTo>
                    <a:lnTo>
                      <a:pt x="294156" y="489218"/>
                    </a:lnTo>
                    <a:lnTo>
                      <a:pt x="330742" y="475550"/>
                    </a:lnTo>
                    <a:lnTo>
                      <a:pt x="399231" y="443026"/>
                    </a:lnTo>
                    <a:lnTo>
                      <a:pt x="432464" y="423328"/>
                    </a:lnTo>
                    <a:lnTo>
                      <a:pt x="465908" y="400778"/>
                    </a:lnTo>
                    <a:lnTo>
                      <a:pt x="500229" y="374955"/>
                    </a:lnTo>
                    <a:lnTo>
                      <a:pt x="536090" y="345437"/>
                    </a:lnTo>
                    <a:lnTo>
                      <a:pt x="574156" y="311803"/>
                    </a:lnTo>
                    <a:lnTo>
                      <a:pt x="615092" y="273634"/>
                    </a:lnTo>
                    <a:lnTo>
                      <a:pt x="659562" y="230506"/>
                    </a:lnTo>
                    <a:lnTo>
                      <a:pt x="708231" y="182000"/>
                    </a:lnTo>
                    <a:lnTo>
                      <a:pt x="761764" y="127695"/>
                    </a:lnTo>
                    <a:lnTo>
                      <a:pt x="886077" y="0"/>
                    </a:lnTo>
                    <a:close/>
                  </a:path>
                </a:pathLst>
              </a:custGeom>
              <a:solidFill>
                <a:srgbClr val="F9ECE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2EE58AB0-0404-4E93-A50F-FE3AF5D201E8}"/>
              </a:ext>
            </a:extLst>
          </p:cNvPr>
          <p:cNvSpPr txBox="1"/>
          <p:nvPr/>
        </p:nvSpPr>
        <p:spPr>
          <a:xfrm>
            <a:off x="116385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 err="1">
                <a:latin typeface="맑은 고딕" panose="020B0503020000020004" pitchFamily="50" charset="-127"/>
              </a:rPr>
              <a:t>못갖춘마디에</a:t>
            </a:r>
            <a:r>
              <a:rPr lang="ko-KR" altLang="en-US" sz="3200" b="1" spc="-150" dirty="0">
                <a:latin typeface="맑은 고딕" panose="020B0503020000020004" pitchFamily="50" charset="-127"/>
              </a:rPr>
              <a:t> 유의하여 노래 불러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13EC0B59-13BC-4130-AB68-6E43327BEB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92" y="0"/>
            <a:ext cx="1043302" cy="964305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A90F4F29-D3D2-4961-BFF0-29DF7EAD22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3056246" y="538163"/>
            <a:ext cx="303792" cy="29631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24FC105-6101-4948-BD5D-839163C1377E}"/>
              </a:ext>
            </a:extLst>
          </p:cNvPr>
          <p:cNvSpPr txBox="1"/>
          <p:nvPr/>
        </p:nvSpPr>
        <p:spPr>
          <a:xfrm>
            <a:off x="2360839" y="2046857"/>
            <a:ext cx="3257317" cy="136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ko-KR" altLang="en-US" sz="24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약박으로</a:t>
            </a:r>
            <a:r>
              <a: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시작하는 </a:t>
            </a:r>
            <a:endParaRPr lang="en-US" altLang="ko-KR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9000"/>
              </a:lnSpc>
            </a:pPr>
            <a:r>
              <a:rPr lang="ko-KR" altLang="en-US" sz="24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못갖춘마디의</a:t>
            </a:r>
            <a:r>
              <a: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느낌을 </a:t>
            </a:r>
            <a:endParaRPr lang="en-US" altLang="ko-KR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살려 노래 불러 보아요</a:t>
            </a:r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855B95-2F32-4F1F-AC96-4E9715520DAF}"/>
              </a:ext>
            </a:extLst>
          </p:cNvPr>
          <p:cNvSpPr txBox="1"/>
          <p:nvPr/>
        </p:nvSpPr>
        <p:spPr>
          <a:xfrm>
            <a:off x="6235195" y="2046857"/>
            <a:ext cx="3257317" cy="136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마디 단위로 반복되는 부분을 악보에 표시하고 노래 불러 보아요</a:t>
            </a:r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34BB22A-A7B7-583A-B695-B595C90DA8AE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3" name="사각형: 둥근 모서리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F93B8DD2-107D-9A67-3359-A2EA20924F93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12" action="ppaction://hlinksldjump"/>
              <a:extLst>
                <a:ext uri="{FF2B5EF4-FFF2-40B4-BE49-F238E27FC236}">
                  <a16:creationId xmlns:a16="http://schemas.microsoft.com/office/drawing/2014/main" id="{542014CF-A9B3-AA4A-536B-B89DE019AB1B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13" action="ppaction://hlinksldjump"/>
              <a:extLst>
                <a:ext uri="{FF2B5EF4-FFF2-40B4-BE49-F238E27FC236}">
                  <a16:creationId xmlns:a16="http://schemas.microsoft.com/office/drawing/2014/main" id="{E30D94CC-E224-9362-9716-F1C09448AB9C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14" action="ppaction://hlinksldjump"/>
              <a:extLst>
                <a:ext uri="{FF2B5EF4-FFF2-40B4-BE49-F238E27FC236}">
                  <a16:creationId xmlns:a16="http://schemas.microsoft.com/office/drawing/2014/main" id="{0DB9597A-6D05-4414-DE6F-3902A1881918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8" name="사각형: 둥근 모서리 7">
              <a:hlinkClick r:id="rId15" action="ppaction://hlinksldjump"/>
              <a:extLst>
                <a:ext uri="{FF2B5EF4-FFF2-40B4-BE49-F238E27FC236}">
                  <a16:creationId xmlns:a16="http://schemas.microsoft.com/office/drawing/2014/main" id="{79DB1726-41FD-EC00-5A05-C0C99E27CAE4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9" name="사각형: 둥근 모서리 8">
              <a:hlinkClick r:id="rId16" action="ppaction://hlinksldjump"/>
              <a:extLst>
                <a:ext uri="{FF2B5EF4-FFF2-40B4-BE49-F238E27FC236}">
                  <a16:creationId xmlns:a16="http://schemas.microsoft.com/office/drawing/2014/main" id="{ED7CE579-1B46-C0D8-FFBB-19898F184398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0" name="사각형: 둥근 모서리 9">
              <a:hlinkClick r:id="rId17" action="ppaction://hlinksldjump"/>
              <a:extLst>
                <a:ext uri="{FF2B5EF4-FFF2-40B4-BE49-F238E27FC236}">
                  <a16:creationId xmlns:a16="http://schemas.microsoft.com/office/drawing/2014/main" id="{81F24943-7702-5482-9EF2-AF59C2CFCFBC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F6C7B1F-3218-FB3D-9722-451177EDCDDD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444C0325-35E4-1C01-E48F-2CDF5DA386D4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0EF1AAFB-0363-0493-4570-C4F89125A343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6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EB2750C-DC0B-2DFB-0A7A-BB78DE8A1EBE}"/>
              </a:ext>
            </a:extLst>
          </p:cNvPr>
          <p:cNvSpPr txBox="1"/>
          <p:nvPr/>
        </p:nvSpPr>
        <p:spPr>
          <a:xfrm>
            <a:off x="10388237" y="1689214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B050"/>
                </a:solidFill>
              </a:rPr>
              <a:t>반주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9644A7-CCB3-201A-1EF6-AC029EC9165E}"/>
              </a:ext>
            </a:extLst>
          </p:cNvPr>
          <p:cNvSpPr txBox="1"/>
          <p:nvPr/>
        </p:nvSpPr>
        <p:spPr>
          <a:xfrm>
            <a:off x="9615044" y="1689214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노래</a:t>
            </a:r>
          </a:p>
        </p:txBody>
      </p:sp>
      <p:pic>
        <p:nvPicPr>
          <p:cNvPr id="16" name="4-2-2-01 내가 제일 좋아하는 말(학생 창)">
            <a:hlinkClick r:id="" action="ppaction://media"/>
            <a:extLst>
              <a:ext uri="{FF2B5EF4-FFF2-40B4-BE49-F238E27FC236}">
                <a16:creationId xmlns:a16="http://schemas.microsoft.com/office/drawing/2014/main" id="{BF23512D-732D-F34F-FB9E-6FB6AA50F0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9683325" y="1067400"/>
            <a:ext cx="609600" cy="609600"/>
          </a:xfrm>
          <a:prstGeom prst="rect">
            <a:avLst/>
          </a:prstGeom>
        </p:spPr>
      </p:pic>
      <p:pic>
        <p:nvPicPr>
          <p:cNvPr id="17" name="4-2-2-02 내가 제일 좋아하는 말(반주)">
            <a:hlinkClick r:id="" action="ppaction://media"/>
            <a:extLst>
              <a:ext uri="{FF2B5EF4-FFF2-40B4-BE49-F238E27FC236}">
                <a16:creationId xmlns:a16="http://schemas.microsoft.com/office/drawing/2014/main" id="{EFF61C37-F119-5DCF-C1D2-F2D1D9F95A5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0456518" y="1076936"/>
            <a:ext cx="609600" cy="609600"/>
          </a:xfrm>
          <a:prstGeom prst="rect">
            <a:avLst/>
          </a:prstGeom>
        </p:spPr>
      </p:pic>
      <p:sp>
        <p:nvSpPr>
          <p:cNvPr id="18" name="직사각형 17">
            <a:hlinkClick r:id="rId19" action="ppaction://hlinksldjump"/>
            <a:extLst>
              <a:ext uri="{FF2B5EF4-FFF2-40B4-BE49-F238E27FC236}">
                <a16:creationId xmlns:a16="http://schemas.microsoft.com/office/drawing/2014/main" id="{34C57F1D-521A-FF6C-C4E6-52D50472454B}"/>
              </a:ext>
            </a:extLst>
          </p:cNvPr>
          <p:cNvSpPr/>
          <p:nvPr/>
        </p:nvSpPr>
        <p:spPr>
          <a:xfrm>
            <a:off x="8553057" y="683300"/>
            <a:ext cx="1842569" cy="32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hlinkClick r:id="rId20" action="ppaction://hlinksldjump"/>
            <a:extLst>
              <a:ext uri="{FF2B5EF4-FFF2-40B4-BE49-F238E27FC236}">
                <a16:creationId xmlns:a16="http://schemas.microsoft.com/office/drawing/2014/main" id="{ABA11B4F-16A8-8E02-D9D0-315B256BBD3B}"/>
              </a:ext>
            </a:extLst>
          </p:cNvPr>
          <p:cNvSpPr/>
          <p:nvPr/>
        </p:nvSpPr>
        <p:spPr>
          <a:xfrm>
            <a:off x="10436006" y="678566"/>
            <a:ext cx="1175807" cy="32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95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544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554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 err="1">
                <a:latin typeface="맑은 고딕" panose="020B0503020000020004" pitchFamily="50" charset="-127"/>
              </a:rPr>
              <a:t>셈여림을</a:t>
            </a:r>
            <a:r>
              <a:rPr lang="ko-KR" altLang="en-US" sz="3200" b="1" spc="-150" dirty="0">
                <a:latin typeface="맑은 고딕" panose="020B0503020000020004" pitchFamily="50" charset="-127"/>
              </a:rPr>
              <a:t> 살려 노래 불러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BB101C4-3851-4891-A45E-0D0B3FA08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95" y="-807"/>
            <a:ext cx="1044000" cy="954514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644950F5-6622-4F1C-9C45-4AE2270FFA14}"/>
              </a:ext>
            </a:extLst>
          </p:cNvPr>
          <p:cNvGrpSpPr/>
          <p:nvPr/>
        </p:nvGrpSpPr>
        <p:grpSpPr>
          <a:xfrm>
            <a:off x="1316250" y="1050193"/>
            <a:ext cx="10618318" cy="668148"/>
            <a:chOff x="1316250" y="770793"/>
            <a:chExt cx="10618318" cy="66814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445B8C-6A7E-4188-98A7-DA3FE966A748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</a:rPr>
                <a:t>셈여림표의 이름과 뜻을 알아보아요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</a:rPr>
                <a:t>.</a:t>
              </a:r>
              <a:endParaRPr lang="en-US" altLang="ko-KR" sz="2800" b="1" spc="-150" dirty="0">
                <a:solidFill>
                  <a:srgbClr val="211D1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423B6F4-081E-41E4-93DE-F01A2DDD1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F0B13447-F99B-4239-A4D0-A16860A3B5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4718"/>
          <a:stretch/>
        </p:blipFill>
        <p:spPr>
          <a:xfrm>
            <a:off x="421993" y="2195948"/>
            <a:ext cx="8557335" cy="3968138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A01949-679C-45A5-B183-FEC11F1425A2}"/>
              </a:ext>
            </a:extLst>
          </p:cNvPr>
          <p:cNvGrpSpPr/>
          <p:nvPr/>
        </p:nvGrpSpPr>
        <p:grpSpPr>
          <a:xfrm>
            <a:off x="10074572" y="2198751"/>
            <a:ext cx="1674798" cy="3965335"/>
            <a:chOff x="8229933" y="2273672"/>
            <a:chExt cx="1674798" cy="3965335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A33F2819-D204-4DEE-AB38-9E450481BC0A}"/>
                </a:ext>
              </a:extLst>
            </p:cNvPr>
            <p:cNvGrpSpPr/>
            <p:nvPr/>
          </p:nvGrpSpPr>
          <p:grpSpPr>
            <a:xfrm>
              <a:off x="8229933" y="2273672"/>
              <a:ext cx="1674798" cy="3965335"/>
              <a:chOff x="16394669" y="3361156"/>
              <a:chExt cx="2618108" cy="6198764"/>
            </a:xfrm>
          </p:grpSpPr>
          <p:sp>
            <p:nvSpPr>
              <p:cNvPr id="65" name="object 36">
                <a:extLst>
                  <a:ext uri="{FF2B5EF4-FFF2-40B4-BE49-F238E27FC236}">
                    <a16:creationId xmlns:a16="http://schemas.microsoft.com/office/drawing/2014/main" id="{A4CFBED7-746B-49E8-9438-674633650AD9}"/>
                  </a:ext>
                </a:extLst>
              </p:cNvPr>
              <p:cNvSpPr/>
              <p:nvPr/>
            </p:nvSpPr>
            <p:spPr>
              <a:xfrm>
                <a:off x="16394672" y="3664581"/>
                <a:ext cx="2618105" cy="5895339"/>
              </a:xfrm>
              <a:custGeom>
                <a:avLst/>
                <a:gdLst/>
                <a:ahLst/>
                <a:cxnLst/>
                <a:rect l="l" t="t" r="r" b="b"/>
                <a:pathLst>
                  <a:path w="2618105" h="5895340">
                    <a:moveTo>
                      <a:pt x="1780050" y="0"/>
                    </a:moveTo>
                    <a:lnTo>
                      <a:pt x="837670" y="0"/>
                    </a:lnTo>
                    <a:lnTo>
                      <a:pt x="769227" y="2790"/>
                    </a:lnTo>
                    <a:lnTo>
                      <a:pt x="702261" y="11015"/>
                    </a:lnTo>
                    <a:lnTo>
                      <a:pt x="636991" y="24454"/>
                    </a:lnTo>
                    <a:lnTo>
                      <a:pt x="573636" y="42888"/>
                    </a:lnTo>
                    <a:lnTo>
                      <a:pt x="512418" y="66097"/>
                    </a:lnTo>
                    <a:lnTo>
                      <a:pt x="453556" y="93861"/>
                    </a:lnTo>
                    <a:lnTo>
                      <a:pt x="397270" y="125959"/>
                    </a:lnTo>
                    <a:lnTo>
                      <a:pt x="343780" y="162173"/>
                    </a:lnTo>
                    <a:lnTo>
                      <a:pt x="293305" y="202281"/>
                    </a:lnTo>
                    <a:lnTo>
                      <a:pt x="246065" y="246065"/>
                    </a:lnTo>
                    <a:lnTo>
                      <a:pt x="202281" y="293305"/>
                    </a:lnTo>
                    <a:lnTo>
                      <a:pt x="162173" y="343780"/>
                    </a:lnTo>
                    <a:lnTo>
                      <a:pt x="125959" y="397270"/>
                    </a:lnTo>
                    <a:lnTo>
                      <a:pt x="93861" y="453556"/>
                    </a:lnTo>
                    <a:lnTo>
                      <a:pt x="66097" y="512418"/>
                    </a:lnTo>
                    <a:lnTo>
                      <a:pt x="42888" y="573636"/>
                    </a:lnTo>
                    <a:lnTo>
                      <a:pt x="24454" y="636991"/>
                    </a:lnTo>
                    <a:lnTo>
                      <a:pt x="11015" y="702261"/>
                    </a:lnTo>
                    <a:lnTo>
                      <a:pt x="2790" y="769227"/>
                    </a:lnTo>
                    <a:lnTo>
                      <a:pt x="0" y="837670"/>
                    </a:lnTo>
                    <a:lnTo>
                      <a:pt x="0" y="5057667"/>
                    </a:lnTo>
                    <a:lnTo>
                      <a:pt x="2790" y="5126110"/>
                    </a:lnTo>
                    <a:lnTo>
                      <a:pt x="11015" y="5193077"/>
                    </a:lnTo>
                    <a:lnTo>
                      <a:pt x="24454" y="5258347"/>
                    </a:lnTo>
                    <a:lnTo>
                      <a:pt x="42888" y="5321701"/>
                    </a:lnTo>
                    <a:lnTo>
                      <a:pt x="66097" y="5382919"/>
                    </a:lnTo>
                    <a:lnTo>
                      <a:pt x="93861" y="5441781"/>
                    </a:lnTo>
                    <a:lnTo>
                      <a:pt x="125959" y="5498068"/>
                    </a:lnTo>
                    <a:lnTo>
                      <a:pt x="162173" y="5551558"/>
                    </a:lnTo>
                    <a:lnTo>
                      <a:pt x="202281" y="5602033"/>
                    </a:lnTo>
                    <a:lnTo>
                      <a:pt x="246065" y="5649273"/>
                    </a:lnTo>
                    <a:lnTo>
                      <a:pt x="293305" y="5693057"/>
                    </a:lnTo>
                    <a:lnTo>
                      <a:pt x="343780" y="5733165"/>
                    </a:lnTo>
                    <a:lnTo>
                      <a:pt x="397270" y="5769379"/>
                    </a:lnTo>
                    <a:lnTo>
                      <a:pt x="453556" y="5801477"/>
                    </a:lnTo>
                    <a:lnTo>
                      <a:pt x="512418" y="5829241"/>
                    </a:lnTo>
                    <a:lnTo>
                      <a:pt x="573636" y="5852450"/>
                    </a:lnTo>
                    <a:lnTo>
                      <a:pt x="636991" y="5870884"/>
                    </a:lnTo>
                    <a:lnTo>
                      <a:pt x="702261" y="5884323"/>
                    </a:lnTo>
                    <a:lnTo>
                      <a:pt x="769227" y="5892548"/>
                    </a:lnTo>
                    <a:lnTo>
                      <a:pt x="837670" y="5895338"/>
                    </a:lnTo>
                    <a:lnTo>
                      <a:pt x="1780050" y="5895338"/>
                    </a:lnTo>
                    <a:lnTo>
                      <a:pt x="1848493" y="5892548"/>
                    </a:lnTo>
                    <a:lnTo>
                      <a:pt x="1915460" y="5884323"/>
                    </a:lnTo>
                    <a:lnTo>
                      <a:pt x="1980730" y="5870884"/>
                    </a:lnTo>
                    <a:lnTo>
                      <a:pt x="2044084" y="5852450"/>
                    </a:lnTo>
                    <a:lnTo>
                      <a:pt x="2105302" y="5829241"/>
                    </a:lnTo>
                    <a:lnTo>
                      <a:pt x="2164164" y="5801477"/>
                    </a:lnTo>
                    <a:lnTo>
                      <a:pt x="2220450" y="5769379"/>
                    </a:lnTo>
                    <a:lnTo>
                      <a:pt x="2273941" y="5733165"/>
                    </a:lnTo>
                    <a:lnTo>
                      <a:pt x="2324416" y="5693057"/>
                    </a:lnTo>
                    <a:lnTo>
                      <a:pt x="2371655" y="5649273"/>
                    </a:lnTo>
                    <a:lnTo>
                      <a:pt x="2415439" y="5602033"/>
                    </a:lnTo>
                    <a:lnTo>
                      <a:pt x="2455548" y="5551558"/>
                    </a:lnTo>
                    <a:lnTo>
                      <a:pt x="2491761" y="5498068"/>
                    </a:lnTo>
                    <a:lnTo>
                      <a:pt x="2523860" y="5441781"/>
                    </a:lnTo>
                    <a:lnTo>
                      <a:pt x="2551623" y="5382919"/>
                    </a:lnTo>
                    <a:lnTo>
                      <a:pt x="2574832" y="5321701"/>
                    </a:lnTo>
                    <a:lnTo>
                      <a:pt x="2593266" y="5258347"/>
                    </a:lnTo>
                    <a:lnTo>
                      <a:pt x="2606705" y="5193077"/>
                    </a:lnTo>
                    <a:lnTo>
                      <a:pt x="2614930" y="5126110"/>
                    </a:lnTo>
                    <a:lnTo>
                      <a:pt x="2617721" y="5057667"/>
                    </a:lnTo>
                    <a:lnTo>
                      <a:pt x="2617721" y="837670"/>
                    </a:lnTo>
                    <a:lnTo>
                      <a:pt x="2614930" y="769227"/>
                    </a:lnTo>
                    <a:lnTo>
                      <a:pt x="2606705" y="702261"/>
                    </a:lnTo>
                    <a:lnTo>
                      <a:pt x="2593266" y="636991"/>
                    </a:lnTo>
                    <a:lnTo>
                      <a:pt x="2574832" y="573636"/>
                    </a:lnTo>
                    <a:lnTo>
                      <a:pt x="2551623" y="512418"/>
                    </a:lnTo>
                    <a:lnTo>
                      <a:pt x="2523860" y="453556"/>
                    </a:lnTo>
                    <a:lnTo>
                      <a:pt x="2491761" y="397270"/>
                    </a:lnTo>
                    <a:lnTo>
                      <a:pt x="2455548" y="343780"/>
                    </a:lnTo>
                    <a:lnTo>
                      <a:pt x="2415439" y="293305"/>
                    </a:lnTo>
                    <a:lnTo>
                      <a:pt x="2371655" y="246065"/>
                    </a:lnTo>
                    <a:lnTo>
                      <a:pt x="2324416" y="202281"/>
                    </a:lnTo>
                    <a:lnTo>
                      <a:pt x="2273941" y="162173"/>
                    </a:lnTo>
                    <a:lnTo>
                      <a:pt x="2220450" y="125959"/>
                    </a:lnTo>
                    <a:lnTo>
                      <a:pt x="2164164" y="93861"/>
                    </a:lnTo>
                    <a:lnTo>
                      <a:pt x="2105302" y="66097"/>
                    </a:lnTo>
                    <a:lnTo>
                      <a:pt x="2044084" y="42888"/>
                    </a:lnTo>
                    <a:lnTo>
                      <a:pt x="1980730" y="24454"/>
                    </a:lnTo>
                    <a:lnTo>
                      <a:pt x="1915460" y="11015"/>
                    </a:lnTo>
                    <a:lnTo>
                      <a:pt x="1848493" y="2790"/>
                    </a:lnTo>
                    <a:lnTo>
                      <a:pt x="1780050" y="0"/>
                    </a:lnTo>
                    <a:close/>
                  </a:path>
                </a:pathLst>
              </a:custGeom>
              <a:solidFill>
                <a:srgbClr val="F8F9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37">
                <a:extLst>
                  <a:ext uri="{FF2B5EF4-FFF2-40B4-BE49-F238E27FC236}">
                    <a16:creationId xmlns:a16="http://schemas.microsoft.com/office/drawing/2014/main" id="{F299340D-6F88-4D92-BDBD-73193FB3DC5B}"/>
                  </a:ext>
                </a:extLst>
              </p:cNvPr>
              <p:cNvSpPr/>
              <p:nvPr/>
            </p:nvSpPr>
            <p:spPr>
              <a:xfrm>
                <a:off x="16394672" y="3664580"/>
                <a:ext cx="2618105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618105" h="838200">
                    <a:moveTo>
                      <a:pt x="2617721" y="837670"/>
                    </a:moveTo>
                    <a:lnTo>
                      <a:pt x="2614930" y="769227"/>
                    </a:lnTo>
                    <a:lnTo>
                      <a:pt x="2606705" y="702261"/>
                    </a:lnTo>
                    <a:lnTo>
                      <a:pt x="2593266" y="636991"/>
                    </a:lnTo>
                    <a:lnTo>
                      <a:pt x="2574832" y="573636"/>
                    </a:lnTo>
                    <a:lnTo>
                      <a:pt x="2551623" y="512418"/>
                    </a:lnTo>
                    <a:lnTo>
                      <a:pt x="2523860" y="453556"/>
                    </a:lnTo>
                    <a:lnTo>
                      <a:pt x="2491761" y="397270"/>
                    </a:lnTo>
                    <a:lnTo>
                      <a:pt x="2455548" y="343780"/>
                    </a:lnTo>
                    <a:lnTo>
                      <a:pt x="2415439" y="293305"/>
                    </a:lnTo>
                    <a:lnTo>
                      <a:pt x="2371655" y="246065"/>
                    </a:lnTo>
                    <a:lnTo>
                      <a:pt x="2324416" y="202281"/>
                    </a:lnTo>
                    <a:lnTo>
                      <a:pt x="2273941" y="162173"/>
                    </a:lnTo>
                    <a:lnTo>
                      <a:pt x="2220450" y="125959"/>
                    </a:lnTo>
                    <a:lnTo>
                      <a:pt x="2164164" y="93861"/>
                    </a:lnTo>
                    <a:lnTo>
                      <a:pt x="2105302" y="66097"/>
                    </a:lnTo>
                    <a:lnTo>
                      <a:pt x="2044084" y="42888"/>
                    </a:lnTo>
                    <a:lnTo>
                      <a:pt x="1980730" y="24454"/>
                    </a:lnTo>
                    <a:lnTo>
                      <a:pt x="1915460" y="11015"/>
                    </a:lnTo>
                    <a:lnTo>
                      <a:pt x="1848493" y="2790"/>
                    </a:lnTo>
                    <a:lnTo>
                      <a:pt x="1780050" y="0"/>
                    </a:lnTo>
                    <a:lnTo>
                      <a:pt x="837670" y="0"/>
                    </a:lnTo>
                    <a:lnTo>
                      <a:pt x="769227" y="2790"/>
                    </a:lnTo>
                    <a:lnTo>
                      <a:pt x="702261" y="11015"/>
                    </a:lnTo>
                    <a:lnTo>
                      <a:pt x="636991" y="24454"/>
                    </a:lnTo>
                    <a:lnTo>
                      <a:pt x="573636" y="42888"/>
                    </a:lnTo>
                    <a:lnTo>
                      <a:pt x="512418" y="66097"/>
                    </a:lnTo>
                    <a:lnTo>
                      <a:pt x="453556" y="93861"/>
                    </a:lnTo>
                    <a:lnTo>
                      <a:pt x="397270" y="125959"/>
                    </a:lnTo>
                    <a:lnTo>
                      <a:pt x="343780" y="162173"/>
                    </a:lnTo>
                    <a:lnTo>
                      <a:pt x="293305" y="202281"/>
                    </a:lnTo>
                    <a:lnTo>
                      <a:pt x="246065" y="246065"/>
                    </a:lnTo>
                    <a:lnTo>
                      <a:pt x="202281" y="293305"/>
                    </a:lnTo>
                    <a:lnTo>
                      <a:pt x="162173" y="343780"/>
                    </a:lnTo>
                    <a:lnTo>
                      <a:pt x="125959" y="397270"/>
                    </a:lnTo>
                    <a:lnTo>
                      <a:pt x="93861" y="453556"/>
                    </a:lnTo>
                    <a:lnTo>
                      <a:pt x="66097" y="512418"/>
                    </a:lnTo>
                    <a:lnTo>
                      <a:pt x="42888" y="573636"/>
                    </a:lnTo>
                    <a:lnTo>
                      <a:pt x="24454" y="636991"/>
                    </a:lnTo>
                    <a:lnTo>
                      <a:pt x="11015" y="702261"/>
                    </a:lnTo>
                    <a:lnTo>
                      <a:pt x="2790" y="769227"/>
                    </a:lnTo>
                    <a:lnTo>
                      <a:pt x="0" y="837670"/>
                    </a:lnTo>
                  </a:path>
                </a:pathLst>
              </a:custGeom>
              <a:ln w="38100">
                <a:solidFill>
                  <a:srgbClr val="C3E2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38">
                <a:extLst>
                  <a:ext uri="{FF2B5EF4-FFF2-40B4-BE49-F238E27FC236}">
                    <a16:creationId xmlns:a16="http://schemas.microsoft.com/office/drawing/2014/main" id="{5B4B17BD-CAB3-4401-BBA3-04A64C3F12CC}"/>
                  </a:ext>
                </a:extLst>
              </p:cNvPr>
              <p:cNvSpPr/>
              <p:nvPr/>
            </p:nvSpPr>
            <p:spPr>
              <a:xfrm>
                <a:off x="16394669" y="8696069"/>
                <a:ext cx="2618105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618105" h="838200">
                    <a:moveTo>
                      <a:pt x="0" y="0"/>
                    </a:moveTo>
                    <a:lnTo>
                      <a:pt x="2790" y="68442"/>
                    </a:lnTo>
                    <a:lnTo>
                      <a:pt x="11015" y="135409"/>
                    </a:lnTo>
                    <a:lnTo>
                      <a:pt x="24454" y="200679"/>
                    </a:lnTo>
                    <a:lnTo>
                      <a:pt x="42888" y="264033"/>
                    </a:lnTo>
                    <a:lnTo>
                      <a:pt x="66097" y="325251"/>
                    </a:lnTo>
                    <a:lnTo>
                      <a:pt x="93861" y="384113"/>
                    </a:lnTo>
                    <a:lnTo>
                      <a:pt x="125959" y="440400"/>
                    </a:lnTo>
                    <a:lnTo>
                      <a:pt x="162173" y="493890"/>
                    </a:lnTo>
                    <a:lnTo>
                      <a:pt x="202281" y="544365"/>
                    </a:lnTo>
                    <a:lnTo>
                      <a:pt x="246065" y="591605"/>
                    </a:lnTo>
                    <a:lnTo>
                      <a:pt x="293305" y="635389"/>
                    </a:lnTo>
                    <a:lnTo>
                      <a:pt x="343780" y="675497"/>
                    </a:lnTo>
                    <a:lnTo>
                      <a:pt x="397270" y="711711"/>
                    </a:lnTo>
                    <a:lnTo>
                      <a:pt x="453556" y="743809"/>
                    </a:lnTo>
                    <a:lnTo>
                      <a:pt x="512418" y="771573"/>
                    </a:lnTo>
                    <a:lnTo>
                      <a:pt x="573636" y="794782"/>
                    </a:lnTo>
                    <a:lnTo>
                      <a:pt x="636991" y="813216"/>
                    </a:lnTo>
                    <a:lnTo>
                      <a:pt x="702261" y="826655"/>
                    </a:lnTo>
                    <a:lnTo>
                      <a:pt x="769227" y="834880"/>
                    </a:lnTo>
                    <a:lnTo>
                      <a:pt x="837670" y="837670"/>
                    </a:lnTo>
                    <a:lnTo>
                      <a:pt x="1780050" y="837670"/>
                    </a:lnTo>
                    <a:lnTo>
                      <a:pt x="1848493" y="834880"/>
                    </a:lnTo>
                    <a:lnTo>
                      <a:pt x="1915460" y="826655"/>
                    </a:lnTo>
                    <a:lnTo>
                      <a:pt x="1980730" y="813216"/>
                    </a:lnTo>
                    <a:lnTo>
                      <a:pt x="2044084" y="794782"/>
                    </a:lnTo>
                    <a:lnTo>
                      <a:pt x="2105302" y="771573"/>
                    </a:lnTo>
                    <a:lnTo>
                      <a:pt x="2164164" y="743809"/>
                    </a:lnTo>
                    <a:lnTo>
                      <a:pt x="2220450" y="711711"/>
                    </a:lnTo>
                    <a:lnTo>
                      <a:pt x="2273941" y="675497"/>
                    </a:lnTo>
                    <a:lnTo>
                      <a:pt x="2324416" y="635389"/>
                    </a:lnTo>
                    <a:lnTo>
                      <a:pt x="2371655" y="591605"/>
                    </a:lnTo>
                    <a:lnTo>
                      <a:pt x="2415439" y="544365"/>
                    </a:lnTo>
                    <a:lnTo>
                      <a:pt x="2455548" y="493890"/>
                    </a:lnTo>
                    <a:lnTo>
                      <a:pt x="2491761" y="440400"/>
                    </a:lnTo>
                    <a:lnTo>
                      <a:pt x="2523860" y="384113"/>
                    </a:lnTo>
                    <a:lnTo>
                      <a:pt x="2551623" y="325251"/>
                    </a:lnTo>
                    <a:lnTo>
                      <a:pt x="2574832" y="264033"/>
                    </a:lnTo>
                    <a:lnTo>
                      <a:pt x="2593266" y="200679"/>
                    </a:lnTo>
                    <a:lnTo>
                      <a:pt x="2606705" y="135409"/>
                    </a:lnTo>
                    <a:lnTo>
                      <a:pt x="2614930" y="68442"/>
                    </a:lnTo>
                    <a:lnTo>
                      <a:pt x="2617721" y="0"/>
                    </a:lnTo>
                  </a:path>
                </a:pathLst>
              </a:custGeom>
              <a:ln w="38100">
                <a:solidFill>
                  <a:srgbClr val="C3E2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39">
                <a:extLst>
                  <a:ext uri="{FF2B5EF4-FFF2-40B4-BE49-F238E27FC236}">
                    <a16:creationId xmlns:a16="http://schemas.microsoft.com/office/drawing/2014/main" id="{A625E635-974C-4C28-BF03-F4F7BDC91D2A}"/>
                  </a:ext>
                </a:extLst>
              </p:cNvPr>
              <p:cNvSpPr/>
              <p:nvPr/>
            </p:nvSpPr>
            <p:spPr>
              <a:xfrm>
                <a:off x="16922949" y="3361156"/>
                <a:ext cx="1561465" cy="605790"/>
              </a:xfrm>
              <a:custGeom>
                <a:avLst/>
                <a:gdLst/>
                <a:ahLst/>
                <a:cxnLst/>
                <a:rect l="l" t="t" r="r" b="b"/>
                <a:pathLst>
                  <a:path w="1561465" h="605789">
                    <a:moveTo>
                      <a:pt x="1258495" y="0"/>
                    </a:moveTo>
                    <a:lnTo>
                      <a:pt x="302671" y="0"/>
                    </a:lnTo>
                    <a:lnTo>
                      <a:pt x="277941" y="1008"/>
                    </a:lnTo>
                    <a:lnTo>
                      <a:pt x="230161" y="8835"/>
                    </a:lnTo>
                    <a:lnTo>
                      <a:pt x="185151" y="23881"/>
                    </a:lnTo>
                    <a:lnTo>
                      <a:pt x="143545" y="45510"/>
                    </a:lnTo>
                    <a:lnTo>
                      <a:pt x="105979" y="73086"/>
                    </a:lnTo>
                    <a:lnTo>
                      <a:pt x="73090" y="105973"/>
                    </a:lnTo>
                    <a:lnTo>
                      <a:pt x="45513" y="143537"/>
                    </a:lnTo>
                    <a:lnTo>
                      <a:pt x="23883" y="185142"/>
                    </a:lnTo>
                    <a:lnTo>
                      <a:pt x="8836" y="230151"/>
                    </a:lnTo>
                    <a:lnTo>
                      <a:pt x="1008" y="277931"/>
                    </a:lnTo>
                    <a:lnTo>
                      <a:pt x="0" y="302660"/>
                    </a:lnTo>
                    <a:lnTo>
                      <a:pt x="1008" y="327390"/>
                    </a:lnTo>
                    <a:lnTo>
                      <a:pt x="8836" y="375170"/>
                    </a:lnTo>
                    <a:lnTo>
                      <a:pt x="23883" y="420181"/>
                    </a:lnTo>
                    <a:lnTo>
                      <a:pt x="45513" y="461787"/>
                    </a:lnTo>
                    <a:lnTo>
                      <a:pt x="73090" y="499352"/>
                    </a:lnTo>
                    <a:lnTo>
                      <a:pt x="105979" y="532241"/>
                    </a:lnTo>
                    <a:lnTo>
                      <a:pt x="143545" y="559819"/>
                    </a:lnTo>
                    <a:lnTo>
                      <a:pt x="185151" y="581449"/>
                    </a:lnTo>
                    <a:lnTo>
                      <a:pt x="230161" y="596496"/>
                    </a:lnTo>
                    <a:lnTo>
                      <a:pt x="277941" y="604324"/>
                    </a:lnTo>
                    <a:lnTo>
                      <a:pt x="302671" y="605332"/>
                    </a:lnTo>
                    <a:lnTo>
                      <a:pt x="1258495" y="605332"/>
                    </a:lnTo>
                    <a:lnTo>
                      <a:pt x="1307421" y="601352"/>
                    </a:lnTo>
                    <a:lnTo>
                      <a:pt x="1353896" y="589835"/>
                    </a:lnTo>
                    <a:lnTo>
                      <a:pt x="1397284" y="571417"/>
                    </a:lnTo>
                    <a:lnTo>
                      <a:pt x="1436949" y="546734"/>
                    </a:lnTo>
                    <a:lnTo>
                      <a:pt x="1472256" y="516421"/>
                    </a:lnTo>
                    <a:lnTo>
                      <a:pt x="1502569" y="481114"/>
                    </a:lnTo>
                    <a:lnTo>
                      <a:pt x="1527252" y="441449"/>
                    </a:lnTo>
                    <a:lnTo>
                      <a:pt x="1545670" y="398061"/>
                    </a:lnTo>
                    <a:lnTo>
                      <a:pt x="1557186" y="351587"/>
                    </a:lnTo>
                    <a:lnTo>
                      <a:pt x="1561167" y="302660"/>
                    </a:lnTo>
                    <a:lnTo>
                      <a:pt x="1560158" y="277931"/>
                    </a:lnTo>
                    <a:lnTo>
                      <a:pt x="1552330" y="230151"/>
                    </a:lnTo>
                    <a:lnTo>
                      <a:pt x="1537284" y="185142"/>
                    </a:lnTo>
                    <a:lnTo>
                      <a:pt x="1515654" y="143537"/>
                    </a:lnTo>
                    <a:lnTo>
                      <a:pt x="1488076" y="105973"/>
                    </a:lnTo>
                    <a:lnTo>
                      <a:pt x="1455187" y="73086"/>
                    </a:lnTo>
                    <a:lnTo>
                      <a:pt x="1417621" y="45510"/>
                    </a:lnTo>
                    <a:lnTo>
                      <a:pt x="1376016" y="23881"/>
                    </a:lnTo>
                    <a:lnTo>
                      <a:pt x="1331005" y="8835"/>
                    </a:lnTo>
                    <a:lnTo>
                      <a:pt x="1283225" y="1008"/>
                    </a:lnTo>
                    <a:lnTo>
                      <a:pt x="1258495" y="0"/>
                    </a:lnTo>
                    <a:close/>
                  </a:path>
                </a:pathLst>
              </a:custGeom>
              <a:solidFill>
                <a:srgbClr val="C3E26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40">
                <a:extLst>
                  <a:ext uri="{FF2B5EF4-FFF2-40B4-BE49-F238E27FC236}">
                    <a16:creationId xmlns:a16="http://schemas.microsoft.com/office/drawing/2014/main" id="{4E3A4A35-957B-4BA6-B509-1F967AF10503}"/>
                  </a:ext>
                </a:extLst>
              </p:cNvPr>
              <p:cNvSpPr/>
              <p:nvPr/>
            </p:nvSpPr>
            <p:spPr>
              <a:xfrm>
                <a:off x="17038395" y="3894654"/>
                <a:ext cx="262255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262255" h="167639">
                    <a:moveTo>
                      <a:pt x="0" y="0"/>
                    </a:moveTo>
                    <a:lnTo>
                      <a:pt x="27627" y="27192"/>
                    </a:lnTo>
                    <a:lnTo>
                      <a:pt x="68332" y="62953"/>
                    </a:lnTo>
                    <a:lnTo>
                      <a:pt x="107683" y="93107"/>
                    </a:lnTo>
                    <a:lnTo>
                      <a:pt x="145155" y="118133"/>
                    </a:lnTo>
                    <a:lnTo>
                      <a:pt x="180221" y="138509"/>
                    </a:lnTo>
                    <a:lnTo>
                      <a:pt x="222322" y="159272"/>
                    </a:lnTo>
                    <a:lnTo>
                      <a:pt x="241026" y="167227"/>
                    </a:lnTo>
                    <a:lnTo>
                      <a:pt x="249776" y="166439"/>
                    </a:lnTo>
                    <a:lnTo>
                      <a:pt x="256867" y="161580"/>
                    </a:lnTo>
                    <a:lnTo>
                      <a:pt x="261245" y="153228"/>
                    </a:lnTo>
                    <a:lnTo>
                      <a:pt x="261855" y="141961"/>
                    </a:lnTo>
                    <a:lnTo>
                      <a:pt x="257644" y="128357"/>
                    </a:lnTo>
                    <a:lnTo>
                      <a:pt x="252152" y="116813"/>
                    </a:lnTo>
                    <a:lnTo>
                      <a:pt x="247505" y="106882"/>
                    </a:lnTo>
                    <a:lnTo>
                      <a:pt x="232330" y="71054"/>
                    </a:lnTo>
                    <a:lnTo>
                      <a:pt x="217505" y="31162"/>
                    </a:lnTo>
                    <a:lnTo>
                      <a:pt x="210569" y="121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E26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2CC7835-0ED0-4C69-971C-2BCC21749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33192" y="2323578"/>
              <a:ext cx="468228" cy="271726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F7A421F-D99B-4FBB-A44A-8C5CF7F0D530}"/>
              </a:ext>
            </a:extLst>
          </p:cNvPr>
          <p:cNvGrpSpPr/>
          <p:nvPr/>
        </p:nvGrpSpPr>
        <p:grpSpPr>
          <a:xfrm>
            <a:off x="10276460" y="2952897"/>
            <a:ext cx="1289740" cy="2890598"/>
            <a:chOff x="10276460" y="3030621"/>
            <a:chExt cx="1289740" cy="289059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7700378-7357-4CEF-9375-4A13AD517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6460" y="3030621"/>
              <a:ext cx="1270590" cy="5627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7E60684-AB62-4031-998A-052B14873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01952" y="3803991"/>
              <a:ext cx="1245098" cy="5616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2981660-D28E-48DE-9AE0-40681FFA8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325759" y="4580286"/>
              <a:ext cx="1240441" cy="561600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6EAA889-213F-4E9F-B3FB-6F96BC247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306609" y="5359619"/>
              <a:ext cx="1240441" cy="561600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1975987-1F3A-4419-A791-B97023839411}"/>
              </a:ext>
            </a:extLst>
          </p:cNvPr>
          <p:cNvGrpSpPr/>
          <p:nvPr/>
        </p:nvGrpSpPr>
        <p:grpSpPr>
          <a:xfrm>
            <a:off x="1321459" y="4863852"/>
            <a:ext cx="6347886" cy="1196522"/>
            <a:chOff x="1321459" y="4941576"/>
            <a:chExt cx="6347886" cy="1196522"/>
          </a:xfrm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7814C31A-2C10-43F6-897F-DFA96C24D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44896" y="4941576"/>
              <a:ext cx="1270590" cy="562732"/>
            </a:xfrm>
            <a:prstGeom prst="rect">
              <a:avLst/>
            </a:prstGeom>
          </p:spPr>
        </p:pic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566EE858-55AD-4CC0-BC48-301DFB1BB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40213" y="5564261"/>
              <a:ext cx="1245098" cy="573836"/>
            </a:xfrm>
            <a:prstGeom prst="rect">
              <a:avLst/>
            </a:prstGeom>
          </p:spPr>
        </p:pic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85523274-47DD-4C5C-B1AD-A5C6D22A9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21459" y="5564261"/>
              <a:ext cx="1240441" cy="573837"/>
            </a:xfrm>
            <a:prstGeom prst="rect">
              <a:avLst/>
            </a:prstGeom>
          </p:spPr>
        </p:pic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23957424-4C83-4705-BF02-40500ED70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98755" y="4941576"/>
              <a:ext cx="1270590" cy="561600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09D1CB6-C625-4CCC-B911-380C5E639067}"/>
              </a:ext>
            </a:extLst>
          </p:cNvPr>
          <p:cNvSpPr txBox="1"/>
          <p:nvPr/>
        </p:nvSpPr>
        <p:spPr>
          <a:xfrm>
            <a:off x="4994746" y="1643666"/>
            <a:ext cx="7149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보기에서 알맞은 단어를 골라 빈칸으로 옮겨 보세요</a:t>
            </a:r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68078B2-EEFE-180A-D2AA-0E2D97EC5DA4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4" name="사각형: 둥근 모서리 3">
              <a:hlinkClick r:id="rId11" action="ppaction://hlinksldjump"/>
              <a:extLst>
                <a:ext uri="{FF2B5EF4-FFF2-40B4-BE49-F238E27FC236}">
                  <a16:creationId xmlns:a16="http://schemas.microsoft.com/office/drawing/2014/main" id="{25EE261F-EFD2-142B-0AB9-728B12325D2C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6" name="사각형: 둥근 모서리 5">
              <a:hlinkClick r:id="rId12" action="ppaction://hlinksldjump"/>
              <a:extLst>
                <a:ext uri="{FF2B5EF4-FFF2-40B4-BE49-F238E27FC236}">
                  <a16:creationId xmlns:a16="http://schemas.microsoft.com/office/drawing/2014/main" id="{37E4D03C-F066-C5F3-8DEE-62FCCA08ADD0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7" name="사각형: 둥근 모서리 6">
              <a:hlinkClick r:id="rId13" action="ppaction://hlinksldjump"/>
              <a:extLst>
                <a:ext uri="{FF2B5EF4-FFF2-40B4-BE49-F238E27FC236}">
                  <a16:creationId xmlns:a16="http://schemas.microsoft.com/office/drawing/2014/main" id="{75F3A4FA-7249-00E2-49E1-0845F7F57892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0" name="사각형: 둥근 모서리 9">
              <a:hlinkClick r:id="rId14" action="ppaction://hlinksldjump"/>
              <a:extLst>
                <a:ext uri="{FF2B5EF4-FFF2-40B4-BE49-F238E27FC236}">
                  <a16:creationId xmlns:a16="http://schemas.microsoft.com/office/drawing/2014/main" id="{BA5EDA30-5BA5-2C26-D03A-4118F38F85E1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2" name="사각형: 둥근 모서리 11">
              <a:hlinkClick r:id="rId15" action="ppaction://hlinksldjump"/>
              <a:extLst>
                <a:ext uri="{FF2B5EF4-FFF2-40B4-BE49-F238E27FC236}">
                  <a16:creationId xmlns:a16="http://schemas.microsoft.com/office/drawing/2014/main" id="{47C4A041-1E32-6133-6431-CE5F0CB399E3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3" name="사각형: 둥근 모서리 12">
              <a:hlinkClick r:id="rId16" action="ppaction://hlinksldjump"/>
              <a:extLst>
                <a:ext uri="{FF2B5EF4-FFF2-40B4-BE49-F238E27FC236}">
                  <a16:creationId xmlns:a16="http://schemas.microsoft.com/office/drawing/2014/main" id="{FC1027FD-544E-3CA7-CB31-AA06D7A3F4FB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4" name="사각형: 둥근 모서리 13">
              <a:hlinkClick r:id="rId17" action="ppaction://hlinksldjump"/>
              <a:extLst>
                <a:ext uri="{FF2B5EF4-FFF2-40B4-BE49-F238E27FC236}">
                  <a16:creationId xmlns:a16="http://schemas.microsoft.com/office/drawing/2014/main" id="{840291FE-468B-2D6F-B894-02F6B9F39CF3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C5BCA1DB-9577-8E41-B5FC-CD600F0494F8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A273D73E-A960-FBCC-490C-0DD74098BEF7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7301C460-1325-E265-9D24-4E991F5FA88C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C067CE4C-6A78-2C23-4784-DC1379F9AD4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29278" y="6063920"/>
            <a:ext cx="733444" cy="392652"/>
          </a:xfrm>
          <a:prstGeom prst="rect">
            <a:avLst/>
          </a:prstGeom>
        </p:spPr>
      </p:pic>
      <p:pic>
        <p:nvPicPr>
          <p:cNvPr id="29" name="그림 28">
            <a:hlinkClick r:id="rId19" action="ppaction://hlinksldjump"/>
            <a:extLst>
              <a:ext uri="{FF2B5EF4-FFF2-40B4-BE49-F238E27FC236}">
                <a16:creationId xmlns:a16="http://schemas.microsoft.com/office/drawing/2014/main" id="{DA925820-37D3-376B-EAD6-3DF43B453418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24493"/>
          <a:stretch/>
        </p:blipFill>
        <p:spPr>
          <a:xfrm>
            <a:off x="11835632" y="3118923"/>
            <a:ext cx="342331" cy="79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6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 err="1">
                <a:latin typeface="맑은 고딕" panose="020B0503020000020004" pitchFamily="50" charset="-127"/>
              </a:rPr>
              <a:t>셈여림을</a:t>
            </a:r>
            <a:r>
              <a:rPr lang="ko-KR" altLang="en-US" sz="3200" b="1" spc="-150" dirty="0">
                <a:latin typeface="맑은 고딕" panose="020B0503020000020004" pitchFamily="50" charset="-127"/>
              </a:rPr>
              <a:t> 살려 노래 불러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BB101C4-3851-4891-A45E-0D0B3FA08E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295" y="-807"/>
            <a:ext cx="1044000" cy="954514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644950F5-6622-4F1C-9C45-4AE2270FFA14}"/>
              </a:ext>
            </a:extLst>
          </p:cNvPr>
          <p:cNvGrpSpPr/>
          <p:nvPr/>
        </p:nvGrpSpPr>
        <p:grpSpPr>
          <a:xfrm>
            <a:off x="1316250" y="1050193"/>
            <a:ext cx="10618318" cy="668148"/>
            <a:chOff x="1316250" y="770793"/>
            <a:chExt cx="10618318" cy="66814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445B8C-6A7E-4188-98A7-DA3FE966A748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악보에서 셈여림표를 찾고 </a:t>
              </a:r>
              <a:r>
                <a:rPr lang="ko-KR" altLang="en-US" sz="2800" b="1" spc="-150" dirty="0" err="1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셈여림을</a:t>
              </a: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살려 노래 불러 보아요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423B6F4-081E-41E4-93DE-F01A2DDD1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76748389-9C8E-41AF-B5A6-04702BB5CD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994" y="2531868"/>
            <a:ext cx="8518806" cy="35466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51AE82-004E-4630-9FCE-B12F37F051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7000" y="2351092"/>
            <a:ext cx="2993768" cy="409967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32D0887-2439-4643-8C38-B7AF81FDD0F1}"/>
              </a:ext>
            </a:extLst>
          </p:cNvPr>
          <p:cNvSpPr txBox="1"/>
          <p:nvPr/>
        </p:nvSpPr>
        <p:spPr>
          <a:xfrm>
            <a:off x="9017001" y="2487572"/>
            <a:ext cx="2993768" cy="136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ko-KR" altLang="en-US" sz="2400" b="1" spc="-300" dirty="0" err="1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셈여림을</a:t>
            </a:r>
            <a:r>
              <a:rPr lang="ko-KR" altLang="en-US" sz="2400" b="1" spc="-30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살려 노래 </a:t>
            </a:r>
            <a:endParaRPr lang="en-US" altLang="ko-KR" sz="2400" b="1" spc="-300" dirty="0">
              <a:solidFill>
                <a:srgbClr val="D13B2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9000"/>
              </a:lnSpc>
            </a:pPr>
            <a:r>
              <a:rPr lang="ko-KR" altLang="en-US" sz="2400" b="1" spc="-30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부르면 음악의 분위기를</a:t>
            </a:r>
            <a:endParaRPr lang="en-US" altLang="ko-KR" sz="2400" b="1" spc="-300" dirty="0">
              <a:solidFill>
                <a:srgbClr val="D13B2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9000"/>
              </a:lnSpc>
            </a:pPr>
            <a:r>
              <a:rPr lang="ko-KR" altLang="en-US" sz="2400" b="1" spc="-30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잘 표현할 수 있어요</a:t>
            </a:r>
            <a:r>
              <a:rPr lang="en-US" altLang="ko-KR" sz="2400" b="1" spc="-30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400" b="1" spc="-300" dirty="0">
              <a:solidFill>
                <a:srgbClr val="D13B2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AD7A6E2-0EA9-7DBA-8C63-6EF6F25701E6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3" name="사각형: 둥근 모서리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A7CC5754-D206-6BC3-2EEA-E8896FB3F430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12" action="ppaction://hlinksldjump"/>
              <a:extLst>
                <a:ext uri="{FF2B5EF4-FFF2-40B4-BE49-F238E27FC236}">
                  <a16:creationId xmlns:a16="http://schemas.microsoft.com/office/drawing/2014/main" id="{6EAD60CC-0826-1B5B-39E7-82920B80855E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5" name="사각형: 둥근 모서리 4">
              <a:hlinkClick r:id="rId13" action="ppaction://hlinksldjump"/>
              <a:extLst>
                <a:ext uri="{FF2B5EF4-FFF2-40B4-BE49-F238E27FC236}">
                  <a16:creationId xmlns:a16="http://schemas.microsoft.com/office/drawing/2014/main" id="{2680A084-4467-E167-2151-BBC67874AE76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6" name="사각형: 둥근 모서리 5">
              <a:hlinkClick r:id="rId14" action="ppaction://hlinksldjump"/>
              <a:extLst>
                <a:ext uri="{FF2B5EF4-FFF2-40B4-BE49-F238E27FC236}">
                  <a16:creationId xmlns:a16="http://schemas.microsoft.com/office/drawing/2014/main" id="{1CD63B8C-8EA6-832D-02F1-22F5DE277DB0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9" name="사각형: 둥근 모서리 8">
              <a:hlinkClick r:id="rId15" action="ppaction://hlinksldjump"/>
              <a:extLst>
                <a:ext uri="{FF2B5EF4-FFF2-40B4-BE49-F238E27FC236}">
                  <a16:creationId xmlns:a16="http://schemas.microsoft.com/office/drawing/2014/main" id="{6E348481-223E-5139-F8B4-D2B2B2E126AC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0" name="사각형: 둥근 모서리 9">
              <a:hlinkClick r:id="rId16" action="ppaction://hlinksldjump"/>
              <a:extLst>
                <a:ext uri="{FF2B5EF4-FFF2-40B4-BE49-F238E27FC236}">
                  <a16:creationId xmlns:a16="http://schemas.microsoft.com/office/drawing/2014/main" id="{7BE5AA01-DFD4-192F-2C60-855DC8E664BA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1" name="사각형: 둥근 모서리 10">
              <a:hlinkClick r:id="rId17" action="ppaction://hlinksldjump"/>
              <a:extLst>
                <a:ext uri="{FF2B5EF4-FFF2-40B4-BE49-F238E27FC236}">
                  <a16:creationId xmlns:a16="http://schemas.microsoft.com/office/drawing/2014/main" id="{BA5D1367-CB40-6795-DAF0-93CD6A1B9A2D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FD7D694-3730-218D-37AE-6A15330AC4A5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0E136587-764D-B1E8-F09B-94C9A31B2F45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5025AADE-757A-EE45-6CFA-C55F9DF2CB7E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DA9EBA29-2C35-627E-375B-D1A6A6473EA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27521" y="6099739"/>
            <a:ext cx="718103" cy="366532"/>
          </a:xfrm>
          <a:prstGeom prst="rect">
            <a:avLst/>
          </a:prstGeom>
        </p:spPr>
      </p:pic>
      <p:pic>
        <p:nvPicPr>
          <p:cNvPr id="17" name="그림 16">
            <a:hlinkClick r:id="rId19" action="ppaction://hlinksldjump"/>
            <a:extLst>
              <a:ext uri="{FF2B5EF4-FFF2-40B4-BE49-F238E27FC236}">
                <a16:creationId xmlns:a16="http://schemas.microsoft.com/office/drawing/2014/main" id="{23705BFD-6139-EE8E-095B-F481602C3B6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24493"/>
          <a:stretch/>
        </p:blipFill>
        <p:spPr>
          <a:xfrm flipH="1">
            <a:off x="10635" y="3032294"/>
            <a:ext cx="342331" cy="7934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0F76C24-8873-8CCA-5534-06B351280048}"/>
              </a:ext>
            </a:extLst>
          </p:cNvPr>
          <p:cNvSpPr txBox="1"/>
          <p:nvPr/>
        </p:nvSpPr>
        <p:spPr>
          <a:xfrm>
            <a:off x="11188405" y="1746275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B050"/>
                </a:solidFill>
              </a:rPr>
              <a:t>반주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0A81F4-7682-C7D1-3E9D-7648481B9B54}"/>
              </a:ext>
            </a:extLst>
          </p:cNvPr>
          <p:cNvSpPr txBox="1"/>
          <p:nvPr/>
        </p:nvSpPr>
        <p:spPr>
          <a:xfrm>
            <a:off x="10415212" y="1746275"/>
            <a:ext cx="74616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노래</a:t>
            </a:r>
          </a:p>
        </p:txBody>
      </p:sp>
      <p:pic>
        <p:nvPicPr>
          <p:cNvPr id="20" name="4-2-2-01 내가 제일 좋아하는 말(학생 창)">
            <a:hlinkClick r:id="" action="ppaction://media"/>
            <a:extLst>
              <a:ext uri="{FF2B5EF4-FFF2-40B4-BE49-F238E27FC236}">
                <a16:creationId xmlns:a16="http://schemas.microsoft.com/office/drawing/2014/main" id="{C2D93237-3E7E-D06B-C3BD-75C5D4864B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10483493" y="1124461"/>
            <a:ext cx="609600" cy="609600"/>
          </a:xfrm>
          <a:prstGeom prst="rect">
            <a:avLst/>
          </a:prstGeom>
        </p:spPr>
      </p:pic>
      <p:pic>
        <p:nvPicPr>
          <p:cNvPr id="21" name="4-2-2-02 내가 제일 좋아하는 말(반주)">
            <a:hlinkClick r:id="" action="ppaction://media"/>
            <a:extLst>
              <a:ext uri="{FF2B5EF4-FFF2-40B4-BE49-F238E27FC236}">
                <a16:creationId xmlns:a16="http://schemas.microsoft.com/office/drawing/2014/main" id="{7D97BB7A-0AFA-5720-EFDB-821C6CF57D8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11256686" y="113399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0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544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5544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2B3D2-5CAE-5C0F-2E2C-53F1811D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C0BE1E4-F8C3-4CE8-828E-7CD7E06CC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-2187"/>
            <a:ext cx="12005463" cy="1271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6FD083-4755-5982-428E-EEC7FFDD8A2B}"/>
              </a:ext>
            </a:extLst>
          </p:cNvPr>
          <p:cNvSpPr txBox="1"/>
          <p:nvPr/>
        </p:nvSpPr>
        <p:spPr>
          <a:xfrm>
            <a:off x="1186710" y="61312"/>
            <a:ext cx="110052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소중한 사람에게 마음을 담은 편지를 쓰고</a:t>
            </a: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음악과 함께 보내 봅시다</a:t>
            </a: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CB90BF1-2C14-4B9D-B3CA-F99B9D59723D}"/>
              </a:ext>
            </a:extLst>
          </p:cNvPr>
          <p:cNvGrpSpPr/>
          <p:nvPr/>
        </p:nvGrpSpPr>
        <p:grpSpPr>
          <a:xfrm>
            <a:off x="1316250" y="1672493"/>
            <a:ext cx="10618318" cy="668148"/>
            <a:chOff x="1316250" y="770793"/>
            <a:chExt cx="10618318" cy="66814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318051F-A3B1-4733-AAF1-68C01E9AFA17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누구에게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어떤 마음을 담아 편지를 쓰고 </a:t>
              </a:r>
              <a:r>
                <a:rPr lang="ko-KR" altLang="en-US" sz="2800" b="1" spc="-150" dirty="0" err="1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싶은지</a:t>
              </a: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생각해 보아요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2817E36C-0B2A-4F0E-8AB8-17F0323CD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49267D1-F23B-4C1B-B2C0-95282B9FEA73}"/>
              </a:ext>
            </a:extLst>
          </p:cNvPr>
          <p:cNvGrpSpPr/>
          <p:nvPr/>
        </p:nvGrpSpPr>
        <p:grpSpPr>
          <a:xfrm>
            <a:off x="1320275" y="3306064"/>
            <a:ext cx="10618318" cy="668148"/>
            <a:chOff x="1316250" y="770793"/>
            <a:chExt cx="10618318" cy="66814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319EBBE-5C19-43B0-B49A-EEA54D09193C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음악을 전하는 방법에는 어떤 것이 있을까요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DD198DD7-133B-4D88-A356-CCDDE38EB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EA1EC28-5DDB-4519-AA91-A78CE4977F66}"/>
              </a:ext>
            </a:extLst>
          </p:cNvPr>
          <p:cNvGrpSpPr/>
          <p:nvPr/>
        </p:nvGrpSpPr>
        <p:grpSpPr>
          <a:xfrm>
            <a:off x="1472675" y="4152914"/>
            <a:ext cx="9690625" cy="825678"/>
            <a:chOff x="2404613" y="6508334"/>
            <a:chExt cx="15978637" cy="1361440"/>
          </a:xfrm>
        </p:grpSpPr>
        <p:sp>
          <p:nvSpPr>
            <p:cNvPr id="40" name="object 29">
              <a:extLst>
                <a:ext uri="{FF2B5EF4-FFF2-40B4-BE49-F238E27FC236}">
                  <a16:creationId xmlns:a16="http://schemas.microsoft.com/office/drawing/2014/main" id="{C1D6332D-F964-44A9-BF55-EECBE9A4B783}"/>
                </a:ext>
              </a:extLst>
            </p:cNvPr>
            <p:cNvSpPr/>
            <p:nvPr/>
          </p:nvSpPr>
          <p:spPr>
            <a:xfrm>
              <a:off x="2404613" y="6508334"/>
              <a:ext cx="5130800" cy="1361440"/>
            </a:xfrm>
            <a:custGeom>
              <a:avLst/>
              <a:gdLst/>
              <a:ahLst/>
              <a:cxnLst/>
              <a:rect l="l" t="t" r="r" b="b"/>
              <a:pathLst>
                <a:path w="5130800" h="1361440">
                  <a:moveTo>
                    <a:pt x="4816607" y="0"/>
                  </a:moveTo>
                  <a:lnTo>
                    <a:pt x="314126" y="0"/>
                  </a:lnTo>
                  <a:lnTo>
                    <a:pt x="288460" y="1046"/>
                  </a:lnTo>
                  <a:lnTo>
                    <a:pt x="238871" y="9170"/>
                  </a:lnTo>
                  <a:lnTo>
                    <a:pt x="192157" y="24786"/>
                  </a:lnTo>
                  <a:lnTo>
                    <a:pt x="148976" y="47234"/>
                  </a:lnTo>
                  <a:lnTo>
                    <a:pt x="109989" y="75855"/>
                  </a:lnTo>
                  <a:lnTo>
                    <a:pt x="75855" y="109989"/>
                  </a:lnTo>
                  <a:lnTo>
                    <a:pt x="47234" y="148976"/>
                  </a:lnTo>
                  <a:lnTo>
                    <a:pt x="24786" y="192157"/>
                  </a:lnTo>
                  <a:lnTo>
                    <a:pt x="9170" y="238871"/>
                  </a:lnTo>
                  <a:lnTo>
                    <a:pt x="1046" y="288460"/>
                  </a:lnTo>
                  <a:lnTo>
                    <a:pt x="0" y="314126"/>
                  </a:lnTo>
                  <a:lnTo>
                    <a:pt x="0" y="1047088"/>
                  </a:lnTo>
                  <a:lnTo>
                    <a:pt x="4130" y="1097867"/>
                  </a:lnTo>
                  <a:lnTo>
                    <a:pt x="16083" y="1146101"/>
                  </a:lnTo>
                  <a:lnTo>
                    <a:pt x="35197" y="1191131"/>
                  </a:lnTo>
                  <a:lnTo>
                    <a:pt x="60814" y="1232297"/>
                  </a:lnTo>
                  <a:lnTo>
                    <a:pt x="92274" y="1268940"/>
                  </a:lnTo>
                  <a:lnTo>
                    <a:pt x="128917" y="1300400"/>
                  </a:lnTo>
                  <a:lnTo>
                    <a:pt x="170083" y="1326017"/>
                  </a:lnTo>
                  <a:lnTo>
                    <a:pt x="215113" y="1345131"/>
                  </a:lnTo>
                  <a:lnTo>
                    <a:pt x="263348" y="1357084"/>
                  </a:lnTo>
                  <a:lnTo>
                    <a:pt x="314126" y="1361215"/>
                  </a:lnTo>
                  <a:lnTo>
                    <a:pt x="4816607" y="1361215"/>
                  </a:lnTo>
                  <a:lnTo>
                    <a:pt x="4867385" y="1357084"/>
                  </a:lnTo>
                  <a:lnTo>
                    <a:pt x="4915619" y="1345131"/>
                  </a:lnTo>
                  <a:lnTo>
                    <a:pt x="4960650" y="1326017"/>
                  </a:lnTo>
                  <a:lnTo>
                    <a:pt x="5001816" y="1300400"/>
                  </a:lnTo>
                  <a:lnTo>
                    <a:pt x="5038459" y="1268940"/>
                  </a:lnTo>
                  <a:lnTo>
                    <a:pt x="5069918" y="1232297"/>
                  </a:lnTo>
                  <a:lnTo>
                    <a:pt x="5095535" y="1191131"/>
                  </a:lnTo>
                  <a:lnTo>
                    <a:pt x="5114650" y="1146101"/>
                  </a:lnTo>
                  <a:lnTo>
                    <a:pt x="5126603" y="1097867"/>
                  </a:lnTo>
                  <a:lnTo>
                    <a:pt x="5130733" y="1047088"/>
                  </a:lnTo>
                  <a:lnTo>
                    <a:pt x="5130733" y="314126"/>
                  </a:lnTo>
                  <a:lnTo>
                    <a:pt x="5126603" y="263348"/>
                  </a:lnTo>
                  <a:lnTo>
                    <a:pt x="5114650" y="215113"/>
                  </a:lnTo>
                  <a:lnTo>
                    <a:pt x="5095535" y="170083"/>
                  </a:lnTo>
                  <a:lnTo>
                    <a:pt x="5069918" y="128917"/>
                  </a:lnTo>
                  <a:lnTo>
                    <a:pt x="5038459" y="92274"/>
                  </a:lnTo>
                  <a:lnTo>
                    <a:pt x="5001816" y="60814"/>
                  </a:lnTo>
                  <a:lnTo>
                    <a:pt x="4960650" y="35197"/>
                  </a:lnTo>
                  <a:lnTo>
                    <a:pt x="4915619" y="16083"/>
                  </a:lnTo>
                  <a:lnTo>
                    <a:pt x="4867385" y="4130"/>
                  </a:lnTo>
                  <a:lnTo>
                    <a:pt x="481660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0">
              <a:extLst>
                <a:ext uri="{FF2B5EF4-FFF2-40B4-BE49-F238E27FC236}">
                  <a16:creationId xmlns:a16="http://schemas.microsoft.com/office/drawing/2014/main" id="{AAF35314-63A5-4904-A025-E9A55DD28611}"/>
                </a:ext>
              </a:extLst>
            </p:cNvPr>
            <p:cNvSpPr/>
            <p:nvPr/>
          </p:nvSpPr>
          <p:spPr>
            <a:xfrm>
              <a:off x="7828531" y="6508334"/>
              <a:ext cx="5130800" cy="1361440"/>
            </a:xfrm>
            <a:custGeom>
              <a:avLst/>
              <a:gdLst/>
              <a:ahLst/>
              <a:cxnLst/>
              <a:rect l="l" t="t" r="r" b="b"/>
              <a:pathLst>
                <a:path w="5130800" h="1361440">
                  <a:moveTo>
                    <a:pt x="4816607" y="0"/>
                  </a:moveTo>
                  <a:lnTo>
                    <a:pt x="314126" y="0"/>
                  </a:lnTo>
                  <a:lnTo>
                    <a:pt x="288460" y="1046"/>
                  </a:lnTo>
                  <a:lnTo>
                    <a:pt x="238871" y="9170"/>
                  </a:lnTo>
                  <a:lnTo>
                    <a:pt x="192157" y="24786"/>
                  </a:lnTo>
                  <a:lnTo>
                    <a:pt x="148976" y="47234"/>
                  </a:lnTo>
                  <a:lnTo>
                    <a:pt x="109989" y="75855"/>
                  </a:lnTo>
                  <a:lnTo>
                    <a:pt x="75855" y="109989"/>
                  </a:lnTo>
                  <a:lnTo>
                    <a:pt x="47234" y="148976"/>
                  </a:lnTo>
                  <a:lnTo>
                    <a:pt x="24786" y="192157"/>
                  </a:lnTo>
                  <a:lnTo>
                    <a:pt x="9170" y="238871"/>
                  </a:lnTo>
                  <a:lnTo>
                    <a:pt x="1046" y="288460"/>
                  </a:lnTo>
                  <a:lnTo>
                    <a:pt x="0" y="314126"/>
                  </a:lnTo>
                  <a:lnTo>
                    <a:pt x="0" y="1047088"/>
                  </a:lnTo>
                  <a:lnTo>
                    <a:pt x="4130" y="1097867"/>
                  </a:lnTo>
                  <a:lnTo>
                    <a:pt x="16083" y="1146101"/>
                  </a:lnTo>
                  <a:lnTo>
                    <a:pt x="35197" y="1191131"/>
                  </a:lnTo>
                  <a:lnTo>
                    <a:pt x="60814" y="1232297"/>
                  </a:lnTo>
                  <a:lnTo>
                    <a:pt x="92274" y="1268940"/>
                  </a:lnTo>
                  <a:lnTo>
                    <a:pt x="128917" y="1300400"/>
                  </a:lnTo>
                  <a:lnTo>
                    <a:pt x="170083" y="1326017"/>
                  </a:lnTo>
                  <a:lnTo>
                    <a:pt x="215113" y="1345131"/>
                  </a:lnTo>
                  <a:lnTo>
                    <a:pt x="263348" y="1357084"/>
                  </a:lnTo>
                  <a:lnTo>
                    <a:pt x="314126" y="1361215"/>
                  </a:lnTo>
                  <a:lnTo>
                    <a:pt x="4816607" y="1361215"/>
                  </a:lnTo>
                  <a:lnTo>
                    <a:pt x="4867385" y="1357084"/>
                  </a:lnTo>
                  <a:lnTo>
                    <a:pt x="4915619" y="1345131"/>
                  </a:lnTo>
                  <a:lnTo>
                    <a:pt x="4960650" y="1326017"/>
                  </a:lnTo>
                  <a:lnTo>
                    <a:pt x="5001816" y="1300400"/>
                  </a:lnTo>
                  <a:lnTo>
                    <a:pt x="5038459" y="1268940"/>
                  </a:lnTo>
                  <a:lnTo>
                    <a:pt x="5069918" y="1232297"/>
                  </a:lnTo>
                  <a:lnTo>
                    <a:pt x="5095535" y="1191131"/>
                  </a:lnTo>
                  <a:lnTo>
                    <a:pt x="5114650" y="1146101"/>
                  </a:lnTo>
                  <a:lnTo>
                    <a:pt x="5126603" y="1097867"/>
                  </a:lnTo>
                  <a:lnTo>
                    <a:pt x="5130733" y="1047088"/>
                  </a:lnTo>
                  <a:lnTo>
                    <a:pt x="5130733" y="314126"/>
                  </a:lnTo>
                  <a:lnTo>
                    <a:pt x="5126603" y="263348"/>
                  </a:lnTo>
                  <a:lnTo>
                    <a:pt x="5114650" y="215113"/>
                  </a:lnTo>
                  <a:lnTo>
                    <a:pt x="5095535" y="170083"/>
                  </a:lnTo>
                  <a:lnTo>
                    <a:pt x="5069918" y="128917"/>
                  </a:lnTo>
                  <a:lnTo>
                    <a:pt x="5038459" y="92274"/>
                  </a:lnTo>
                  <a:lnTo>
                    <a:pt x="5001816" y="60814"/>
                  </a:lnTo>
                  <a:lnTo>
                    <a:pt x="4960650" y="35197"/>
                  </a:lnTo>
                  <a:lnTo>
                    <a:pt x="4915619" y="16083"/>
                  </a:lnTo>
                  <a:lnTo>
                    <a:pt x="4867385" y="4130"/>
                  </a:lnTo>
                  <a:lnTo>
                    <a:pt x="481660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31">
              <a:extLst>
                <a:ext uri="{FF2B5EF4-FFF2-40B4-BE49-F238E27FC236}">
                  <a16:creationId xmlns:a16="http://schemas.microsoft.com/office/drawing/2014/main" id="{3E005AC6-231E-40BC-9A4B-8B0EA7B04A42}"/>
                </a:ext>
              </a:extLst>
            </p:cNvPr>
            <p:cNvSpPr/>
            <p:nvPr/>
          </p:nvSpPr>
          <p:spPr>
            <a:xfrm>
              <a:off x="13252450" y="6508334"/>
              <a:ext cx="5130800" cy="1361440"/>
            </a:xfrm>
            <a:custGeom>
              <a:avLst/>
              <a:gdLst/>
              <a:ahLst/>
              <a:cxnLst/>
              <a:rect l="l" t="t" r="r" b="b"/>
              <a:pathLst>
                <a:path w="5130800" h="1361440">
                  <a:moveTo>
                    <a:pt x="4816607" y="0"/>
                  </a:moveTo>
                  <a:lnTo>
                    <a:pt x="314126" y="0"/>
                  </a:lnTo>
                  <a:lnTo>
                    <a:pt x="288460" y="1046"/>
                  </a:lnTo>
                  <a:lnTo>
                    <a:pt x="238871" y="9170"/>
                  </a:lnTo>
                  <a:lnTo>
                    <a:pt x="192157" y="24786"/>
                  </a:lnTo>
                  <a:lnTo>
                    <a:pt x="148976" y="47234"/>
                  </a:lnTo>
                  <a:lnTo>
                    <a:pt x="109989" y="75855"/>
                  </a:lnTo>
                  <a:lnTo>
                    <a:pt x="75855" y="109989"/>
                  </a:lnTo>
                  <a:lnTo>
                    <a:pt x="47234" y="148976"/>
                  </a:lnTo>
                  <a:lnTo>
                    <a:pt x="24786" y="192157"/>
                  </a:lnTo>
                  <a:lnTo>
                    <a:pt x="9170" y="238871"/>
                  </a:lnTo>
                  <a:lnTo>
                    <a:pt x="1046" y="288460"/>
                  </a:lnTo>
                  <a:lnTo>
                    <a:pt x="0" y="314126"/>
                  </a:lnTo>
                  <a:lnTo>
                    <a:pt x="0" y="1047088"/>
                  </a:lnTo>
                  <a:lnTo>
                    <a:pt x="4130" y="1097867"/>
                  </a:lnTo>
                  <a:lnTo>
                    <a:pt x="16083" y="1146101"/>
                  </a:lnTo>
                  <a:lnTo>
                    <a:pt x="35197" y="1191131"/>
                  </a:lnTo>
                  <a:lnTo>
                    <a:pt x="60814" y="1232297"/>
                  </a:lnTo>
                  <a:lnTo>
                    <a:pt x="92274" y="1268940"/>
                  </a:lnTo>
                  <a:lnTo>
                    <a:pt x="128917" y="1300400"/>
                  </a:lnTo>
                  <a:lnTo>
                    <a:pt x="170083" y="1326017"/>
                  </a:lnTo>
                  <a:lnTo>
                    <a:pt x="215113" y="1345131"/>
                  </a:lnTo>
                  <a:lnTo>
                    <a:pt x="263348" y="1357084"/>
                  </a:lnTo>
                  <a:lnTo>
                    <a:pt x="314126" y="1361215"/>
                  </a:lnTo>
                  <a:lnTo>
                    <a:pt x="4816607" y="1361215"/>
                  </a:lnTo>
                  <a:lnTo>
                    <a:pt x="4867385" y="1357084"/>
                  </a:lnTo>
                  <a:lnTo>
                    <a:pt x="4915619" y="1345131"/>
                  </a:lnTo>
                  <a:lnTo>
                    <a:pt x="4960650" y="1326017"/>
                  </a:lnTo>
                  <a:lnTo>
                    <a:pt x="5001816" y="1300400"/>
                  </a:lnTo>
                  <a:lnTo>
                    <a:pt x="5038459" y="1268940"/>
                  </a:lnTo>
                  <a:lnTo>
                    <a:pt x="5069918" y="1232297"/>
                  </a:lnTo>
                  <a:lnTo>
                    <a:pt x="5095535" y="1191131"/>
                  </a:lnTo>
                  <a:lnTo>
                    <a:pt x="5114650" y="1146101"/>
                  </a:lnTo>
                  <a:lnTo>
                    <a:pt x="5126603" y="1097867"/>
                  </a:lnTo>
                  <a:lnTo>
                    <a:pt x="5130733" y="1047088"/>
                  </a:lnTo>
                  <a:lnTo>
                    <a:pt x="5130733" y="314126"/>
                  </a:lnTo>
                  <a:lnTo>
                    <a:pt x="5126603" y="263348"/>
                  </a:lnTo>
                  <a:lnTo>
                    <a:pt x="5114650" y="215113"/>
                  </a:lnTo>
                  <a:lnTo>
                    <a:pt x="5095535" y="170083"/>
                  </a:lnTo>
                  <a:lnTo>
                    <a:pt x="5069918" y="128917"/>
                  </a:lnTo>
                  <a:lnTo>
                    <a:pt x="5038459" y="92274"/>
                  </a:lnTo>
                  <a:lnTo>
                    <a:pt x="5001816" y="60814"/>
                  </a:lnTo>
                  <a:lnTo>
                    <a:pt x="4960650" y="35197"/>
                  </a:lnTo>
                  <a:lnTo>
                    <a:pt x="4915619" y="16083"/>
                  </a:lnTo>
                  <a:lnTo>
                    <a:pt x="4867385" y="4130"/>
                  </a:lnTo>
                  <a:lnTo>
                    <a:pt x="481660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21AD229E-4708-461C-B72D-6AE77F3EE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413" y="4300992"/>
            <a:ext cx="515383" cy="51819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44103FB5-EB0C-466F-B210-C1B7A3D8C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972" y="4319721"/>
            <a:ext cx="515383" cy="518191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86ABB265-B288-414E-ABC5-A547A4E3E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9760" y="4300733"/>
            <a:ext cx="515383" cy="518191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7D01FEC6-F7EF-4AFD-87A2-91BE8D5ABB52}"/>
              </a:ext>
            </a:extLst>
          </p:cNvPr>
          <p:cNvGrpSpPr/>
          <p:nvPr/>
        </p:nvGrpSpPr>
        <p:grpSpPr>
          <a:xfrm>
            <a:off x="1476071" y="4152914"/>
            <a:ext cx="9690625" cy="825678"/>
            <a:chOff x="992865" y="5269074"/>
            <a:chExt cx="9690625" cy="825678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088EBCFA-2F65-4C0A-9925-29CBCFF4D883}"/>
                </a:ext>
              </a:extLst>
            </p:cNvPr>
            <p:cNvGrpSpPr/>
            <p:nvPr/>
          </p:nvGrpSpPr>
          <p:grpSpPr>
            <a:xfrm>
              <a:off x="992865" y="5269074"/>
              <a:ext cx="9690625" cy="825678"/>
              <a:chOff x="2404613" y="6508334"/>
              <a:chExt cx="15978637" cy="1361440"/>
            </a:xfrm>
          </p:grpSpPr>
          <p:sp>
            <p:nvSpPr>
              <p:cNvPr id="53" name="object 29">
                <a:extLst>
                  <a:ext uri="{FF2B5EF4-FFF2-40B4-BE49-F238E27FC236}">
                    <a16:creationId xmlns:a16="http://schemas.microsoft.com/office/drawing/2014/main" id="{53CBE512-6B6B-4849-BDFC-A1C4C2AF7CFF}"/>
                  </a:ext>
                </a:extLst>
              </p:cNvPr>
              <p:cNvSpPr/>
              <p:nvPr/>
            </p:nvSpPr>
            <p:spPr>
              <a:xfrm>
                <a:off x="2404613" y="6508334"/>
                <a:ext cx="5130800" cy="1361440"/>
              </a:xfrm>
              <a:custGeom>
                <a:avLst/>
                <a:gdLst/>
                <a:ahLst/>
                <a:cxnLst/>
                <a:rect l="l" t="t" r="r" b="b"/>
                <a:pathLst>
                  <a:path w="5130800" h="1361440">
                    <a:moveTo>
                      <a:pt x="4816607" y="0"/>
                    </a:moveTo>
                    <a:lnTo>
                      <a:pt x="314126" y="0"/>
                    </a:lnTo>
                    <a:lnTo>
                      <a:pt x="288460" y="1046"/>
                    </a:lnTo>
                    <a:lnTo>
                      <a:pt x="238871" y="9170"/>
                    </a:lnTo>
                    <a:lnTo>
                      <a:pt x="192157" y="24786"/>
                    </a:lnTo>
                    <a:lnTo>
                      <a:pt x="148976" y="47234"/>
                    </a:lnTo>
                    <a:lnTo>
                      <a:pt x="109989" y="75855"/>
                    </a:lnTo>
                    <a:lnTo>
                      <a:pt x="75855" y="109989"/>
                    </a:lnTo>
                    <a:lnTo>
                      <a:pt x="47234" y="148976"/>
                    </a:lnTo>
                    <a:lnTo>
                      <a:pt x="24786" y="192157"/>
                    </a:lnTo>
                    <a:lnTo>
                      <a:pt x="9170" y="238871"/>
                    </a:lnTo>
                    <a:lnTo>
                      <a:pt x="1046" y="288460"/>
                    </a:lnTo>
                    <a:lnTo>
                      <a:pt x="0" y="314126"/>
                    </a:lnTo>
                    <a:lnTo>
                      <a:pt x="0" y="1047088"/>
                    </a:lnTo>
                    <a:lnTo>
                      <a:pt x="4130" y="1097867"/>
                    </a:lnTo>
                    <a:lnTo>
                      <a:pt x="16083" y="1146101"/>
                    </a:lnTo>
                    <a:lnTo>
                      <a:pt x="35197" y="1191131"/>
                    </a:lnTo>
                    <a:lnTo>
                      <a:pt x="60814" y="1232297"/>
                    </a:lnTo>
                    <a:lnTo>
                      <a:pt x="92274" y="1268940"/>
                    </a:lnTo>
                    <a:lnTo>
                      <a:pt x="128917" y="1300400"/>
                    </a:lnTo>
                    <a:lnTo>
                      <a:pt x="170083" y="1326017"/>
                    </a:lnTo>
                    <a:lnTo>
                      <a:pt x="215113" y="1345131"/>
                    </a:lnTo>
                    <a:lnTo>
                      <a:pt x="263348" y="1357084"/>
                    </a:lnTo>
                    <a:lnTo>
                      <a:pt x="314126" y="1361215"/>
                    </a:lnTo>
                    <a:lnTo>
                      <a:pt x="4816607" y="1361215"/>
                    </a:lnTo>
                    <a:lnTo>
                      <a:pt x="4867385" y="1357084"/>
                    </a:lnTo>
                    <a:lnTo>
                      <a:pt x="4915619" y="1345131"/>
                    </a:lnTo>
                    <a:lnTo>
                      <a:pt x="4960650" y="1326017"/>
                    </a:lnTo>
                    <a:lnTo>
                      <a:pt x="5001816" y="1300400"/>
                    </a:lnTo>
                    <a:lnTo>
                      <a:pt x="5038459" y="1268940"/>
                    </a:lnTo>
                    <a:lnTo>
                      <a:pt x="5069918" y="1232297"/>
                    </a:lnTo>
                    <a:lnTo>
                      <a:pt x="5095535" y="1191131"/>
                    </a:lnTo>
                    <a:lnTo>
                      <a:pt x="5114650" y="1146101"/>
                    </a:lnTo>
                    <a:lnTo>
                      <a:pt x="5126603" y="1097867"/>
                    </a:lnTo>
                    <a:lnTo>
                      <a:pt x="5130733" y="1047088"/>
                    </a:lnTo>
                    <a:lnTo>
                      <a:pt x="5130733" y="314126"/>
                    </a:lnTo>
                    <a:lnTo>
                      <a:pt x="5126603" y="263348"/>
                    </a:lnTo>
                    <a:lnTo>
                      <a:pt x="5114650" y="215113"/>
                    </a:lnTo>
                    <a:lnTo>
                      <a:pt x="5095535" y="170083"/>
                    </a:lnTo>
                    <a:lnTo>
                      <a:pt x="5069918" y="128917"/>
                    </a:lnTo>
                    <a:lnTo>
                      <a:pt x="5038459" y="92274"/>
                    </a:lnTo>
                    <a:lnTo>
                      <a:pt x="5001816" y="60814"/>
                    </a:lnTo>
                    <a:lnTo>
                      <a:pt x="4960650" y="35197"/>
                    </a:lnTo>
                    <a:lnTo>
                      <a:pt x="4915619" y="16083"/>
                    </a:lnTo>
                    <a:lnTo>
                      <a:pt x="4867385" y="4130"/>
                    </a:lnTo>
                    <a:lnTo>
                      <a:pt x="4816607" y="0"/>
                    </a:lnTo>
                    <a:close/>
                  </a:path>
                </a:pathLst>
              </a:custGeom>
              <a:solidFill>
                <a:srgbClr val="F9ECE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4" name="object 30">
                <a:extLst>
                  <a:ext uri="{FF2B5EF4-FFF2-40B4-BE49-F238E27FC236}">
                    <a16:creationId xmlns:a16="http://schemas.microsoft.com/office/drawing/2014/main" id="{FCF11F47-0744-4A77-9195-AF64E7530CF9}"/>
                  </a:ext>
                </a:extLst>
              </p:cNvPr>
              <p:cNvSpPr/>
              <p:nvPr/>
            </p:nvSpPr>
            <p:spPr>
              <a:xfrm>
                <a:off x="7828531" y="6508334"/>
                <a:ext cx="5130800" cy="1361440"/>
              </a:xfrm>
              <a:custGeom>
                <a:avLst/>
                <a:gdLst/>
                <a:ahLst/>
                <a:cxnLst/>
                <a:rect l="l" t="t" r="r" b="b"/>
                <a:pathLst>
                  <a:path w="5130800" h="1361440">
                    <a:moveTo>
                      <a:pt x="4816607" y="0"/>
                    </a:moveTo>
                    <a:lnTo>
                      <a:pt x="314126" y="0"/>
                    </a:lnTo>
                    <a:lnTo>
                      <a:pt x="288460" y="1046"/>
                    </a:lnTo>
                    <a:lnTo>
                      <a:pt x="238871" y="9170"/>
                    </a:lnTo>
                    <a:lnTo>
                      <a:pt x="192157" y="24786"/>
                    </a:lnTo>
                    <a:lnTo>
                      <a:pt x="148976" y="47234"/>
                    </a:lnTo>
                    <a:lnTo>
                      <a:pt x="109989" y="75855"/>
                    </a:lnTo>
                    <a:lnTo>
                      <a:pt x="75855" y="109989"/>
                    </a:lnTo>
                    <a:lnTo>
                      <a:pt x="47234" y="148976"/>
                    </a:lnTo>
                    <a:lnTo>
                      <a:pt x="24786" y="192157"/>
                    </a:lnTo>
                    <a:lnTo>
                      <a:pt x="9170" y="238871"/>
                    </a:lnTo>
                    <a:lnTo>
                      <a:pt x="1046" y="288460"/>
                    </a:lnTo>
                    <a:lnTo>
                      <a:pt x="0" y="314126"/>
                    </a:lnTo>
                    <a:lnTo>
                      <a:pt x="0" y="1047088"/>
                    </a:lnTo>
                    <a:lnTo>
                      <a:pt x="4130" y="1097867"/>
                    </a:lnTo>
                    <a:lnTo>
                      <a:pt x="16083" y="1146101"/>
                    </a:lnTo>
                    <a:lnTo>
                      <a:pt x="35197" y="1191131"/>
                    </a:lnTo>
                    <a:lnTo>
                      <a:pt x="60814" y="1232297"/>
                    </a:lnTo>
                    <a:lnTo>
                      <a:pt x="92274" y="1268940"/>
                    </a:lnTo>
                    <a:lnTo>
                      <a:pt x="128917" y="1300400"/>
                    </a:lnTo>
                    <a:lnTo>
                      <a:pt x="170083" y="1326017"/>
                    </a:lnTo>
                    <a:lnTo>
                      <a:pt x="215113" y="1345131"/>
                    </a:lnTo>
                    <a:lnTo>
                      <a:pt x="263348" y="1357084"/>
                    </a:lnTo>
                    <a:lnTo>
                      <a:pt x="314126" y="1361215"/>
                    </a:lnTo>
                    <a:lnTo>
                      <a:pt x="4816607" y="1361215"/>
                    </a:lnTo>
                    <a:lnTo>
                      <a:pt x="4867385" y="1357084"/>
                    </a:lnTo>
                    <a:lnTo>
                      <a:pt x="4915619" y="1345131"/>
                    </a:lnTo>
                    <a:lnTo>
                      <a:pt x="4960650" y="1326017"/>
                    </a:lnTo>
                    <a:lnTo>
                      <a:pt x="5001816" y="1300400"/>
                    </a:lnTo>
                    <a:lnTo>
                      <a:pt x="5038459" y="1268940"/>
                    </a:lnTo>
                    <a:lnTo>
                      <a:pt x="5069918" y="1232297"/>
                    </a:lnTo>
                    <a:lnTo>
                      <a:pt x="5095535" y="1191131"/>
                    </a:lnTo>
                    <a:lnTo>
                      <a:pt x="5114650" y="1146101"/>
                    </a:lnTo>
                    <a:lnTo>
                      <a:pt x="5126603" y="1097867"/>
                    </a:lnTo>
                    <a:lnTo>
                      <a:pt x="5130733" y="1047088"/>
                    </a:lnTo>
                    <a:lnTo>
                      <a:pt x="5130733" y="314126"/>
                    </a:lnTo>
                    <a:lnTo>
                      <a:pt x="5126603" y="263348"/>
                    </a:lnTo>
                    <a:lnTo>
                      <a:pt x="5114650" y="215113"/>
                    </a:lnTo>
                    <a:lnTo>
                      <a:pt x="5095535" y="170083"/>
                    </a:lnTo>
                    <a:lnTo>
                      <a:pt x="5069918" y="128917"/>
                    </a:lnTo>
                    <a:lnTo>
                      <a:pt x="5038459" y="92274"/>
                    </a:lnTo>
                    <a:lnTo>
                      <a:pt x="5001816" y="60814"/>
                    </a:lnTo>
                    <a:lnTo>
                      <a:pt x="4960650" y="35197"/>
                    </a:lnTo>
                    <a:lnTo>
                      <a:pt x="4915619" y="16083"/>
                    </a:lnTo>
                    <a:lnTo>
                      <a:pt x="4867385" y="4130"/>
                    </a:lnTo>
                    <a:lnTo>
                      <a:pt x="4816607" y="0"/>
                    </a:lnTo>
                    <a:close/>
                  </a:path>
                </a:pathLst>
              </a:custGeom>
              <a:solidFill>
                <a:srgbClr val="F9ECE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31">
                <a:extLst>
                  <a:ext uri="{FF2B5EF4-FFF2-40B4-BE49-F238E27FC236}">
                    <a16:creationId xmlns:a16="http://schemas.microsoft.com/office/drawing/2014/main" id="{4E70E6F0-657B-4185-B8E7-E5A9E7866725}"/>
                  </a:ext>
                </a:extLst>
              </p:cNvPr>
              <p:cNvSpPr/>
              <p:nvPr/>
            </p:nvSpPr>
            <p:spPr>
              <a:xfrm>
                <a:off x="13252450" y="6508334"/>
                <a:ext cx="5130800" cy="1361440"/>
              </a:xfrm>
              <a:custGeom>
                <a:avLst/>
                <a:gdLst/>
                <a:ahLst/>
                <a:cxnLst/>
                <a:rect l="l" t="t" r="r" b="b"/>
                <a:pathLst>
                  <a:path w="5130800" h="1361440">
                    <a:moveTo>
                      <a:pt x="4816607" y="0"/>
                    </a:moveTo>
                    <a:lnTo>
                      <a:pt x="314126" y="0"/>
                    </a:lnTo>
                    <a:lnTo>
                      <a:pt x="288460" y="1046"/>
                    </a:lnTo>
                    <a:lnTo>
                      <a:pt x="238871" y="9170"/>
                    </a:lnTo>
                    <a:lnTo>
                      <a:pt x="192157" y="24786"/>
                    </a:lnTo>
                    <a:lnTo>
                      <a:pt x="148976" y="47234"/>
                    </a:lnTo>
                    <a:lnTo>
                      <a:pt x="109989" y="75855"/>
                    </a:lnTo>
                    <a:lnTo>
                      <a:pt x="75855" y="109989"/>
                    </a:lnTo>
                    <a:lnTo>
                      <a:pt x="47234" y="148976"/>
                    </a:lnTo>
                    <a:lnTo>
                      <a:pt x="24786" y="192157"/>
                    </a:lnTo>
                    <a:lnTo>
                      <a:pt x="9170" y="238871"/>
                    </a:lnTo>
                    <a:lnTo>
                      <a:pt x="1046" y="288460"/>
                    </a:lnTo>
                    <a:lnTo>
                      <a:pt x="0" y="314126"/>
                    </a:lnTo>
                    <a:lnTo>
                      <a:pt x="0" y="1047088"/>
                    </a:lnTo>
                    <a:lnTo>
                      <a:pt x="4130" y="1097867"/>
                    </a:lnTo>
                    <a:lnTo>
                      <a:pt x="16083" y="1146101"/>
                    </a:lnTo>
                    <a:lnTo>
                      <a:pt x="35197" y="1191131"/>
                    </a:lnTo>
                    <a:lnTo>
                      <a:pt x="60814" y="1232297"/>
                    </a:lnTo>
                    <a:lnTo>
                      <a:pt x="92274" y="1268940"/>
                    </a:lnTo>
                    <a:lnTo>
                      <a:pt x="128917" y="1300400"/>
                    </a:lnTo>
                    <a:lnTo>
                      <a:pt x="170083" y="1326017"/>
                    </a:lnTo>
                    <a:lnTo>
                      <a:pt x="215113" y="1345131"/>
                    </a:lnTo>
                    <a:lnTo>
                      <a:pt x="263348" y="1357084"/>
                    </a:lnTo>
                    <a:lnTo>
                      <a:pt x="314126" y="1361215"/>
                    </a:lnTo>
                    <a:lnTo>
                      <a:pt x="4816607" y="1361215"/>
                    </a:lnTo>
                    <a:lnTo>
                      <a:pt x="4867385" y="1357084"/>
                    </a:lnTo>
                    <a:lnTo>
                      <a:pt x="4915619" y="1345131"/>
                    </a:lnTo>
                    <a:lnTo>
                      <a:pt x="4960650" y="1326017"/>
                    </a:lnTo>
                    <a:lnTo>
                      <a:pt x="5001816" y="1300400"/>
                    </a:lnTo>
                    <a:lnTo>
                      <a:pt x="5038459" y="1268940"/>
                    </a:lnTo>
                    <a:lnTo>
                      <a:pt x="5069918" y="1232297"/>
                    </a:lnTo>
                    <a:lnTo>
                      <a:pt x="5095535" y="1191131"/>
                    </a:lnTo>
                    <a:lnTo>
                      <a:pt x="5114650" y="1146101"/>
                    </a:lnTo>
                    <a:lnTo>
                      <a:pt x="5126603" y="1097867"/>
                    </a:lnTo>
                    <a:lnTo>
                      <a:pt x="5130733" y="1047088"/>
                    </a:lnTo>
                    <a:lnTo>
                      <a:pt x="5130733" y="314126"/>
                    </a:lnTo>
                    <a:lnTo>
                      <a:pt x="5126603" y="263348"/>
                    </a:lnTo>
                    <a:lnTo>
                      <a:pt x="5114650" y="215113"/>
                    </a:lnTo>
                    <a:lnTo>
                      <a:pt x="5095535" y="170083"/>
                    </a:lnTo>
                    <a:lnTo>
                      <a:pt x="5069918" y="128917"/>
                    </a:lnTo>
                    <a:lnTo>
                      <a:pt x="5038459" y="92274"/>
                    </a:lnTo>
                    <a:lnTo>
                      <a:pt x="5001816" y="60814"/>
                    </a:lnTo>
                    <a:lnTo>
                      <a:pt x="4960650" y="35197"/>
                    </a:lnTo>
                    <a:lnTo>
                      <a:pt x="4915619" y="16083"/>
                    </a:lnTo>
                    <a:lnTo>
                      <a:pt x="4867385" y="4130"/>
                    </a:lnTo>
                    <a:lnTo>
                      <a:pt x="4816607" y="0"/>
                    </a:lnTo>
                    <a:close/>
                  </a:path>
                </a:pathLst>
              </a:custGeom>
              <a:solidFill>
                <a:srgbClr val="F9ECE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8" name="object 34">
              <a:extLst>
                <a:ext uri="{FF2B5EF4-FFF2-40B4-BE49-F238E27FC236}">
                  <a16:creationId xmlns:a16="http://schemas.microsoft.com/office/drawing/2014/main" id="{C57802C0-DF92-4166-AE70-01C263120983}"/>
                </a:ext>
              </a:extLst>
            </p:cNvPr>
            <p:cNvSpPr/>
            <p:nvPr/>
          </p:nvSpPr>
          <p:spPr>
            <a:xfrm>
              <a:off x="1028958" y="5516885"/>
              <a:ext cx="3085128" cy="325193"/>
            </a:xfrm>
            <a:custGeom>
              <a:avLst/>
              <a:gdLst/>
              <a:ahLst/>
              <a:cxnLst/>
              <a:rect l="l" t="t" r="r" b="b"/>
              <a:pathLst>
                <a:path w="15722600" h="1466214">
                  <a:moveTo>
                    <a:pt x="15407907" y="0"/>
                  </a:moveTo>
                  <a:lnTo>
                    <a:pt x="314126" y="0"/>
                  </a:lnTo>
                  <a:lnTo>
                    <a:pt x="288460" y="1046"/>
                  </a:lnTo>
                  <a:lnTo>
                    <a:pt x="238871" y="9170"/>
                  </a:lnTo>
                  <a:lnTo>
                    <a:pt x="192157" y="24786"/>
                  </a:lnTo>
                  <a:lnTo>
                    <a:pt x="148976" y="47234"/>
                  </a:lnTo>
                  <a:lnTo>
                    <a:pt x="109989" y="75855"/>
                  </a:lnTo>
                  <a:lnTo>
                    <a:pt x="75855" y="109989"/>
                  </a:lnTo>
                  <a:lnTo>
                    <a:pt x="47234" y="148976"/>
                  </a:lnTo>
                  <a:lnTo>
                    <a:pt x="24786" y="192157"/>
                  </a:lnTo>
                  <a:lnTo>
                    <a:pt x="9170" y="238871"/>
                  </a:lnTo>
                  <a:lnTo>
                    <a:pt x="1046" y="288460"/>
                  </a:lnTo>
                  <a:lnTo>
                    <a:pt x="0" y="314126"/>
                  </a:lnTo>
                  <a:lnTo>
                    <a:pt x="0" y="1151797"/>
                  </a:lnTo>
                  <a:lnTo>
                    <a:pt x="4130" y="1202575"/>
                  </a:lnTo>
                  <a:lnTo>
                    <a:pt x="16083" y="1250810"/>
                  </a:lnTo>
                  <a:lnTo>
                    <a:pt x="35197" y="1295840"/>
                  </a:lnTo>
                  <a:lnTo>
                    <a:pt x="60814" y="1337006"/>
                  </a:lnTo>
                  <a:lnTo>
                    <a:pt x="92274" y="1373649"/>
                  </a:lnTo>
                  <a:lnTo>
                    <a:pt x="128917" y="1405109"/>
                  </a:lnTo>
                  <a:lnTo>
                    <a:pt x="170083" y="1430726"/>
                  </a:lnTo>
                  <a:lnTo>
                    <a:pt x="215113" y="1449840"/>
                  </a:lnTo>
                  <a:lnTo>
                    <a:pt x="263348" y="1461793"/>
                  </a:lnTo>
                  <a:lnTo>
                    <a:pt x="314126" y="1465923"/>
                  </a:lnTo>
                  <a:lnTo>
                    <a:pt x="15407907" y="1465923"/>
                  </a:lnTo>
                  <a:lnTo>
                    <a:pt x="15458686" y="1461793"/>
                  </a:lnTo>
                  <a:lnTo>
                    <a:pt x="15506920" y="1449840"/>
                  </a:lnTo>
                  <a:lnTo>
                    <a:pt x="15551950" y="1430726"/>
                  </a:lnTo>
                  <a:lnTo>
                    <a:pt x="15593116" y="1405109"/>
                  </a:lnTo>
                  <a:lnTo>
                    <a:pt x="15629759" y="1373649"/>
                  </a:lnTo>
                  <a:lnTo>
                    <a:pt x="15661219" y="1337006"/>
                  </a:lnTo>
                  <a:lnTo>
                    <a:pt x="15686836" y="1295840"/>
                  </a:lnTo>
                  <a:lnTo>
                    <a:pt x="15705951" y="1250810"/>
                  </a:lnTo>
                  <a:lnTo>
                    <a:pt x="15717903" y="1202575"/>
                  </a:lnTo>
                  <a:lnTo>
                    <a:pt x="15722034" y="1151797"/>
                  </a:lnTo>
                  <a:lnTo>
                    <a:pt x="15722034" y="314126"/>
                  </a:lnTo>
                  <a:lnTo>
                    <a:pt x="15717903" y="263348"/>
                  </a:lnTo>
                  <a:lnTo>
                    <a:pt x="15705951" y="215113"/>
                  </a:lnTo>
                  <a:lnTo>
                    <a:pt x="15686836" y="170083"/>
                  </a:lnTo>
                  <a:lnTo>
                    <a:pt x="15661219" y="128917"/>
                  </a:lnTo>
                  <a:lnTo>
                    <a:pt x="15629759" y="92274"/>
                  </a:lnTo>
                  <a:lnTo>
                    <a:pt x="15593116" y="60814"/>
                  </a:lnTo>
                  <a:lnTo>
                    <a:pt x="15551950" y="35197"/>
                  </a:lnTo>
                  <a:lnTo>
                    <a:pt x="15506920" y="16083"/>
                  </a:lnTo>
                  <a:lnTo>
                    <a:pt x="15458686" y="4130"/>
                  </a:lnTo>
                  <a:lnTo>
                    <a:pt x="1540790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2800" b="1" spc="-150" dirty="0">
                  <a:solidFill>
                    <a:srgbClr val="CC210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악기 연주하기</a:t>
              </a:r>
              <a:endParaRPr sz="28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9" name="object 34">
              <a:extLst>
                <a:ext uri="{FF2B5EF4-FFF2-40B4-BE49-F238E27FC236}">
                  <a16:creationId xmlns:a16="http://schemas.microsoft.com/office/drawing/2014/main" id="{7C85AC54-12DC-461A-9CCB-82483C48981E}"/>
                </a:ext>
              </a:extLst>
            </p:cNvPr>
            <p:cNvSpPr/>
            <p:nvPr/>
          </p:nvSpPr>
          <p:spPr>
            <a:xfrm>
              <a:off x="4299192" y="5516885"/>
              <a:ext cx="3085128" cy="325193"/>
            </a:xfrm>
            <a:custGeom>
              <a:avLst/>
              <a:gdLst/>
              <a:ahLst/>
              <a:cxnLst/>
              <a:rect l="l" t="t" r="r" b="b"/>
              <a:pathLst>
                <a:path w="15722600" h="1466214">
                  <a:moveTo>
                    <a:pt x="15407907" y="0"/>
                  </a:moveTo>
                  <a:lnTo>
                    <a:pt x="314126" y="0"/>
                  </a:lnTo>
                  <a:lnTo>
                    <a:pt x="288460" y="1046"/>
                  </a:lnTo>
                  <a:lnTo>
                    <a:pt x="238871" y="9170"/>
                  </a:lnTo>
                  <a:lnTo>
                    <a:pt x="192157" y="24786"/>
                  </a:lnTo>
                  <a:lnTo>
                    <a:pt x="148976" y="47234"/>
                  </a:lnTo>
                  <a:lnTo>
                    <a:pt x="109989" y="75855"/>
                  </a:lnTo>
                  <a:lnTo>
                    <a:pt x="75855" y="109989"/>
                  </a:lnTo>
                  <a:lnTo>
                    <a:pt x="47234" y="148976"/>
                  </a:lnTo>
                  <a:lnTo>
                    <a:pt x="24786" y="192157"/>
                  </a:lnTo>
                  <a:lnTo>
                    <a:pt x="9170" y="238871"/>
                  </a:lnTo>
                  <a:lnTo>
                    <a:pt x="1046" y="288460"/>
                  </a:lnTo>
                  <a:lnTo>
                    <a:pt x="0" y="314126"/>
                  </a:lnTo>
                  <a:lnTo>
                    <a:pt x="0" y="1151797"/>
                  </a:lnTo>
                  <a:lnTo>
                    <a:pt x="4130" y="1202575"/>
                  </a:lnTo>
                  <a:lnTo>
                    <a:pt x="16083" y="1250810"/>
                  </a:lnTo>
                  <a:lnTo>
                    <a:pt x="35197" y="1295840"/>
                  </a:lnTo>
                  <a:lnTo>
                    <a:pt x="60814" y="1337006"/>
                  </a:lnTo>
                  <a:lnTo>
                    <a:pt x="92274" y="1373649"/>
                  </a:lnTo>
                  <a:lnTo>
                    <a:pt x="128917" y="1405109"/>
                  </a:lnTo>
                  <a:lnTo>
                    <a:pt x="170083" y="1430726"/>
                  </a:lnTo>
                  <a:lnTo>
                    <a:pt x="215113" y="1449840"/>
                  </a:lnTo>
                  <a:lnTo>
                    <a:pt x="263348" y="1461793"/>
                  </a:lnTo>
                  <a:lnTo>
                    <a:pt x="314126" y="1465923"/>
                  </a:lnTo>
                  <a:lnTo>
                    <a:pt x="15407907" y="1465923"/>
                  </a:lnTo>
                  <a:lnTo>
                    <a:pt x="15458686" y="1461793"/>
                  </a:lnTo>
                  <a:lnTo>
                    <a:pt x="15506920" y="1449840"/>
                  </a:lnTo>
                  <a:lnTo>
                    <a:pt x="15551950" y="1430726"/>
                  </a:lnTo>
                  <a:lnTo>
                    <a:pt x="15593116" y="1405109"/>
                  </a:lnTo>
                  <a:lnTo>
                    <a:pt x="15629759" y="1373649"/>
                  </a:lnTo>
                  <a:lnTo>
                    <a:pt x="15661219" y="1337006"/>
                  </a:lnTo>
                  <a:lnTo>
                    <a:pt x="15686836" y="1295840"/>
                  </a:lnTo>
                  <a:lnTo>
                    <a:pt x="15705951" y="1250810"/>
                  </a:lnTo>
                  <a:lnTo>
                    <a:pt x="15717903" y="1202575"/>
                  </a:lnTo>
                  <a:lnTo>
                    <a:pt x="15722034" y="1151797"/>
                  </a:lnTo>
                  <a:lnTo>
                    <a:pt x="15722034" y="314126"/>
                  </a:lnTo>
                  <a:lnTo>
                    <a:pt x="15717903" y="263348"/>
                  </a:lnTo>
                  <a:lnTo>
                    <a:pt x="15705951" y="215113"/>
                  </a:lnTo>
                  <a:lnTo>
                    <a:pt x="15686836" y="170083"/>
                  </a:lnTo>
                  <a:lnTo>
                    <a:pt x="15661219" y="128917"/>
                  </a:lnTo>
                  <a:lnTo>
                    <a:pt x="15629759" y="92274"/>
                  </a:lnTo>
                  <a:lnTo>
                    <a:pt x="15593116" y="60814"/>
                  </a:lnTo>
                  <a:lnTo>
                    <a:pt x="15551950" y="35197"/>
                  </a:lnTo>
                  <a:lnTo>
                    <a:pt x="15506920" y="16083"/>
                  </a:lnTo>
                  <a:lnTo>
                    <a:pt x="15458686" y="4130"/>
                  </a:lnTo>
                  <a:lnTo>
                    <a:pt x="1540790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2800" b="1" spc="-150" dirty="0">
                  <a:solidFill>
                    <a:srgbClr val="CC210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노래 부르기</a:t>
              </a:r>
              <a:endParaRPr sz="28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" name="object 34">
              <a:extLst>
                <a:ext uri="{FF2B5EF4-FFF2-40B4-BE49-F238E27FC236}">
                  <a16:creationId xmlns:a16="http://schemas.microsoft.com/office/drawing/2014/main" id="{F6836220-8B4F-44DC-BE73-46ACC0A3BA93}"/>
                </a:ext>
              </a:extLst>
            </p:cNvPr>
            <p:cNvSpPr/>
            <p:nvPr/>
          </p:nvSpPr>
          <p:spPr>
            <a:xfrm>
              <a:off x="7598182" y="5516077"/>
              <a:ext cx="3085128" cy="325193"/>
            </a:xfrm>
            <a:custGeom>
              <a:avLst/>
              <a:gdLst/>
              <a:ahLst/>
              <a:cxnLst/>
              <a:rect l="l" t="t" r="r" b="b"/>
              <a:pathLst>
                <a:path w="15722600" h="1466214">
                  <a:moveTo>
                    <a:pt x="15407907" y="0"/>
                  </a:moveTo>
                  <a:lnTo>
                    <a:pt x="314126" y="0"/>
                  </a:lnTo>
                  <a:lnTo>
                    <a:pt x="288460" y="1046"/>
                  </a:lnTo>
                  <a:lnTo>
                    <a:pt x="238871" y="9170"/>
                  </a:lnTo>
                  <a:lnTo>
                    <a:pt x="192157" y="24786"/>
                  </a:lnTo>
                  <a:lnTo>
                    <a:pt x="148976" y="47234"/>
                  </a:lnTo>
                  <a:lnTo>
                    <a:pt x="109989" y="75855"/>
                  </a:lnTo>
                  <a:lnTo>
                    <a:pt x="75855" y="109989"/>
                  </a:lnTo>
                  <a:lnTo>
                    <a:pt x="47234" y="148976"/>
                  </a:lnTo>
                  <a:lnTo>
                    <a:pt x="24786" y="192157"/>
                  </a:lnTo>
                  <a:lnTo>
                    <a:pt x="9170" y="238871"/>
                  </a:lnTo>
                  <a:lnTo>
                    <a:pt x="1046" y="288460"/>
                  </a:lnTo>
                  <a:lnTo>
                    <a:pt x="0" y="314126"/>
                  </a:lnTo>
                  <a:lnTo>
                    <a:pt x="0" y="1151797"/>
                  </a:lnTo>
                  <a:lnTo>
                    <a:pt x="4130" y="1202575"/>
                  </a:lnTo>
                  <a:lnTo>
                    <a:pt x="16083" y="1250810"/>
                  </a:lnTo>
                  <a:lnTo>
                    <a:pt x="35197" y="1295840"/>
                  </a:lnTo>
                  <a:lnTo>
                    <a:pt x="60814" y="1337006"/>
                  </a:lnTo>
                  <a:lnTo>
                    <a:pt x="92274" y="1373649"/>
                  </a:lnTo>
                  <a:lnTo>
                    <a:pt x="128917" y="1405109"/>
                  </a:lnTo>
                  <a:lnTo>
                    <a:pt x="170083" y="1430726"/>
                  </a:lnTo>
                  <a:lnTo>
                    <a:pt x="215113" y="1449840"/>
                  </a:lnTo>
                  <a:lnTo>
                    <a:pt x="263348" y="1461793"/>
                  </a:lnTo>
                  <a:lnTo>
                    <a:pt x="314126" y="1465923"/>
                  </a:lnTo>
                  <a:lnTo>
                    <a:pt x="15407907" y="1465923"/>
                  </a:lnTo>
                  <a:lnTo>
                    <a:pt x="15458686" y="1461793"/>
                  </a:lnTo>
                  <a:lnTo>
                    <a:pt x="15506920" y="1449840"/>
                  </a:lnTo>
                  <a:lnTo>
                    <a:pt x="15551950" y="1430726"/>
                  </a:lnTo>
                  <a:lnTo>
                    <a:pt x="15593116" y="1405109"/>
                  </a:lnTo>
                  <a:lnTo>
                    <a:pt x="15629759" y="1373649"/>
                  </a:lnTo>
                  <a:lnTo>
                    <a:pt x="15661219" y="1337006"/>
                  </a:lnTo>
                  <a:lnTo>
                    <a:pt x="15686836" y="1295840"/>
                  </a:lnTo>
                  <a:lnTo>
                    <a:pt x="15705951" y="1250810"/>
                  </a:lnTo>
                  <a:lnTo>
                    <a:pt x="15717903" y="1202575"/>
                  </a:lnTo>
                  <a:lnTo>
                    <a:pt x="15722034" y="1151797"/>
                  </a:lnTo>
                  <a:lnTo>
                    <a:pt x="15722034" y="314126"/>
                  </a:lnTo>
                  <a:lnTo>
                    <a:pt x="15717903" y="263348"/>
                  </a:lnTo>
                  <a:lnTo>
                    <a:pt x="15705951" y="215113"/>
                  </a:lnTo>
                  <a:lnTo>
                    <a:pt x="15686836" y="170083"/>
                  </a:lnTo>
                  <a:lnTo>
                    <a:pt x="15661219" y="128917"/>
                  </a:lnTo>
                  <a:lnTo>
                    <a:pt x="15629759" y="92274"/>
                  </a:lnTo>
                  <a:lnTo>
                    <a:pt x="15593116" y="60814"/>
                  </a:lnTo>
                  <a:lnTo>
                    <a:pt x="15551950" y="35197"/>
                  </a:lnTo>
                  <a:lnTo>
                    <a:pt x="15506920" y="16083"/>
                  </a:lnTo>
                  <a:lnTo>
                    <a:pt x="15458686" y="4130"/>
                  </a:lnTo>
                  <a:lnTo>
                    <a:pt x="15407907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2800" b="1" spc="-150" dirty="0">
                  <a:solidFill>
                    <a:srgbClr val="CC210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배경 음악으로 틀기</a:t>
              </a:r>
              <a:endParaRPr sz="28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24F044-0E56-F7EF-EA0C-C16ED91C87FE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3" name="사각형: 둥근 모서리 2">
              <a:hlinkClick r:id="rId6" action="ppaction://hlinksldjump"/>
              <a:extLst>
                <a:ext uri="{FF2B5EF4-FFF2-40B4-BE49-F238E27FC236}">
                  <a16:creationId xmlns:a16="http://schemas.microsoft.com/office/drawing/2014/main" id="{F46A133B-5E37-E475-633D-A71C5CA97674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7" action="ppaction://hlinksldjump"/>
              <a:extLst>
                <a:ext uri="{FF2B5EF4-FFF2-40B4-BE49-F238E27FC236}">
                  <a16:creationId xmlns:a16="http://schemas.microsoft.com/office/drawing/2014/main" id="{6C770683-A8C7-9A1B-A878-4BD6831A7F1B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5" name="사각형: 둥근 모서리 4">
              <a:hlinkClick r:id="rId8" action="ppaction://hlinksldjump"/>
              <a:extLst>
                <a:ext uri="{FF2B5EF4-FFF2-40B4-BE49-F238E27FC236}">
                  <a16:creationId xmlns:a16="http://schemas.microsoft.com/office/drawing/2014/main" id="{62398C8E-D1B5-ECE5-078C-CE146564D406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9" action="ppaction://hlinksldjump"/>
              <a:extLst>
                <a:ext uri="{FF2B5EF4-FFF2-40B4-BE49-F238E27FC236}">
                  <a16:creationId xmlns:a16="http://schemas.microsoft.com/office/drawing/2014/main" id="{913AA58A-9D5A-5FF2-B151-0E029CDC8D53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0" name="사각형: 둥근 모서리 9">
              <a:hlinkClick r:id="rId10" action="ppaction://hlinksldjump"/>
              <a:extLst>
                <a:ext uri="{FF2B5EF4-FFF2-40B4-BE49-F238E27FC236}">
                  <a16:creationId xmlns:a16="http://schemas.microsoft.com/office/drawing/2014/main" id="{D0EA4424-2194-E731-51AF-2CEB46B533D8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1" name="사각형: 둥근 모서리 10">
              <a:hlinkClick r:id="rId11" action="ppaction://hlinksldjump"/>
              <a:extLst>
                <a:ext uri="{FF2B5EF4-FFF2-40B4-BE49-F238E27FC236}">
                  <a16:creationId xmlns:a16="http://schemas.microsoft.com/office/drawing/2014/main" id="{01909AB4-7073-46C0-98AA-53E62CD63BFF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2" name="사각형: 둥근 모서리 11">
              <a:hlinkClick r:id="rId12" action="ppaction://hlinksldjump"/>
              <a:extLst>
                <a:ext uri="{FF2B5EF4-FFF2-40B4-BE49-F238E27FC236}">
                  <a16:creationId xmlns:a16="http://schemas.microsoft.com/office/drawing/2014/main" id="{F13365D5-6BB2-DE1D-9604-AF8B0E6118D6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F5FC758-1035-2EF1-C08D-67A20AAEE76C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F0AEE471-77B9-8315-8FCC-EACACCB1A6B1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DAB057ED-A354-A36C-83DF-72F4408D0BE7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8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3E7A5C29-164B-ECA2-9CE8-1827A6FE95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9278" y="6063920"/>
            <a:ext cx="733444" cy="392652"/>
          </a:xfrm>
          <a:prstGeom prst="rect">
            <a:avLst/>
          </a:prstGeom>
        </p:spPr>
      </p:pic>
      <p:pic>
        <p:nvPicPr>
          <p:cNvPr id="17" name="그림 16">
            <a:hlinkClick r:id="rId14" action="ppaction://hlinksldjump"/>
            <a:extLst>
              <a:ext uri="{FF2B5EF4-FFF2-40B4-BE49-F238E27FC236}">
                <a16:creationId xmlns:a16="http://schemas.microsoft.com/office/drawing/2014/main" id="{F7FAC1D2-542B-7322-0BB9-D9BEA1F6224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4493"/>
          <a:stretch/>
        </p:blipFill>
        <p:spPr>
          <a:xfrm>
            <a:off x="11835632" y="3118923"/>
            <a:ext cx="342331" cy="79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5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2B3D2-5CAE-5C0F-2E2C-53F1811D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C0BE1E4-F8C3-4CE8-828E-7CD7E06CC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-2187"/>
            <a:ext cx="12005463" cy="1271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6FD083-4755-5982-428E-EEC7FFDD8A2B}"/>
              </a:ext>
            </a:extLst>
          </p:cNvPr>
          <p:cNvSpPr txBox="1"/>
          <p:nvPr/>
        </p:nvSpPr>
        <p:spPr>
          <a:xfrm>
            <a:off x="1186710" y="61312"/>
            <a:ext cx="110052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소중한 사람에게 마음을 담은 편지를 쓰고</a:t>
            </a: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음악과 함께 보내 봅시다</a:t>
            </a: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CB90BF1-2C14-4B9D-B3CA-F99B9D59723D}"/>
              </a:ext>
            </a:extLst>
          </p:cNvPr>
          <p:cNvGrpSpPr/>
          <p:nvPr/>
        </p:nvGrpSpPr>
        <p:grpSpPr>
          <a:xfrm>
            <a:off x="1316250" y="1672493"/>
            <a:ext cx="10618318" cy="668148"/>
            <a:chOff x="1316250" y="770793"/>
            <a:chExt cx="10618318" cy="66814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318051F-A3B1-4733-AAF1-68C01E9AFA17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마음을 전하는 편지를 쓰고 음악과 함께 보내 보아요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2817E36C-0B2A-4F0E-8AB8-17F0323CD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6928CDC3-4AAD-4EED-94D4-AC26B2339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965" y="2421567"/>
            <a:ext cx="8046720" cy="3625215"/>
          </a:xfrm>
          <a:prstGeom prst="rect">
            <a:avLst/>
          </a:prstGeom>
        </p:spPr>
      </p:pic>
      <p:sp>
        <p:nvSpPr>
          <p:cNvPr id="41" name="object 34">
            <a:extLst>
              <a:ext uri="{FF2B5EF4-FFF2-40B4-BE49-F238E27FC236}">
                <a16:creationId xmlns:a16="http://schemas.microsoft.com/office/drawing/2014/main" id="{A710C80F-A4C6-4B9E-80A3-4DB44DD429AA}"/>
              </a:ext>
            </a:extLst>
          </p:cNvPr>
          <p:cNvSpPr/>
          <p:nvPr/>
        </p:nvSpPr>
        <p:spPr>
          <a:xfrm>
            <a:off x="3000375" y="3219451"/>
            <a:ext cx="5400675" cy="438794"/>
          </a:xfrm>
          <a:custGeom>
            <a:avLst/>
            <a:gdLst/>
            <a:ahLst/>
            <a:cxnLst/>
            <a:rect l="l" t="t" r="r" b="b"/>
            <a:pathLst>
              <a:path w="15722600" h="1466214">
                <a:moveTo>
                  <a:pt x="15407907" y="0"/>
                </a:moveTo>
                <a:lnTo>
                  <a:pt x="314126" y="0"/>
                </a:lnTo>
                <a:lnTo>
                  <a:pt x="288460" y="1046"/>
                </a:lnTo>
                <a:lnTo>
                  <a:pt x="238871" y="9170"/>
                </a:lnTo>
                <a:lnTo>
                  <a:pt x="192157" y="24786"/>
                </a:lnTo>
                <a:lnTo>
                  <a:pt x="148976" y="47234"/>
                </a:lnTo>
                <a:lnTo>
                  <a:pt x="109989" y="75855"/>
                </a:lnTo>
                <a:lnTo>
                  <a:pt x="75855" y="109989"/>
                </a:lnTo>
                <a:lnTo>
                  <a:pt x="47234" y="148976"/>
                </a:lnTo>
                <a:lnTo>
                  <a:pt x="24786" y="192157"/>
                </a:lnTo>
                <a:lnTo>
                  <a:pt x="9170" y="238871"/>
                </a:lnTo>
                <a:lnTo>
                  <a:pt x="1046" y="288460"/>
                </a:lnTo>
                <a:lnTo>
                  <a:pt x="0" y="314126"/>
                </a:lnTo>
                <a:lnTo>
                  <a:pt x="0" y="1151797"/>
                </a:lnTo>
                <a:lnTo>
                  <a:pt x="4130" y="1202575"/>
                </a:lnTo>
                <a:lnTo>
                  <a:pt x="16083" y="1250810"/>
                </a:lnTo>
                <a:lnTo>
                  <a:pt x="35197" y="1295840"/>
                </a:lnTo>
                <a:lnTo>
                  <a:pt x="60814" y="1337006"/>
                </a:lnTo>
                <a:lnTo>
                  <a:pt x="92274" y="1373649"/>
                </a:lnTo>
                <a:lnTo>
                  <a:pt x="128917" y="1405109"/>
                </a:lnTo>
                <a:lnTo>
                  <a:pt x="170083" y="1430726"/>
                </a:lnTo>
                <a:lnTo>
                  <a:pt x="215113" y="1449840"/>
                </a:lnTo>
                <a:lnTo>
                  <a:pt x="263348" y="1461793"/>
                </a:lnTo>
                <a:lnTo>
                  <a:pt x="314126" y="1465923"/>
                </a:lnTo>
                <a:lnTo>
                  <a:pt x="15407907" y="1465923"/>
                </a:lnTo>
                <a:lnTo>
                  <a:pt x="15458686" y="1461793"/>
                </a:lnTo>
                <a:lnTo>
                  <a:pt x="15506920" y="1449840"/>
                </a:lnTo>
                <a:lnTo>
                  <a:pt x="15551950" y="1430726"/>
                </a:lnTo>
                <a:lnTo>
                  <a:pt x="15593116" y="1405109"/>
                </a:lnTo>
                <a:lnTo>
                  <a:pt x="15629759" y="1373649"/>
                </a:lnTo>
                <a:lnTo>
                  <a:pt x="15661219" y="1337006"/>
                </a:lnTo>
                <a:lnTo>
                  <a:pt x="15686836" y="1295840"/>
                </a:lnTo>
                <a:lnTo>
                  <a:pt x="15705951" y="1250810"/>
                </a:lnTo>
                <a:lnTo>
                  <a:pt x="15717903" y="1202575"/>
                </a:lnTo>
                <a:lnTo>
                  <a:pt x="15722034" y="1151797"/>
                </a:lnTo>
                <a:lnTo>
                  <a:pt x="15722034" y="314126"/>
                </a:lnTo>
                <a:lnTo>
                  <a:pt x="15717903" y="263348"/>
                </a:lnTo>
                <a:lnTo>
                  <a:pt x="15705951" y="215113"/>
                </a:lnTo>
                <a:lnTo>
                  <a:pt x="15686836" y="170083"/>
                </a:lnTo>
                <a:lnTo>
                  <a:pt x="15661219" y="128917"/>
                </a:lnTo>
                <a:lnTo>
                  <a:pt x="15629759" y="92274"/>
                </a:lnTo>
                <a:lnTo>
                  <a:pt x="15593116" y="60814"/>
                </a:lnTo>
                <a:lnTo>
                  <a:pt x="15551950" y="35197"/>
                </a:lnTo>
                <a:lnTo>
                  <a:pt x="15506920" y="16083"/>
                </a:lnTo>
                <a:lnTo>
                  <a:pt x="15458686" y="4130"/>
                </a:lnTo>
                <a:lnTo>
                  <a:pt x="15407907" y="0"/>
                </a:lnTo>
                <a:close/>
              </a:path>
            </a:pathLst>
          </a:custGeom>
          <a:solidFill>
            <a:srgbClr val="FFFEEB"/>
          </a:solidFill>
        </p:spPr>
        <p:txBody>
          <a:bodyPr wrap="square" lIns="0" tIns="0" rIns="0" bIns="0" rtlCol="0" anchor="ctr"/>
          <a:lstStyle/>
          <a:p>
            <a:r>
              <a:rPr lang="ko-KR" altLang="en-US" sz="26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지수야</a:t>
            </a:r>
            <a:r>
              <a:rPr lang="en-US" altLang="ko-KR" sz="26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매일 나와 함께 학교에 가 줘서</a:t>
            </a:r>
            <a:endParaRPr sz="2600" b="1" spc="-150" dirty="0">
              <a:solidFill>
                <a:srgbClr val="CC210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BBDD44FD-60C6-4851-97AA-C16B99B7570E}"/>
              </a:ext>
            </a:extLst>
          </p:cNvPr>
          <p:cNvSpPr/>
          <p:nvPr/>
        </p:nvSpPr>
        <p:spPr>
          <a:xfrm>
            <a:off x="3000376" y="3925946"/>
            <a:ext cx="5400674" cy="438794"/>
          </a:xfrm>
          <a:custGeom>
            <a:avLst/>
            <a:gdLst/>
            <a:ahLst/>
            <a:cxnLst/>
            <a:rect l="l" t="t" r="r" b="b"/>
            <a:pathLst>
              <a:path w="15722600" h="1466214">
                <a:moveTo>
                  <a:pt x="15407907" y="0"/>
                </a:moveTo>
                <a:lnTo>
                  <a:pt x="314126" y="0"/>
                </a:lnTo>
                <a:lnTo>
                  <a:pt x="288460" y="1046"/>
                </a:lnTo>
                <a:lnTo>
                  <a:pt x="238871" y="9170"/>
                </a:lnTo>
                <a:lnTo>
                  <a:pt x="192157" y="24786"/>
                </a:lnTo>
                <a:lnTo>
                  <a:pt x="148976" y="47234"/>
                </a:lnTo>
                <a:lnTo>
                  <a:pt x="109989" y="75855"/>
                </a:lnTo>
                <a:lnTo>
                  <a:pt x="75855" y="109989"/>
                </a:lnTo>
                <a:lnTo>
                  <a:pt x="47234" y="148976"/>
                </a:lnTo>
                <a:lnTo>
                  <a:pt x="24786" y="192157"/>
                </a:lnTo>
                <a:lnTo>
                  <a:pt x="9170" y="238871"/>
                </a:lnTo>
                <a:lnTo>
                  <a:pt x="1046" y="288460"/>
                </a:lnTo>
                <a:lnTo>
                  <a:pt x="0" y="314126"/>
                </a:lnTo>
                <a:lnTo>
                  <a:pt x="0" y="1151797"/>
                </a:lnTo>
                <a:lnTo>
                  <a:pt x="4130" y="1202575"/>
                </a:lnTo>
                <a:lnTo>
                  <a:pt x="16083" y="1250810"/>
                </a:lnTo>
                <a:lnTo>
                  <a:pt x="35197" y="1295840"/>
                </a:lnTo>
                <a:lnTo>
                  <a:pt x="60814" y="1337006"/>
                </a:lnTo>
                <a:lnTo>
                  <a:pt x="92274" y="1373649"/>
                </a:lnTo>
                <a:lnTo>
                  <a:pt x="128917" y="1405109"/>
                </a:lnTo>
                <a:lnTo>
                  <a:pt x="170083" y="1430726"/>
                </a:lnTo>
                <a:lnTo>
                  <a:pt x="215113" y="1449840"/>
                </a:lnTo>
                <a:lnTo>
                  <a:pt x="263348" y="1461793"/>
                </a:lnTo>
                <a:lnTo>
                  <a:pt x="314126" y="1465923"/>
                </a:lnTo>
                <a:lnTo>
                  <a:pt x="15407907" y="1465923"/>
                </a:lnTo>
                <a:lnTo>
                  <a:pt x="15458686" y="1461793"/>
                </a:lnTo>
                <a:lnTo>
                  <a:pt x="15506920" y="1449840"/>
                </a:lnTo>
                <a:lnTo>
                  <a:pt x="15551950" y="1430726"/>
                </a:lnTo>
                <a:lnTo>
                  <a:pt x="15593116" y="1405109"/>
                </a:lnTo>
                <a:lnTo>
                  <a:pt x="15629759" y="1373649"/>
                </a:lnTo>
                <a:lnTo>
                  <a:pt x="15661219" y="1337006"/>
                </a:lnTo>
                <a:lnTo>
                  <a:pt x="15686836" y="1295840"/>
                </a:lnTo>
                <a:lnTo>
                  <a:pt x="15705951" y="1250810"/>
                </a:lnTo>
                <a:lnTo>
                  <a:pt x="15717903" y="1202575"/>
                </a:lnTo>
                <a:lnTo>
                  <a:pt x="15722034" y="1151797"/>
                </a:lnTo>
                <a:lnTo>
                  <a:pt x="15722034" y="314126"/>
                </a:lnTo>
                <a:lnTo>
                  <a:pt x="15717903" y="263348"/>
                </a:lnTo>
                <a:lnTo>
                  <a:pt x="15705951" y="215113"/>
                </a:lnTo>
                <a:lnTo>
                  <a:pt x="15686836" y="170083"/>
                </a:lnTo>
                <a:lnTo>
                  <a:pt x="15661219" y="128917"/>
                </a:lnTo>
                <a:lnTo>
                  <a:pt x="15629759" y="92274"/>
                </a:lnTo>
                <a:lnTo>
                  <a:pt x="15593116" y="60814"/>
                </a:lnTo>
                <a:lnTo>
                  <a:pt x="15551950" y="35197"/>
                </a:lnTo>
                <a:lnTo>
                  <a:pt x="15506920" y="16083"/>
                </a:lnTo>
                <a:lnTo>
                  <a:pt x="15458686" y="4130"/>
                </a:lnTo>
                <a:lnTo>
                  <a:pt x="15407907" y="0"/>
                </a:lnTo>
                <a:close/>
              </a:path>
            </a:pathLst>
          </a:custGeom>
          <a:solidFill>
            <a:srgbClr val="FFFEEB"/>
          </a:solidFill>
        </p:spPr>
        <p:txBody>
          <a:bodyPr wrap="square" lIns="0" tIns="0" rIns="0" bIns="0" rtlCol="0" anchor="ctr"/>
          <a:lstStyle/>
          <a:p>
            <a:r>
              <a:rPr lang="ko-KR" altLang="en-US" sz="26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고마워</a:t>
            </a:r>
            <a:r>
              <a:rPr lang="en-US" altLang="ko-KR" sz="26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6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너와 </a:t>
            </a:r>
            <a:r>
              <a:rPr lang="ko-KR" altLang="en-US" sz="2600" b="1" spc="-150" dirty="0" err="1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함께여서</a:t>
            </a:r>
            <a:r>
              <a:rPr lang="ko-KR" altLang="en-US" sz="26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학교생활이 더</a:t>
            </a:r>
            <a:endParaRPr sz="2600" b="1" spc="-150" dirty="0">
              <a:solidFill>
                <a:srgbClr val="CC210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object 34">
            <a:extLst>
              <a:ext uri="{FF2B5EF4-FFF2-40B4-BE49-F238E27FC236}">
                <a16:creationId xmlns:a16="http://schemas.microsoft.com/office/drawing/2014/main" id="{81769A73-8674-46F2-A331-87A2558BB947}"/>
              </a:ext>
            </a:extLst>
          </p:cNvPr>
          <p:cNvSpPr/>
          <p:nvPr/>
        </p:nvSpPr>
        <p:spPr>
          <a:xfrm>
            <a:off x="3000376" y="4632472"/>
            <a:ext cx="5400674" cy="438794"/>
          </a:xfrm>
          <a:custGeom>
            <a:avLst/>
            <a:gdLst/>
            <a:ahLst/>
            <a:cxnLst/>
            <a:rect l="l" t="t" r="r" b="b"/>
            <a:pathLst>
              <a:path w="15722600" h="1466214">
                <a:moveTo>
                  <a:pt x="15407907" y="0"/>
                </a:moveTo>
                <a:lnTo>
                  <a:pt x="314126" y="0"/>
                </a:lnTo>
                <a:lnTo>
                  <a:pt x="288460" y="1046"/>
                </a:lnTo>
                <a:lnTo>
                  <a:pt x="238871" y="9170"/>
                </a:lnTo>
                <a:lnTo>
                  <a:pt x="192157" y="24786"/>
                </a:lnTo>
                <a:lnTo>
                  <a:pt x="148976" y="47234"/>
                </a:lnTo>
                <a:lnTo>
                  <a:pt x="109989" y="75855"/>
                </a:lnTo>
                <a:lnTo>
                  <a:pt x="75855" y="109989"/>
                </a:lnTo>
                <a:lnTo>
                  <a:pt x="47234" y="148976"/>
                </a:lnTo>
                <a:lnTo>
                  <a:pt x="24786" y="192157"/>
                </a:lnTo>
                <a:lnTo>
                  <a:pt x="9170" y="238871"/>
                </a:lnTo>
                <a:lnTo>
                  <a:pt x="1046" y="288460"/>
                </a:lnTo>
                <a:lnTo>
                  <a:pt x="0" y="314126"/>
                </a:lnTo>
                <a:lnTo>
                  <a:pt x="0" y="1151797"/>
                </a:lnTo>
                <a:lnTo>
                  <a:pt x="4130" y="1202575"/>
                </a:lnTo>
                <a:lnTo>
                  <a:pt x="16083" y="1250810"/>
                </a:lnTo>
                <a:lnTo>
                  <a:pt x="35197" y="1295840"/>
                </a:lnTo>
                <a:lnTo>
                  <a:pt x="60814" y="1337006"/>
                </a:lnTo>
                <a:lnTo>
                  <a:pt x="92274" y="1373649"/>
                </a:lnTo>
                <a:lnTo>
                  <a:pt x="128917" y="1405109"/>
                </a:lnTo>
                <a:lnTo>
                  <a:pt x="170083" y="1430726"/>
                </a:lnTo>
                <a:lnTo>
                  <a:pt x="215113" y="1449840"/>
                </a:lnTo>
                <a:lnTo>
                  <a:pt x="263348" y="1461793"/>
                </a:lnTo>
                <a:lnTo>
                  <a:pt x="314126" y="1465923"/>
                </a:lnTo>
                <a:lnTo>
                  <a:pt x="15407907" y="1465923"/>
                </a:lnTo>
                <a:lnTo>
                  <a:pt x="15458686" y="1461793"/>
                </a:lnTo>
                <a:lnTo>
                  <a:pt x="15506920" y="1449840"/>
                </a:lnTo>
                <a:lnTo>
                  <a:pt x="15551950" y="1430726"/>
                </a:lnTo>
                <a:lnTo>
                  <a:pt x="15593116" y="1405109"/>
                </a:lnTo>
                <a:lnTo>
                  <a:pt x="15629759" y="1373649"/>
                </a:lnTo>
                <a:lnTo>
                  <a:pt x="15661219" y="1337006"/>
                </a:lnTo>
                <a:lnTo>
                  <a:pt x="15686836" y="1295840"/>
                </a:lnTo>
                <a:lnTo>
                  <a:pt x="15705951" y="1250810"/>
                </a:lnTo>
                <a:lnTo>
                  <a:pt x="15717903" y="1202575"/>
                </a:lnTo>
                <a:lnTo>
                  <a:pt x="15722034" y="1151797"/>
                </a:lnTo>
                <a:lnTo>
                  <a:pt x="15722034" y="314126"/>
                </a:lnTo>
                <a:lnTo>
                  <a:pt x="15717903" y="263348"/>
                </a:lnTo>
                <a:lnTo>
                  <a:pt x="15705951" y="215113"/>
                </a:lnTo>
                <a:lnTo>
                  <a:pt x="15686836" y="170083"/>
                </a:lnTo>
                <a:lnTo>
                  <a:pt x="15661219" y="128917"/>
                </a:lnTo>
                <a:lnTo>
                  <a:pt x="15629759" y="92274"/>
                </a:lnTo>
                <a:lnTo>
                  <a:pt x="15593116" y="60814"/>
                </a:lnTo>
                <a:lnTo>
                  <a:pt x="15551950" y="35197"/>
                </a:lnTo>
                <a:lnTo>
                  <a:pt x="15506920" y="16083"/>
                </a:lnTo>
                <a:lnTo>
                  <a:pt x="15458686" y="4130"/>
                </a:lnTo>
                <a:lnTo>
                  <a:pt x="15407907" y="0"/>
                </a:lnTo>
                <a:close/>
              </a:path>
            </a:pathLst>
          </a:custGeom>
          <a:solidFill>
            <a:srgbClr val="FFFEEB"/>
          </a:solidFill>
        </p:spPr>
        <p:txBody>
          <a:bodyPr wrap="square" lIns="0" tIns="0" rIns="0" bIns="0" rtlCol="0" anchor="ctr"/>
          <a:lstStyle/>
          <a:p>
            <a:r>
              <a:rPr lang="ko-KR" altLang="en-US" sz="26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즐거워</a:t>
            </a:r>
            <a:r>
              <a:rPr lang="en-US" altLang="ko-KR" sz="26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6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앞으로도 계속 친하게 지내자</a:t>
            </a:r>
            <a:r>
              <a:rPr lang="en-US" altLang="ko-KR" sz="2600" b="1" spc="-15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sz="2600" b="1" spc="-150" dirty="0">
              <a:solidFill>
                <a:srgbClr val="CC210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6D5AA85-2ED3-0FDF-63B2-8FD5FF993434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3" name="사각형: 둥근 모서리 2">
              <a:hlinkClick r:id="rId6" action="ppaction://hlinksldjump"/>
              <a:extLst>
                <a:ext uri="{FF2B5EF4-FFF2-40B4-BE49-F238E27FC236}">
                  <a16:creationId xmlns:a16="http://schemas.microsoft.com/office/drawing/2014/main" id="{238DEDE9-369C-2D06-359A-5AEED132F8EB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7" action="ppaction://hlinksldjump"/>
              <a:extLst>
                <a:ext uri="{FF2B5EF4-FFF2-40B4-BE49-F238E27FC236}">
                  <a16:creationId xmlns:a16="http://schemas.microsoft.com/office/drawing/2014/main" id="{E368295E-8620-84AE-5C7F-3E3951AC1C4B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5" name="사각형: 둥근 모서리 4">
              <a:hlinkClick r:id="rId8" action="ppaction://hlinksldjump"/>
              <a:extLst>
                <a:ext uri="{FF2B5EF4-FFF2-40B4-BE49-F238E27FC236}">
                  <a16:creationId xmlns:a16="http://schemas.microsoft.com/office/drawing/2014/main" id="{87518900-BF1D-AE5C-EA23-8E12682F635D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9" name="사각형: 둥근 모서리 8">
              <a:hlinkClick r:id="rId9" action="ppaction://hlinksldjump"/>
              <a:extLst>
                <a:ext uri="{FF2B5EF4-FFF2-40B4-BE49-F238E27FC236}">
                  <a16:creationId xmlns:a16="http://schemas.microsoft.com/office/drawing/2014/main" id="{3B74541E-C357-B33D-DAAD-EAE96FF81092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0" name="사각형: 둥근 모서리 9">
              <a:hlinkClick r:id="rId10" action="ppaction://hlinksldjump"/>
              <a:extLst>
                <a:ext uri="{FF2B5EF4-FFF2-40B4-BE49-F238E27FC236}">
                  <a16:creationId xmlns:a16="http://schemas.microsoft.com/office/drawing/2014/main" id="{9654B7D7-2E2C-BD32-47CA-4E6165DC1853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1" name="사각형: 둥근 모서리 10">
              <a:hlinkClick r:id="rId11" action="ppaction://hlinksldjump"/>
              <a:extLst>
                <a:ext uri="{FF2B5EF4-FFF2-40B4-BE49-F238E27FC236}">
                  <a16:creationId xmlns:a16="http://schemas.microsoft.com/office/drawing/2014/main" id="{59121BB7-81A3-1C8B-7525-C64508D3FA10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2" name="사각형: 둥근 모서리 11">
              <a:hlinkClick r:id="rId12" action="ppaction://hlinksldjump"/>
              <a:extLst>
                <a:ext uri="{FF2B5EF4-FFF2-40B4-BE49-F238E27FC236}">
                  <a16:creationId xmlns:a16="http://schemas.microsoft.com/office/drawing/2014/main" id="{B906D775-0180-9A2F-1892-3CC2ACB4F7F0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5FCD25C-D181-198F-0520-43C1A6B31896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B758F583-C64A-9F3C-C041-FD84323B573B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F23E1500-E384-3729-AF78-F21B8A8B7A97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8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A1568F13-2485-9109-EB42-219CA7CE6C2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7521" y="6099739"/>
            <a:ext cx="718103" cy="366532"/>
          </a:xfrm>
          <a:prstGeom prst="rect">
            <a:avLst/>
          </a:prstGeom>
        </p:spPr>
      </p:pic>
      <p:pic>
        <p:nvPicPr>
          <p:cNvPr id="17" name="그림 16">
            <a:hlinkClick r:id="rId14" action="ppaction://hlinksldjump"/>
            <a:extLst>
              <a:ext uri="{FF2B5EF4-FFF2-40B4-BE49-F238E27FC236}">
                <a16:creationId xmlns:a16="http://schemas.microsoft.com/office/drawing/2014/main" id="{58E2B06B-7582-358C-F35C-7AD68623087D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4493"/>
          <a:stretch/>
        </p:blipFill>
        <p:spPr>
          <a:xfrm flipH="1">
            <a:off x="10635" y="3032294"/>
            <a:ext cx="342331" cy="79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3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821D4FC8-E0D4-47F3-83DD-26938867E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947"/>
            <a:ext cx="12192000" cy="646133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C226F488-4B17-E489-2524-DCAECC26D29F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3" name="사각형: 둥근 모서리 2">
              <a:hlinkClick r:id="rId4" action="ppaction://hlinksldjump"/>
              <a:extLst>
                <a:ext uri="{FF2B5EF4-FFF2-40B4-BE49-F238E27FC236}">
                  <a16:creationId xmlns:a16="http://schemas.microsoft.com/office/drawing/2014/main" id="{160C2800-653E-70F1-CC28-800F88EAF341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5" action="ppaction://hlinksldjump"/>
              <a:extLst>
                <a:ext uri="{FF2B5EF4-FFF2-40B4-BE49-F238E27FC236}">
                  <a16:creationId xmlns:a16="http://schemas.microsoft.com/office/drawing/2014/main" id="{07E11D39-4491-AFAC-0C88-9E52E92A11A4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5" name="사각형: 둥근 모서리 4">
              <a:hlinkClick r:id="rId6" action="ppaction://hlinksldjump"/>
              <a:extLst>
                <a:ext uri="{FF2B5EF4-FFF2-40B4-BE49-F238E27FC236}">
                  <a16:creationId xmlns:a16="http://schemas.microsoft.com/office/drawing/2014/main" id="{90BEEF6A-4CE3-353E-2138-5A35FFCD9921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6" name="사각형: 둥근 모서리 5">
              <a:hlinkClick r:id="rId7" action="ppaction://hlinksldjump"/>
              <a:extLst>
                <a:ext uri="{FF2B5EF4-FFF2-40B4-BE49-F238E27FC236}">
                  <a16:creationId xmlns:a16="http://schemas.microsoft.com/office/drawing/2014/main" id="{693A6074-6E47-3CDC-A578-AD0468F7807D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7" name="사각형: 둥근 모서리 6">
              <a:hlinkClick r:id="rId8" action="ppaction://hlinksldjump"/>
              <a:extLst>
                <a:ext uri="{FF2B5EF4-FFF2-40B4-BE49-F238E27FC236}">
                  <a16:creationId xmlns:a16="http://schemas.microsoft.com/office/drawing/2014/main" id="{D1F84D05-70CA-658B-B47C-F8E7806D2752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8" name="사각형: 둥근 모서리 7">
              <a:hlinkClick r:id="rId9" action="ppaction://hlinksldjump"/>
              <a:extLst>
                <a:ext uri="{FF2B5EF4-FFF2-40B4-BE49-F238E27FC236}">
                  <a16:creationId xmlns:a16="http://schemas.microsoft.com/office/drawing/2014/main" id="{B5E18664-E8E7-EDE0-3A53-1F7F54D00AB1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9" name="사각형: 둥근 모서리 8">
              <a:hlinkClick r:id="rId10" action="ppaction://hlinksldjump"/>
              <a:extLst>
                <a:ext uri="{FF2B5EF4-FFF2-40B4-BE49-F238E27FC236}">
                  <a16:creationId xmlns:a16="http://schemas.microsoft.com/office/drawing/2014/main" id="{1760DEC8-46F6-E96C-D632-E92B56633A2A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7D8CC8F-49D8-C17A-7A4F-8049FBC4DC3D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1268FBF1-4BDC-DEC1-2859-FE39E1CB8755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8E83BB8B-F51B-608D-AD73-C98B5D54E049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2782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DDB9859-C7B4-4837-8D1C-E6F574350B11}"/>
              </a:ext>
            </a:extLst>
          </p:cNvPr>
          <p:cNvGrpSpPr/>
          <p:nvPr/>
        </p:nvGrpSpPr>
        <p:grpSpPr>
          <a:xfrm>
            <a:off x="93552" y="107436"/>
            <a:ext cx="12004895" cy="6224231"/>
            <a:chOff x="93552" y="188913"/>
            <a:chExt cx="12004895" cy="6224231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2333599-29C7-41E3-84D7-88E06BD2C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552" y="188913"/>
              <a:ext cx="12004895" cy="622423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9881247B-CB9B-4723-90EE-B13FAC9D5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8719" y="444856"/>
              <a:ext cx="4252552" cy="480079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0884D6A-95B9-4A90-B705-980FECE1EEEC}"/>
              </a:ext>
            </a:extLst>
          </p:cNvPr>
          <p:cNvSpPr txBox="1"/>
          <p:nvPr/>
        </p:nvSpPr>
        <p:spPr>
          <a:xfrm>
            <a:off x="343233" y="2933615"/>
            <a:ext cx="6591721" cy="1820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1000"/>
              </a:lnSpc>
            </a:pPr>
            <a:r>
              <a:rPr lang="ko-KR" altLang="en-US" sz="3200" b="1" spc="-150" dirty="0">
                <a:latin typeface="맑은 고딕" panose="020B0503020000020004" pitchFamily="50" charset="-127"/>
              </a:rPr>
              <a:t>박자표에 제시된 박자의 </a:t>
            </a:r>
            <a:endParaRPr lang="en-US" altLang="ko-KR" sz="3200" b="1" spc="-150" dirty="0">
              <a:latin typeface="맑은 고딕" panose="020B0503020000020004" pitchFamily="50" charset="-127"/>
            </a:endParaRPr>
          </a:p>
          <a:p>
            <a:pPr algn="ctr">
              <a:lnSpc>
                <a:spcPct val="121000"/>
              </a:lnSpc>
            </a:pPr>
            <a:r>
              <a:rPr lang="ko-KR" altLang="en-US" sz="3200" b="1" spc="-150" dirty="0">
                <a:latin typeface="맑은 고딕" panose="020B0503020000020004" pitchFamily="50" charset="-127"/>
              </a:rPr>
              <a:t>박 수를 채우지 못한 마디를 </a:t>
            </a:r>
            <a:endParaRPr lang="en-US" altLang="ko-KR" sz="3200" b="1" spc="-150" dirty="0">
              <a:latin typeface="맑은 고딕" panose="020B0503020000020004" pitchFamily="50" charset="-127"/>
            </a:endParaRPr>
          </a:p>
          <a:p>
            <a:pPr algn="ctr">
              <a:lnSpc>
                <a:spcPct val="121000"/>
              </a:lnSpc>
            </a:pPr>
            <a:r>
              <a:rPr lang="en-US" altLang="ko-KR" sz="3200" b="1" spc="-150" dirty="0">
                <a:latin typeface="맑은 고딕" panose="020B0503020000020004" pitchFamily="50" charset="-127"/>
              </a:rPr>
              <a:t>‘</a:t>
            </a:r>
            <a:r>
              <a:rPr lang="ko-KR" altLang="en-US" sz="3200" b="1" spc="-150" dirty="0" err="1">
                <a:latin typeface="맑은 고딕" panose="020B0503020000020004" pitchFamily="50" charset="-127"/>
              </a:rPr>
              <a:t>못갖춘마디’라고</a:t>
            </a:r>
            <a:r>
              <a:rPr lang="ko-KR" altLang="en-US" sz="3200" b="1" spc="-150" dirty="0">
                <a:latin typeface="맑은 고딕" panose="020B0503020000020004" pitchFamily="50" charset="-127"/>
              </a:rPr>
              <a:t> 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BDCFA93-25A0-4CC4-BB12-BC3DAC1FC07C}"/>
              </a:ext>
            </a:extLst>
          </p:cNvPr>
          <p:cNvGrpSpPr/>
          <p:nvPr/>
        </p:nvGrpSpPr>
        <p:grpSpPr>
          <a:xfrm>
            <a:off x="10304716" y="5821583"/>
            <a:ext cx="1768331" cy="491937"/>
            <a:chOff x="8725065" y="5890136"/>
            <a:chExt cx="2750432" cy="765151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3332BA53-6809-4EA7-9E0F-F24D1E85405D}"/>
                </a:ext>
              </a:extLst>
            </p:cNvPr>
            <p:cNvGrpSpPr/>
            <p:nvPr/>
          </p:nvGrpSpPr>
          <p:grpSpPr>
            <a:xfrm>
              <a:off x="8725065" y="5890136"/>
              <a:ext cx="2750432" cy="765151"/>
              <a:chOff x="16521504" y="9531283"/>
              <a:chExt cx="3373382" cy="938451"/>
            </a:xfrm>
          </p:grpSpPr>
          <p:sp>
            <p:nvSpPr>
              <p:cNvPr id="32" name="object 53">
                <a:extLst>
                  <a:ext uri="{FF2B5EF4-FFF2-40B4-BE49-F238E27FC236}">
                    <a16:creationId xmlns:a16="http://schemas.microsoft.com/office/drawing/2014/main" id="{8A4432A0-CE7D-489E-8FD3-5CD055401997}"/>
                  </a:ext>
                </a:extLst>
              </p:cNvPr>
              <p:cNvSpPr/>
              <p:nvPr/>
            </p:nvSpPr>
            <p:spPr>
              <a:xfrm>
                <a:off x="16521504" y="10319239"/>
                <a:ext cx="880110" cy="150495"/>
              </a:xfrm>
              <a:custGeom>
                <a:avLst/>
                <a:gdLst/>
                <a:ahLst/>
                <a:cxnLst/>
                <a:rect l="l" t="t" r="r" b="b"/>
                <a:pathLst>
                  <a:path w="880109" h="150495">
                    <a:moveTo>
                      <a:pt x="235" y="0"/>
                    </a:moveTo>
                    <a:lnTo>
                      <a:pt x="0" y="56166"/>
                    </a:lnTo>
                    <a:lnTo>
                      <a:pt x="9660" y="97524"/>
                    </a:lnTo>
                    <a:lnTo>
                      <a:pt x="35537" y="129580"/>
                    </a:lnTo>
                    <a:lnTo>
                      <a:pt x="72971" y="147677"/>
                    </a:lnTo>
                    <a:lnTo>
                      <a:pt x="879732" y="150038"/>
                    </a:lnTo>
                    <a:lnTo>
                      <a:pt x="879732" y="87213"/>
                    </a:lnTo>
                    <a:lnTo>
                      <a:pt x="93871" y="87213"/>
                    </a:lnTo>
                    <a:lnTo>
                      <a:pt x="79339" y="86082"/>
                    </a:lnTo>
                    <a:lnTo>
                      <a:pt x="40565" y="70498"/>
                    </a:lnTo>
                    <a:lnTo>
                      <a:pt x="12644" y="40251"/>
                    </a:lnTo>
                    <a:lnTo>
                      <a:pt x="2360" y="14241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rgbClr val="5E549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54">
                <a:extLst>
                  <a:ext uri="{FF2B5EF4-FFF2-40B4-BE49-F238E27FC236}">
                    <a16:creationId xmlns:a16="http://schemas.microsoft.com/office/drawing/2014/main" id="{506D6C69-7EDE-4E16-B7B9-690FD03E6BE3}"/>
                  </a:ext>
                </a:extLst>
              </p:cNvPr>
              <p:cNvSpPr/>
              <p:nvPr/>
            </p:nvSpPr>
            <p:spPr>
              <a:xfrm>
                <a:off x="17401241" y="10312580"/>
                <a:ext cx="2493645" cy="156845"/>
              </a:xfrm>
              <a:custGeom>
                <a:avLst/>
                <a:gdLst/>
                <a:ahLst/>
                <a:cxnLst/>
                <a:rect l="l" t="t" r="r" b="b"/>
                <a:pathLst>
                  <a:path w="2493644" h="156845">
                    <a:moveTo>
                      <a:pt x="2493442" y="0"/>
                    </a:moveTo>
                    <a:lnTo>
                      <a:pt x="2483781" y="41357"/>
                    </a:lnTo>
                    <a:lnTo>
                      <a:pt x="2457904" y="73413"/>
                    </a:lnTo>
                    <a:lnTo>
                      <a:pt x="2420470" y="91511"/>
                    </a:lnTo>
                    <a:lnTo>
                      <a:pt x="2399570" y="93871"/>
                    </a:lnTo>
                    <a:lnTo>
                      <a:pt x="0" y="93871"/>
                    </a:lnTo>
                    <a:lnTo>
                      <a:pt x="0" y="156696"/>
                    </a:lnTo>
                    <a:lnTo>
                      <a:pt x="2399570" y="156696"/>
                    </a:lnTo>
                    <a:lnTo>
                      <a:pt x="2414102" y="155565"/>
                    </a:lnTo>
                    <a:lnTo>
                      <a:pt x="2452877" y="139981"/>
                    </a:lnTo>
                    <a:lnTo>
                      <a:pt x="2480798" y="109734"/>
                    </a:lnTo>
                    <a:lnTo>
                      <a:pt x="2493206" y="69483"/>
                    </a:lnTo>
                    <a:lnTo>
                      <a:pt x="2493442" y="0"/>
                    </a:lnTo>
                    <a:close/>
                  </a:path>
                </a:pathLst>
              </a:custGeom>
              <a:solidFill>
                <a:srgbClr val="7F7ED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55">
                <a:extLst>
                  <a:ext uri="{FF2B5EF4-FFF2-40B4-BE49-F238E27FC236}">
                    <a16:creationId xmlns:a16="http://schemas.microsoft.com/office/drawing/2014/main" id="{6F5616B0-7B44-42EF-B2E1-31C82501D15C}"/>
                  </a:ext>
                </a:extLst>
              </p:cNvPr>
              <p:cNvSpPr/>
              <p:nvPr/>
            </p:nvSpPr>
            <p:spPr>
              <a:xfrm>
                <a:off x="17401240" y="9531284"/>
                <a:ext cx="2493645" cy="875665"/>
              </a:xfrm>
              <a:custGeom>
                <a:avLst/>
                <a:gdLst/>
                <a:ahLst/>
                <a:cxnLst/>
                <a:rect l="l" t="t" r="r" b="b"/>
                <a:pathLst>
                  <a:path w="2493644" h="875665">
                    <a:moveTo>
                      <a:pt x="2399570" y="0"/>
                    </a:moveTo>
                    <a:lnTo>
                      <a:pt x="0" y="0"/>
                    </a:lnTo>
                    <a:lnTo>
                      <a:pt x="0" y="875167"/>
                    </a:lnTo>
                    <a:lnTo>
                      <a:pt x="2399570" y="875167"/>
                    </a:lnTo>
                    <a:lnTo>
                      <a:pt x="2414102" y="874036"/>
                    </a:lnTo>
                    <a:lnTo>
                      <a:pt x="2452877" y="858452"/>
                    </a:lnTo>
                    <a:lnTo>
                      <a:pt x="2480798" y="828205"/>
                    </a:lnTo>
                    <a:lnTo>
                      <a:pt x="2493206" y="787954"/>
                    </a:lnTo>
                    <a:lnTo>
                      <a:pt x="2493442" y="156696"/>
                    </a:lnTo>
                    <a:lnTo>
                      <a:pt x="2493442" y="93871"/>
                    </a:lnTo>
                    <a:lnTo>
                      <a:pt x="2483781" y="52514"/>
                    </a:lnTo>
                    <a:lnTo>
                      <a:pt x="2457904" y="20457"/>
                    </a:lnTo>
                    <a:lnTo>
                      <a:pt x="2420470" y="2360"/>
                    </a:lnTo>
                    <a:lnTo>
                      <a:pt x="2399570" y="0"/>
                    </a:lnTo>
                    <a:close/>
                  </a:path>
                </a:pathLst>
              </a:custGeom>
              <a:solidFill>
                <a:srgbClr val="8F8A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56">
                <a:extLst>
                  <a:ext uri="{FF2B5EF4-FFF2-40B4-BE49-F238E27FC236}">
                    <a16:creationId xmlns:a16="http://schemas.microsoft.com/office/drawing/2014/main" id="{AB74AD17-07CB-4AB2-A98D-9E39D31335FA}"/>
                  </a:ext>
                </a:extLst>
              </p:cNvPr>
              <p:cNvSpPr/>
              <p:nvPr/>
            </p:nvSpPr>
            <p:spPr>
              <a:xfrm>
                <a:off x="16521504" y="9531283"/>
                <a:ext cx="880110" cy="875665"/>
              </a:xfrm>
              <a:custGeom>
                <a:avLst/>
                <a:gdLst/>
                <a:ahLst/>
                <a:cxnLst/>
                <a:rect l="l" t="t" r="r" b="b"/>
                <a:pathLst>
                  <a:path w="880109" h="875665">
                    <a:moveTo>
                      <a:pt x="879732" y="0"/>
                    </a:moveTo>
                    <a:lnTo>
                      <a:pt x="93871" y="0"/>
                    </a:lnTo>
                    <a:lnTo>
                      <a:pt x="79339" y="1130"/>
                    </a:lnTo>
                    <a:lnTo>
                      <a:pt x="40565" y="16714"/>
                    </a:lnTo>
                    <a:lnTo>
                      <a:pt x="12644" y="46961"/>
                    </a:lnTo>
                    <a:lnTo>
                      <a:pt x="235" y="87213"/>
                    </a:lnTo>
                    <a:lnTo>
                      <a:pt x="0" y="156696"/>
                    </a:lnTo>
                    <a:lnTo>
                      <a:pt x="0" y="781295"/>
                    </a:lnTo>
                    <a:lnTo>
                      <a:pt x="9660" y="822652"/>
                    </a:lnTo>
                    <a:lnTo>
                      <a:pt x="35537" y="854709"/>
                    </a:lnTo>
                    <a:lnTo>
                      <a:pt x="72971" y="872806"/>
                    </a:lnTo>
                    <a:lnTo>
                      <a:pt x="879732" y="875167"/>
                    </a:lnTo>
                    <a:lnTo>
                      <a:pt x="879732" y="0"/>
                    </a:lnTo>
                    <a:close/>
                  </a:path>
                </a:pathLst>
              </a:custGeom>
              <a:solidFill>
                <a:srgbClr val="6C60C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CF6CBCFC-4A0A-48CE-9213-D9F560594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2462" y="6063740"/>
              <a:ext cx="2033153" cy="379766"/>
            </a:xfrm>
            <a:prstGeom prst="rect">
              <a:avLst/>
            </a:prstGeom>
          </p:spPr>
        </p:pic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0B7085-8430-4878-AF33-E69A4DD6E160}"/>
              </a:ext>
            </a:extLst>
          </p:cNvPr>
          <p:cNvSpPr/>
          <p:nvPr/>
        </p:nvSpPr>
        <p:spPr>
          <a:xfrm>
            <a:off x="9007032" y="1685698"/>
            <a:ext cx="2961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spc="-150" dirty="0">
                <a:solidFill>
                  <a:srgbClr val="12B5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정답을 클릭하세요.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CAD56B0C-B703-4C50-A222-C151EA3989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9966" y="2330280"/>
            <a:ext cx="4230859" cy="190787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8EC8269-0A88-87B3-B0EF-DD6A143F31C7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4" name="사각형: 둥근 모서리 3">
              <a:hlinkClick r:id="rId7" action="ppaction://hlinksldjump"/>
              <a:extLst>
                <a:ext uri="{FF2B5EF4-FFF2-40B4-BE49-F238E27FC236}">
                  <a16:creationId xmlns:a16="http://schemas.microsoft.com/office/drawing/2014/main" id="{2F8AF28A-C105-E877-CA1B-0B8946B2ED69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5" name="사각형: 둥근 모서리 4">
              <a:hlinkClick r:id="rId8" action="ppaction://hlinksldjump"/>
              <a:extLst>
                <a:ext uri="{FF2B5EF4-FFF2-40B4-BE49-F238E27FC236}">
                  <a16:creationId xmlns:a16="http://schemas.microsoft.com/office/drawing/2014/main" id="{38863A88-2CE0-A254-E046-C10462552186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9" action="ppaction://hlinksldjump"/>
              <a:extLst>
                <a:ext uri="{FF2B5EF4-FFF2-40B4-BE49-F238E27FC236}">
                  <a16:creationId xmlns:a16="http://schemas.microsoft.com/office/drawing/2014/main" id="{BBC50A54-D0F6-A1E0-829B-EBF399D9DE78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10" action="ppaction://hlinksldjump"/>
              <a:extLst>
                <a:ext uri="{FF2B5EF4-FFF2-40B4-BE49-F238E27FC236}">
                  <a16:creationId xmlns:a16="http://schemas.microsoft.com/office/drawing/2014/main" id="{AAC7759C-E003-75A2-8A5C-49E447589138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8" name="사각형: 둥근 모서리 7">
              <a:hlinkClick r:id="rId11" action="ppaction://hlinksldjump"/>
              <a:extLst>
                <a:ext uri="{FF2B5EF4-FFF2-40B4-BE49-F238E27FC236}">
                  <a16:creationId xmlns:a16="http://schemas.microsoft.com/office/drawing/2014/main" id="{515CE63E-E079-7B30-37FD-01075D66FEF2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9" name="사각형: 둥근 모서리 8">
              <a:hlinkClick r:id="rId12" action="ppaction://hlinksldjump"/>
              <a:extLst>
                <a:ext uri="{FF2B5EF4-FFF2-40B4-BE49-F238E27FC236}">
                  <a16:creationId xmlns:a16="http://schemas.microsoft.com/office/drawing/2014/main" id="{29BF276E-0894-5B86-4C82-6A9333E9B541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0" name="사각형: 둥근 모서리 9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F7AD49-939E-668A-92D0-7389FEA878D7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4269097-0EF6-E7E8-47CC-D69333C4DDE8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EC7895E9-43A3-5489-1B98-04FB46166AE6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56E2AC7E-477E-C422-5815-FD7E89FABF09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524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DDB9859-C7B4-4837-8D1C-E6F574350B11}"/>
              </a:ext>
            </a:extLst>
          </p:cNvPr>
          <p:cNvGrpSpPr/>
          <p:nvPr/>
        </p:nvGrpSpPr>
        <p:grpSpPr>
          <a:xfrm>
            <a:off x="93552" y="116489"/>
            <a:ext cx="12004895" cy="6224231"/>
            <a:chOff x="93552" y="188913"/>
            <a:chExt cx="12004895" cy="6224231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2333599-29C7-41E3-84D7-88E06BD2C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552" y="188913"/>
              <a:ext cx="12004895" cy="622423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9881247B-CB9B-4723-90EE-B13FAC9D5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8719" y="444856"/>
              <a:ext cx="4252552" cy="480079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0884D6A-95B9-4A90-B705-980FECE1EEEC}"/>
              </a:ext>
            </a:extLst>
          </p:cNvPr>
          <p:cNvSpPr txBox="1"/>
          <p:nvPr/>
        </p:nvSpPr>
        <p:spPr>
          <a:xfrm>
            <a:off x="343233" y="2942668"/>
            <a:ext cx="6591721" cy="1224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1000"/>
              </a:lnSpc>
            </a:pPr>
            <a:r>
              <a:rPr lang="ko-KR" altLang="en-US" sz="3200" b="1" spc="-150" dirty="0" err="1">
                <a:latin typeface="맑은 고딕" panose="020B0503020000020004" pitchFamily="50" charset="-127"/>
              </a:rPr>
              <a:t>못갖춘마디는</a:t>
            </a:r>
            <a:r>
              <a:rPr lang="ko-KR" altLang="en-US" sz="3200" b="1" spc="-150" dirty="0">
                <a:latin typeface="맑은 고딕" panose="020B0503020000020004" pitchFamily="50" charset="-127"/>
              </a:rPr>
              <a:t> </a:t>
            </a:r>
            <a:r>
              <a:rPr lang="ko-KR" altLang="en-US" sz="3200" b="1" spc="-150" dirty="0" err="1">
                <a:latin typeface="맑은 고딕" panose="020B0503020000020004" pitchFamily="50" charset="-127"/>
              </a:rPr>
              <a:t>셈여림이</a:t>
            </a:r>
            <a:r>
              <a:rPr lang="ko-KR" altLang="en-US" sz="3200" b="1" spc="-150" dirty="0">
                <a:latin typeface="맑은 고딕" panose="020B0503020000020004" pitchFamily="50" charset="-127"/>
              </a:rPr>
              <a:t> </a:t>
            </a:r>
            <a:endParaRPr lang="en-US" altLang="ko-KR" sz="3200" b="1" spc="-150" dirty="0">
              <a:latin typeface="맑은 고딕" panose="020B0503020000020004" pitchFamily="50" charset="-127"/>
            </a:endParaRPr>
          </a:p>
          <a:p>
            <a:pPr algn="ctr">
              <a:lnSpc>
                <a:spcPct val="121000"/>
              </a:lnSpc>
            </a:pPr>
            <a:r>
              <a:rPr lang="ko-KR" altLang="en-US" sz="3200" b="1" spc="-150" dirty="0">
                <a:latin typeface="맑은 고딕" panose="020B0503020000020004" pitchFamily="50" charset="-127"/>
              </a:rPr>
              <a:t>강박으로 시작한다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BDCFA93-25A0-4CC4-BB12-BC3DAC1FC07C}"/>
              </a:ext>
            </a:extLst>
          </p:cNvPr>
          <p:cNvGrpSpPr/>
          <p:nvPr/>
        </p:nvGrpSpPr>
        <p:grpSpPr>
          <a:xfrm>
            <a:off x="10304716" y="5830636"/>
            <a:ext cx="1768331" cy="491937"/>
            <a:chOff x="8725065" y="5890136"/>
            <a:chExt cx="2750432" cy="765151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3332BA53-6809-4EA7-9E0F-F24D1E85405D}"/>
                </a:ext>
              </a:extLst>
            </p:cNvPr>
            <p:cNvGrpSpPr/>
            <p:nvPr/>
          </p:nvGrpSpPr>
          <p:grpSpPr>
            <a:xfrm>
              <a:off x="8725065" y="5890136"/>
              <a:ext cx="2750432" cy="765151"/>
              <a:chOff x="16521504" y="9531283"/>
              <a:chExt cx="3373382" cy="938451"/>
            </a:xfrm>
          </p:grpSpPr>
          <p:sp>
            <p:nvSpPr>
              <p:cNvPr id="32" name="object 53">
                <a:extLst>
                  <a:ext uri="{FF2B5EF4-FFF2-40B4-BE49-F238E27FC236}">
                    <a16:creationId xmlns:a16="http://schemas.microsoft.com/office/drawing/2014/main" id="{8A4432A0-CE7D-489E-8FD3-5CD055401997}"/>
                  </a:ext>
                </a:extLst>
              </p:cNvPr>
              <p:cNvSpPr/>
              <p:nvPr/>
            </p:nvSpPr>
            <p:spPr>
              <a:xfrm>
                <a:off x="16521504" y="10319239"/>
                <a:ext cx="880110" cy="150495"/>
              </a:xfrm>
              <a:custGeom>
                <a:avLst/>
                <a:gdLst/>
                <a:ahLst/>
                <a:cxnLst/>
                <a:rect l="l" t="t" r="r" b="b"/>
                <a:pathLst>
                  <a:path w="880109" h="150495">
                    <a:moveTo>
                      <a:pt x="235" y="0"/>
                    </a:moveTo>
                    <a:lnTo>
                      <a:pt x="0" y="56166"/>
                    </a:lnTo>
                    <a:lnTo>
                      <a:pt x="9660" y="97524"/>
                    </a:lnTo>
                    <a:lnTo>
                      <a:pt x="35537" y="129580"/>
                    </a:lnTo>
                    <a:lnTo>
                      <a:pt x="72971" y="147677"/>
                    </a:lnTo>
                    <a:lnTo>
                      <a:pt x="879732" y="150038"/>
                    </a:lnTo>
                    <a:lnTo>
                      <a:pt x="879732" y="87213"/>
                    </a:lnTo>
                    <a:lnTo>
                      <a:pt x="93871" y="87213"/>
                    </a:lnTo>
                    <a:lnTo>
                      <a:pt x="79339" y="86082"/>
                    </a:lnTo>
                    <a:lnTo>
                      <a:pt x="40565" y="70498"/>
                    </a:lnTo>
                    <a:lnTo>
                      <a:pt x="12644" y="40251"/>
                    </a:lnTo>
                    <a:lnTo>
                      <a:pt x="2360" y="14241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rgbClr val="5E549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54">
                <a:extLst>
                  <a:ext uri="{FF2B5EF4-FFF2-40B4-BE49-F238E27FC236}">
                    <a16:creationId xmlns:a16="http://schemas.microsoft.com/office/drawing/2014/main" id="{506D6C69-7EDE-4E16-B7B9-690FD03E6BE3}"/>
                  </a:ext>
                </a:extLst>
              </p:cNvPr>
              <p:cNvSpPr/>
              <p:nvPr/>
            </p:nvSpPr>
            <p:spPr>
              <a:xfrm>
                <a:off x="17401241" y="10312580"/>
                <a:ext cx="2493645" cy="156845"/>
              </a:xfrm>
              <a:custGeom>
                <a:avLst/>
                <a:gdLst/>
                <a:ahLst/>
                <a:cxnLst/>
                <a:rect l="l" t="t" r="r" b="b"/>
                <a:pathLst>
                  <a:path w="2493644" h="156845">
                    <a:moveTo>
                      <a:pt x="2493442" y="0"/>
                    </a:moveTo>
                    <a:lnTo>
                      <a:pt x="2483781" y="41357"/>
                    </a:lnTo>
                    <a:lnTo>
                      <a:pt x="2457904" y="73413"/>
                    </a:lnTo>
                    <a:lnTo>
                      <a:pt x="2420470" y="91511"/>
                    </a:lnTo>
                    <a:lnTo>
                      <a:pt x="2399570" y="93871"/>
                    </a:lnTo>
                    <a:lnTo>
                      <a:pt x="0" y="93871"/>
                    </a:lnTo>
                    <a:lnTo>
                      <a:pt x="0" y="156696"/>
                    </a:lnTo>
                    <a:lnTo>
                      <a:pt x="2399570" y="156696"/>
                    </a:lnTo>
                    <a:lnTo>
                      <a:pt x="2414102" y="155565"/>
                    </a:lnTo>
                    <a:lnTo>
                      <a:pt x="2452877" y="139981"/>
                    </a:lnTo>
                    <a:lnTo>
                      <a:pt x="2480798" y="109734"/>
                    </a:lnTo>
                    <a:lnTo>
                      <a:pt x="2493206" y="69483"/>
                    </a:lnTo>
                    <a:lnTo>
                      <a:pt x="2493442" y="0"/>
                    </a:lnTo>
                    <a:close/>
                  </a:path>
                </a:pathLst>
              </a:custGeom>
              <a:solidFill>
                <a:srgbClr val="7F7ED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55">
                <a:extLst>
                  <a:ext uri="{FF2B5EF4-FFF2-40B4-BE49-F238E27FC236}">
                    <a16:creationId xmlns:a16="http://schemas.microsoft.com/office/drawing/2014/main" id="{6F5616B0-7B44-42EF-B2E1-31C82501D15C}"/>
                  </a:ext>
                </a:extLst>
              </p:cNvPr>
              <p:cNvSpPr/>
              <p:nvPr/>
            </p:nvSpPr>
            <p:spPr>
              <a:xfrm>
                <a:off x="17401240" y="9531284"/>
                <a:ext cx="2493645" cy="875665"/>
              </a:xfrm>
              <a:custGeom>
                <a:avLst/>
                <a:gdLst/>
                <a:ahLst/>
                <a:cxnLst/>
                <a:rect l="l" t="t" r="r" b="b"/>
                <a:pathLst>
                  <a:path w="2493644" h="875665">
                    <a:moveTo>
                      <a:pt x="2399570" y="0"/>
                    </a:moveTo>
                    <a:lnTo>
                      <a:pt x="0" y="0"/>
                    </a:lnTo>
                    <a:lnTo>
                      <a:pt x="0" y="875167"/>
                    </a:lnTo>
                    <a:lnTo>
                      <a:pt x="2399570" y="875167"/>
                    </a:lnTo>
                    <a:lnTo>
                      <a:pt x="2414102" y="874036"/>
                    </a:lnTo>
                    <a:lnTo>
                      <a:pt x="2452877" y="858452"/>
                    </a:lnTo>
                    <a:lnTo>
                      <a:pt x="2480798" y="828205"/>
                    </a:lnTo>
                    <a:lnTo>
                      <a:pt x="2493206" y="787954"/>
                    </a:lnTo>
                    <a:lnTo>
                      <a:pt x="2493442" y="156696"/>
                    </a:lnTo>
                    <a:lnTo>
                      <a:pt x="2493442" y="93871"/>
                    </a:lnTo>
                    <a:lnTo>
                      <a:pt x="2483781" y="52514"/>
                    </a:lnTo>
                    <a:lnTo>
                      <a:pt x="2457904" y="20457"/>
                    </a:lnTo>
                    <a:lnTo>
                      <a:pt x="2420470" y="2360"/>
                    </a:lnTo>
                    <a:lnTo>
                      <a:pt x="2399570" y="0"/>
                    </a:lnTo>
                    <a:close/>
                  </a:path>
                </a:pathLst>
              </a:custGeom>
              <a:solidFill>
                <a:srgbClr val="8F8A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56">
                <a:extLst>
                  <a:ext uri="{FF2B5EF4-FFF2-40B4-BE49-F238E27FC236}">
                    <a16:creationId xmlns:a16="http://schemas.microsoft.com/office/drawing/2014/main" id="{AB74AD17-07CB-4AB2-A98D-9E39D31335FA}"/>
                  </a:ext>
                </a:extLst>
              </p:cNvPr>
              <p:cNvSpPr/>
              <p:nvPr/>
            </p:nvSpPr>
            <p:spPr>
              <a:xfrm>
                <a:off x="16521504" y="9531283"/>
                <a:ext cx="880110" cy="875665"/>
              </a:xfrm>
              <a:custGeom>
                <a:avLst/>
                <a:gdLst/>
                <a:ahLst/>
                <a:cxnLst/>
                <a:rect l="l" t="t" r="r" b="b"/>
                <a:pathLst>
                  <a:path w="880109" h="875665">
                    <a:moveTo>
                      <a:pt x="879732" y="0"/>
                    </a:moveTo>
                    <a:lnTo>
                      <a:pt x="93871" y="0"/>
                    </a:lnTo>
                    <a:lnTo>
                      <a:pt x="79339" y="1130"/>
                    </a:lnTo>
                    <a:lnTo>
                      <a:pt x="40565" y="16714"/>
                    </a:lnTo>
                    <a:lnTo>
                      <a:pt x="12644" y="46961"/>
                    </a:lnTo>
                    <a:lnTo>
                      <a:pt x="235" y="87213"/>
                    </a:lnTo>
                    <a:lnTo>
                      <a:pt x="0" y="156696"/>
                    </a:lnTo>
                    <a:lnTo>
                      <a:pt x="0" y="781295"/>
                    </a:lnTo>
                    <a:lnTo>
                      <a:pt x="9660" y="822652"/>
                    </a:lnTo>
                    <a:lnTo>
                      <a:pt x="35537" y="854709"/>
                    </a:lnTo>
                    <a:lnTo>
                      <a:pt x="72971" y="872806"/>
                    </a:lnTo>
                    <a:lnTo>
                      <a:pt x="879732" y="875167"/>
                    </a:lnTo>
                    <a:lnTo>
                      <a:pt x="879732" y="0"/>
                    </a:lnTo>
                    <a:close/>
                  </a:path>
                </a:pathLst>
              </a:custGeom>
              <a:solidFill>
                <a:srgbClr val="6C60C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CF6CBCFC-4A0A-48CE-9213-D9F560594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2462" y="6063740"/>
              <a:ext cx="2033153" cy="379766"/>
            </a:xfrm>
            <a:prstGeom prst="rect">
              <a:avLst/>
            </a:prstGeom>
          </p:spPr>
        </p:pic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0B7085-8430-4878-AF33-E69A4DD6E160}"/>
              </a:ext>
            </a:extLst>
          </p:cNvPr>
          <p:cNvSpPr/>
          <p:nvPr/>
        </p:nvSpPr>
        <p:spPr>
          <a:xfrm>
            <a:off x="9007032" y="1694751"/>
            <a:ext cx="2961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spc="-150" dirty="0">
                <a:solidFill>
                  <a:srgbClr val="12B5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정답을 클릭하세요.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7989E4D7-0D3A-4EAE-A3AB-00D31B32F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0363" y="1916058"/>
            <a:ext cx="1322388" cy="43060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7BF77767-A5F9-49E9-8CF8-1ADC11794C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3305" y="2345329"/>
            <a:ext cx="4244720" cy="191412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A6B46926-D67A-876A-64E5-1FD884F2EA5D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4" name="사각형: 둥근 모서리 3">
              <a:hlinkClick r:id="rId8" action="ppaction://hlinksldjump"/>
              <a:extLst>
                <a:ext uri="{FF2B5EF4-FFF2-40B4-BE49-F238E27FC236}">
                  <a16:creationId xmlns:a16="http://schemas.microsoft.com/office/drawing/2014/main" id="{19B9E770-8A2C-C9B6-F597-10E05A8C623D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5" name="사각형: 둥근 모서리 4">
              <a:hlinkClick r:id="rId9" action="ppaction://hlinksldjump"/>
              <a:extLst>
                <a:ext uri="{FF2B5EF4-FFF2-40B4-BE49-F238E27FC236}">
                  <a16:creationId xmlns:a16="http://schemas.microsoft.com/office/drawing/2014/main" id="{F2332B20-4C7E-763E-5EF0-3B19D726FFF3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10" action="ppaction://hlinksldjump"/>
              <a:extLst>
                <a:ext uri="{FF2B5EF4-FFF2-40B4-BE49-F238E27FC236}">
                  <a16:creationId xmlns:a16="http://schemas.microsoft.com/office/drawing/2014/main" id="{E4BF0541-1F2B-D6DF-7D62-75505062E337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11" action="ppaction://hlinksldjump"/>
              <a:extLst>
                <a:ext uri="{FF2B5EF4-FFF2-40B4-BE49-F238E27FC236}">
                  <a16:creationId xmlns:a16="http://schemas.microsoft.com/office/drawing/2014/main" id="{57D9DC74-5EF0-4432-B208-9927438EAA8D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8" name="사각형: 둥근 모서리 7">
              <a:hlinkClick r:id="rId12" action="ppaction://hlinksldjump"/>
              <a:extLst>
                <a:ext uri="{FF2B5EF4-FFF2-40B4-BE49-F238E27FC236}">
                  <a16:creationId xmlns:a16="http://schemas.microsoft.com/office/drawing/2014/main" id="{89AF292C-CD17-B155-5235-5294FA69FE52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9" name="사각형: 둥근 모서리 8">
              <a:hlinkClick r:id="rId13" action="ppaction://hlinksldjump"/>
              <a:extLst>
                <a:ext uri="{FF2B5EF4-FFF2-40B4-BE49-F238E27FC236}">
                  <a16:creationId xmlns:a16="http://schemas.microsoft.com/office/drawing/2014/main" id="{A71E6BFB-B9F4-F58B-CB1B-0D10CF630CC9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0" name="사각형: 둥근 모서리 9">
              <a:hlinkClick r:id="rId14" action="ppaction://hlinksldjump"/>
              <a:extLst>
                <a:ext uri="{FF2B5EF4-FFF2-40B4-BE49-F238E27FC236}">
                  <a16:creationId xmlns:a16="http://schemas.microsoft.com/office/drawing/2014/main" id="{FFBF5BB1-737A-CCE7-D15B-91702FDE03BD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A74FECB-C4DB-355F-9297-A2345AEEA18D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1043CB2C-1CF3-5347-2A4D-98DC32D762B7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F36157C-28DB-B23F-24F6-94B8E22E8D37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204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DDB9859-C7B4-4837-8D1C-E6F574350B11}"/>
              </a:ext>
            </a:extLst>
          </p:cNvPr>
          <p:cNvGrpSpPr/>
          <p:nvPr/>
        </p:nvGrpSpPr>
        <p:grpSpPr>
          <a:xfrm>
            <a:off x="93552" y="125542"/>
            <a:ext cx="12004895" cy="6224231"/>
            <a:chOff x="93552" y="188913"/>
            <a:chExt cx="12004895" cy="6224231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2333599-29C7-41E3-84D7-88E06BD2C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552" y="188913"/>
              <a:ext cx="12004895" cy="622423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9881247B-CB9B-4723-90EE-B13FAC9D5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8719" y="444856"/>
              <a:ext cx="4252552" cy="480079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0884D6A-95B9-4A90-B705-980FECE1EEEC}"/>
              </a:ext>
            </a:extLst>
          </p:cNvPr>
          <p:cNvSpPr txBox="1"/>
          <p:nvPr/>
        </p:nvSpPr>
        <p:spPr>
          <a:xfrm>
            <a:off x="343233" y="2951721"/>
            <a:ext cx="6591721" cy="125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1000"/>
              </a:lnSpc>
            </a:pPr>
            <a:r>
              <a:rPr lang="ko-KR" altLang="en-US" sz="3200" b="1" spc="-150" dirty="0" err="1">
                <a:latin typeface="맑은 고딕" panose="020B0503020000020004" pitchFamily="50" charset="-127"/>
              </a:rPr>
              <a:t>못갖춘마디는</a:t>
            </a:r>
            <a:endParaRPr lang="ko-KR" altLang="en-US" sz="3200" b="1" spc="-150" dirty="0">
              <a:latin typeface="맑은 고딕" panose="020B0503020000020004" pitchFamily="50" charset="-127"/>
            </a:endParaRPr>
          </a:p>
          <a:p>
            <a:pPr algn="ctr">
              <a:lnSpc>
                <a:spcPct val="121000"/>
              </a:lnSpc>
            </a:pPr>
            <a:r>
              <a:rPr lang="en-US" altLang="ko-KR" sz="3200" b="1" spc="-150" dirty="0">
                <a:latin typeface="맑은 고딕" panose="020B0503020000020004" pitchFamily="50" charset="-127"/>
              </a:rPr>
              <a:t>‘</a:t>
            </a:r>
            <a:r>
              <a:rPr lang="ko-KR" altLang="en-US" sz="3200" b="1" spc="-150" dirty="0" err="1">
                <a:latin typeface="맑은 고딕" panose="020B0503020000020004" pitchFamily="50" charset="-127"/>
              </a:rPr>
              <a:t>여린내기’라고도</a:t>
            </a:r>
            <a:r>
              <a:rPr lang="ko-KR" altLang="en-US" sz="3200" b="1" spc="-150" dirty="0">
                <a:latin typeface="맑은 고딕" panose="020B0503020000020004" pitchFamily="50" charset="-127"/>
              </a:rPr>
              <a:t> 부른다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0B7085-8430-4878-AF33-E69A4DD6E160}"/>
              </a:ext>
            </a:extLst>
          </p:cNvPr>
          <p:cNvSpPr/>
          <p:nvPr/>
        </p:nvSpPr>
        <p:spPr>
          <a:xfrm>
            <a:off x="9007032" y="1703804"/>
            <a:ext cx="2961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spc="-150" dirty="0">
                <a:solidFill>
                  <a:srgbClr val="12B5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정답을 클릭하세요.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7989E4D7-0D3A-4EAE-A3AB-00D31B32F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0838" y="1925111"/>
            <a:ext cx="1322388" cy="43060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A967A67-E24D-4D67-AC82-20209283C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9966" y="2348386"/>
            <a:ext cx="4230859" cy="190787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446EA31-601D-4ECB-943D-789DDE5EB8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4716" y="5839688"/>
            <a:ext cx="1768331" cy="49206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371A9F6-5AFF-4EE3-A767-3ACCF4D8F7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4045" y="1925911"/>
            <a:ext cx="1323000" cy="4320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A1BA3E46-BCAA-8B0F-7209-6225D0C72532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4" name="사각형: 둥근 모서리 3">
              <a:hlinkClick r:id="rId9" action="ppaction://hlinksldjump"/>
              <a:extLst>
                <a:ext uri="{FF2B5EF4-FFF2-40B4-BE49-F238E27FC236}">
                  <a16:creationId xmlns:a16="http://schemas.microsoft.com/office/drawing/2014/main" id="{62541B35-16EE-EFC7-4872-D3F0A5BD8B08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5" name="사각형: 둥근 모서리 4">
              <a:hlinkClick r:id="rId10" action="ppaction://hlinksldjump"/>
              <a:extLst>
                <a:ext uri="{FF2B5EF4-FFF2-40B4-BE49-F238E27FC236}">
                  <a16:creationId xmlns:a16="http://schemas.microsoft.com/office/drawing/2014/main" id="{F122B6DB-EBE0-14B1-DDAF-2573129A6281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11" action="ppaction://hlinksldjump"/>
              <a:extLst>
                <a:ext uri="{FF2B5EF4-FFF2-40B4-BE49-F238E27FC236}">
                  <a16:creationId xmlns:a16="http://schemas.microsoft.com/office/drawing/2014/main" id="{01D339EC-A9D0-80EB-F67C-4C186E188501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12" action="ppaction://hlinksldjump"/>
              <a:extLst>
                <a:ext uri="{FF2B5EF4-FFF2-40B4-BE49-F238E27FC236}">
                  <a16:creationId xmlns:a16="http://schemas.microsoft.com/office/drawing/2014/main" id="{12F6D021-4F7B-0395-D19C-1DB93C858BE2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8" name="사각형: 둥근 모서리 7">
              <a:hlinkClick r:id="rId13" action="ppaction://hlinksldjump"/>
              <a:extLst>
                <a:ext uri="{FF2B5EF4-FFF2-40B4-BE49-F238E27FC236}">
                  <a16:creationId xmlns:a16="http://schemas.microsoft.com/office/drawing/2014/main" id="{2EF336FC-0D1F-71F7-0C39-78E118E4E91A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9" name="사각형: 둥근 모서리 8">
              <a:hlinkClick r:id="rId14" action="ppaction://hlinksldjump"/>
              <a:extLst>
                <a:ext uri="{FF2B5EF4-FFF2-40B4-BE49-F238E27FC236}">
                  <a16:creationId xmlns:a16="http://schemas.microsoft.com/office/drawing/2014/main" id="{AE2C0136-E08C-361C-7792-6B9EF6F4B711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0" name="사각형: 둥근 모서리 9">
              <a:hlinkClick r:id="rId15" action="ppaction://hlinksldjump"/>
              <a:extLst>
                <a:ext uri="{FF2B5EF4-FFF2-40B4-BE49-F238E27FC236}">
                  <a16:creationId xmlns:a16="http://schemas.microsoft.com/office/drawing/2014/main" id="{761E3360-DCAA-DE19-D4B6-CBA65AAAA268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3BCFCC8-8F5D-1345-8A00-AC957262367A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DB646129-1CBA-2C7B-181F-8D3A9A1771F9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BB62AAC2-995D-7573-E934-B48E63A85D0F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265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68087306-EBCA-4BAA-B432-A933F1A31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58" y="125542"/>
            <a:ext cx="11961280" cy="621066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59E6EAF3-705F-4443-8B61-9970AAF30CBF}"/>
              </a:ext>
            </a:extLst>
          </p:cNvPr>
          <p:cNvGrpSpPr/>
          <p:nvPr/>
        </p:nvGrpSpPr>
        <p:grpSpPr>
          <a:xfrm>
            <a:off x="765004" y="1833465"/>
            <a:ext cx="7096739" cy="2803900"/>
            <a:chOff x="792163" y="1905889"/>
            <a:chExt cx="7096739" cy="280390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6397515-35BE-472B-9AA8-D352B492FFFA}"/>
                </a:ext>
              </a:extLst>
            </p:cNvPr>
            <p:cNvSpPr txBox="1"/>
            <p:nvPr/>
          </p:nvSpPr>
          <p:spPr>
            <a:xfrm>
              <a:off x="792163" y="1905889"/>
              <a:ext cx="7096739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en-US" altLang="ko-KR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박자표에 제시된 박자의 박 수를 채우지 못한 마디를 </a:t>
              </a:r>
              <a:endParaRPr lang="en-US" altLang="ko-KR" sz="2400" b="1" spc="-150" dirty="0">
                <a:solidFill>
                  <a:srgbClr val="211D1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en-US" altLang="ko-KR" sz="24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en-US" altLang="ko-KR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’</a:t>
              </a:r>
              <a:r>
                <a:rPr lang="ko-KR" altLang="en-US" sz="2400" b="1" spc="-150" dirty="0" err="1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못갖춘마디’라고</a:t>
              </a:r>
              <a:r>
                <a:rPr lang="ko-KR" altLang="en-US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한다</a:t>
              </a:r>
              <a:r>
                <a:rPr lang="en-US" altLang="ko-KR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49A9C61-A47D-4520-887A-BC12CDA9EA0C}"/>
                </a:ext>
              </a:extLst>
            </p:cNvPr>
            <p:cNvSpPr txBox="1"/>
            <p:nvPr/>
          </p:nvSpPr>
          <p:spPr>
            <a:xfrm>
              <a:off x="792163" y="3123501"/>
              <a:ext cx="7096739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en-US" altLang="ko-KR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2400" b="1" spc="-150" dirty="0" err="1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못갖춘마디는</a:t>
              </a:r>
              <a:r>
                <a:rPr lang="ko-KR" altLang="en-US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2400" b="1" spc="-150" dirty="0" err="1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셈여림이</a:t>
              </a:r>
              <a:r>
                <a:rPr lang="ko-KR" altLang="en-US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강박으로 시작한다</a:t>
              </a:r>
              <a:r>
                <a:rPr lang="en-US" altLang="ko-KR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A4C029F-C114-4ABD-8C38-6A3612BD6A41}"/>
                </a:ext>
              </a:extLst>
            </p:cNvPr>
            <p:cNvSpPr txBox="1"/>
            <p:nvPr/>
          </p:nvSpPr>
          <p:spPr>
            <a:xfrm>
              <a:off x="792163" y="4041641"/>
              <a:ext cx="7096739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en-US" altLang="ko-KR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2400" b="1" spc="-150" dirty="0" err="1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못갖춘마디는</a:t>
              </a:r>
              <a:r>
                <a:rPr lang="ko-KR" altLang="en-US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‘</a:t>
              </a:r>
              <a:r>
                <a:rPr lang="ko-KR" altLang="en-US" sz="2400" b="1" spc="-150" dirty="0" err="1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여린내기</a:t>
              </a:r>
              <a:r>
                <a:rPr lang="en-US" altLang="ko-KR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’</a:t>
              </a:r>
              <a:r>
                <a:rPr lang="ko-KR" altLang="en-US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라고도 부른다</a:t>
              </a:r>
              <a:r>
                <a:rPr lang="en-US" altLang="ko-KR" sz="24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30AF34CA-4F91-F997-63B6-664552F7B6ED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3" name="사각형: 둥근 모서리 2">
              <a:hlinkClick r:id="rId4" action="ppaction://hlinksldjump"/>
              <a:extLst>
                <a:ext uri="{FF2B5EF4-FFF2-40B4-BE49-F238E27FC236}">
                  <a16:creationId xmlns:a16="http://schemas.microsoft.com/office/drawing/2014/main" id="{7579B2D7-C3B2-89A6-FC35-44DA6A20F89C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5" action="ppaction://hlinksldjump"/>
              <a:extLst>
                <a:ext uri="{FF2B5EF4-FFF2-40B4-BE49-F238E27FC236}">
                  <a16:creationId xmlns:a16="http://schemas.microsoft.com/office/drawing/2014/main" id="{18E721AA-807C-F0F8-E45E-08C8CEF779D4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6" action="ppaction://hlinksldjump"/>
              <a:extLst>
                <a:ext uri="{FF2B5EF4-FFF2-40B4-BE49-F238E27FC236}">
                  <a16:creationId xmlns:a16="http://schemas.microsoft.com/office/drawing/2014/main" id="{5CF1CFD4-36B0-6F3E-20B4-62336970AFC1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7" action="ppaction://hlinksldjump"/>
              <a:extLst>
                <a:ext uri="{FF2B5EF4-FFF2-40B4-BE49-F238E27FC236}">
                  <a16:creationId xmlns:a16="http://schemas.microsoft.com/office/drawing/2014/main" id="{B5F2B6F2-B221-4FEA-EC05-4791C9CD0935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8" name="사각형: 둥근 모서리 7">
              <a:hlinkClick r:id="rId8" action="ppaction://hlinksldjump"/>
              <a:extLst>
                <a:ext uri="{FF2B5EF4-FFF2-40B4-BE49-F238E27FC236}">
                  <a16:creationId xmlns:a16="http://schemas.microsoft.com/office/drawing/2014/main" id="{0A4D7B53-86E2-7AC9-918C-FDA22285BF72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9" name="사각형: 둥근 모서리 8">
              <a:hlinkClick r:id="rId9" action="ppaction://hlinksldjump"/>
              <a:extLst>
                <a:ext uri="{FF2B5EF4-FFF2-40B4-BE49-F238E27FC236}">
                  <a16:creationId xmlns:a16="http://schemas.microsoft.com/office/drawing/2014/main" id="{21968F4D-EA14-7E09-278B-20F62F240B44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0" name="사각형: 둥근 모서리 9">
              <a:hlinkClick r:id="rId10" action="ppaction://hlinksldjump"/>
              <a:extLst>
                <a:ext uri="{FF2B5EF4-FFF2-40B4-BE49-F238E27FC236}">
                  <a16:creationId xmlns:a16="http://schemas.microsoft.com/office/drawing/2014/main" id="{74E222B8-3EE0-2829-A963-24FC8C674C4D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4F3C29D-6D67-88F6-1301-92CD6DBF4E4E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3F939BBE-C8A2-0564-DE7D-C852A68C13A6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4ED1BC10-81EC-DAD9-CFFA-08B581DC52CC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0038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C2EB-3119-19C6-A9CF-F40A45C1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DC4FBE7-4004-4CC0-9DB2-80998B3CE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" y="61119"/>
            <a:ext cx="12192000" cy="6451211"/>
          </a:xfrm>
          <a:prstGeom prst="rect">
            <a:avLst/>
          </a:prstGeom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id="{3AEA5531-B292-431E-AC47-AAF8BFDAE644}"/>
              </a:ext>
            </a:extLst>
          </p:cNvPr>
          <p:cNvGrpSpPr/>
          <p:nvPr/>
        </p:nvGrpSpPr>
        <p:grpSpPr>
          <a:xfrm>
            <a:off x="5238671" y="4725017"/>
            <a:ext cx="1704975" cy="420816"/>
            <a:chOff x="8481417" y="7717548"/>
            <a:chExt cx="3141345" cy="775335"/>
          </a:xfrm>
        </p:grpSpPr>
        <p:sp>
          <p:nvSpPr>
            <p:cNvPr id="41" name="object 43">
              <a:extLst>
                <a:ext uri="{FF2B5EF4-FFF2-40B4-BE49-F238E27FC236}">
                  <a16:creationId xmlns:a16="http://schemas.microsoft.com/office/drawing/2014/main" id="{C6CE78D0-3867-48DB-8A11-A5413DA7D0FB}"/>
                </a:ext>
              </a:extLst>
            </p:cNvPr>
            <p:cNvSpPr/>
            <p:nvPr/>
          </p:nvSpPr>
          <p:spPr>
            <a:xfrm>
              <a:off x="8495887" y="7732026"/>
              <a:ext cx="3112770" cy="746125"/>
            </a:xfrm>
            <a:custGeom>
              <a:avLst/>
              <a:gdLst/>
              <a:ahLst/>
              <a:cxnLst/>
              <a:rect l="l" t="t" r="r" b="b"/>
              <a:pathLst>
                <a:path w="3112770" h="746125">
                  <a:moveTo>
                    <a:pt x="2739372" y="0"/>
                  </a:moveTo>
                  <a:lnTo>
                    <a:pt x="372951" y="0"/>
                  </a:lnTo>
                  <a:lnTo>
                    <a:pt x="342408" y="1238"/>
                  </a:lnTo>
                  <a:lnTo>
                    <a:pt x="283433" y="10857"/>
                  </a:lnTo>
                  <a:lnTo>
                    <a:pt x="227920" y="29352"/>
                  </a:lnTo>
                  <a:lnTo>
                    <a:pt x="176642" y="55952"/>
                  </a:lnTo>
                  <a:lnTo>
                    <a:pt x="130372" y="89881"/>
                  </a:lnTo>
                  <a:lnTo>
                    <a:pt x="89885" y="130366"/>
                  </a:lnTo>
                  <a:lnTo>
                    <a:pt x="55955" y="176634"/>
                  </a:lnTo>
                  <a:lnTo>
                    <a:pt x="29354" y="227911"/>
                  </a:lnTo>
                  <a:lnTo>
                    <a:pt x="10857" y="283423"/>
                  </a:lnTo>
                  <a:lnTo>
                    <a:pt x="1238" y="342398"/>
                  </a:lnTo>
                  <a:lnTo>
                    <a:pt x="0" y="372941"/>
                  </a:lnTo>
                  <a:lnTo>
                    <a:pt x="1238" y="403483"/>
                  </a:lnTo>
                  <a:lnTo>
                    <a:pt x="10857" y="462455"/>
                  </a:lnTo>
                  <a:lnTo>
                    <a:pt x="29354" y="517967"/>
                  </a:lnTo>
                  <a:lnTo>
                    <a:pt x="55955" y="569243"/>
                  </a:lnTo>
                  <a:lnTo>
                    <a:pt x="89885" y="615512"/>
                  </a:lnTo>
                  <a:lnTo>
                    <a:pt x="130372" y="655998"/>
                  </a:lnTo>
                  <a:lnTo>
                    <a:pt x="176642" y="689928"/>
                  </a:lnTo>
                  <a:lnTo>
                    <a:pt x="227920" y="716528"/>
                  </a:lnTo>
                  <a:lnTo>
                    <a:pt x="283433" y="735025"/>
                  </a:lnTo>
                  <a:lnTo>
                    <a:pt x="342408" y="744644"/>
                  </a:lnTo>
                  <a:lnTo>
                    <a:pt x="372951" y="745883"/>
                  </a:lnTo>
                  <a:lnTo>
                    <a:pt x="2739372" y="745883"/>
                  </a:lnTo>
                  <a:lnTo>
                    <a:pt x="2799786" y="740992"/>
                  </a:lnTo>
                  <a:lnTo>
                    <a:pt x="2857126" y="726838"/>
                  </a:lnTo>
                  <a:lnTo>
                    <a:pt x="2910618" y="704193"/>
                  </a:lnTo>
                  <a:lnTo>
                    <a:pt x="2959487" y="673831"/>
                  </a:lnTo>
                  <a:lnTo>
                    <a:pt x="3002960" y="636526"/>
                  </a:lnTo>
                  <a:lnTo>
                    <a:pt x="3040264" y="593052"/>
                  </a:lnTo>
                  <a:lnTo>
                    <a:pt x="3070625" y="544183"/>
                  </a:lnTo>
                  <a:lnTo>
                    <a:pt x="3093269" y="490692"/>
                  </a:lnTo>
                  <a:lnTo>
                    <a:pt x="3107423" y="433353"/>
                  </a:lnTo>
                  <a:lnTo>
                    <a:pt x="3112313" y="372941"/>
                  </a:lnTo>
                  <a:lnTo>
                    <a:pt x="3111075" y="342398"/>
                  </a:lnTo>
                  <a:lnTo>
                    <a:pt x="3101456" y="283423"/>
                  </a:lnTo>
                  <a:lnTo>
                    <a:pt x="3082960" y="227911"/>
                  </a:lnTo>
                  <a:lnTo>
                    <a:pt x="3056361" y="176634"/>
                  </a:lnTo>
                  <a:lnTo>
                    <a:pt x="3022432" y="130366"/>
                  </a:lnTo>
                  <a:lnTo>
                    <a:pt x="2981947" y="89881"/>
                  </a:lnTo>
                  <a:lnTo>
                    <a:pt x="2935679" y="55952"/>
                  </a:lnTo>
                  <a:lnTo>
                    <a:pt x="2884402" y="29352"/>
                  </a:lnTo>
                  <a:lnTo>
                    <a:pt x="2828889" y="10857"/>
                  </a:lnTo>
                  <a:lnTo>
                    <a:pt x="2769915" y="1238"/>
                  </a:lnTo>
                  <a:lnTo>
                    <a:pt x="2739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4">
              <a:extLst>
                <a:ext uri="{FF2B5EF4-FFF2-40B4-BE49-F238E27FC236}">
                  <a16:creationId xmlns:a16="http://schemas.microsoft.com/office/drawing/2014/main" id="{CD38C7F0-8AED-40EB-B996-883EDF8A9754}"/>
                </a:ext>
              </a:extLst>
            </p:cNvPr>
            <p:cNvSpPr/>
            <p:nvPr/>
          </p:nvSpPr>
          <p:spPr>
            <a:xfrm>
              <a:off x="8481417" y="7717548"/>
              <a:ext cx="3141345" cy="775335"/>
            </a:xfrm>
            <a:custGeom>
              <a:avLst/>
              <a:gdLst/>
              <a:ahLst/>
              <a:cxnLst/>
              <a:rect l="l" t="t" r="r" b="b"/>
              <a:pathLst>
                <a:path w="3141345" h="775334">
                  <a:moveTo>
                    <a:pt x="2753842" y="0"/>
                  </a:moveTo>
                  <a:lnTo>
                    <a:pt x="387422" y="0"/>
                  </a:lnTo>
                  <a:lnTo>
                    <a:pt x="355647" y="1284"/>
                  </a:lnTo>
                  <a:lnTo>
                    <a:pt x="294319" y="11259"/>
                  </a:lnTo>
                  <a:lnTo>
                    <a:pt x="236618" y="30444"/>
                  </a:lnTo>
                  <a:lnTo>
                    <a:pt x="183342" y="58043"/>
                  </a:lnTo>
                  <a:lnTo>
                    <a:pt x="135290" y="93257"/>
                  </a:lnTo>
                  <a:lnTo>
                    <a:pt x="93257" y="135290"/>
                  </a:lnTo>
                  <a:lnTo>
                    <a:pt x="58043" y="183342"/>
                  </a:lnTo>
                  <a:lnTo>
                    <a:pt x="30444" y="236618"/>
                  </a:lnTo>
                  <a:lnTo>
                    <a:pt x="11259" y="294319"/>
                  </a:lnTo>
                  <a:lnTo>
                    <a:pt x="1284" y="355647"/>
                  </a:lnTo>
                  <a:lnTo>
                    <a:pt x="0" y="387422"/>
                  </a:lnTo>
                  <a:lnTo>
                    <a:pt x="1284" y="419198"/>
                  </a:lnTo>
                  <a:lnTo>
                    <a:pt x="11259" y="480526"/>
                  </a:lnTo>
                  <a:lnTo>
                    <a:pt x="30444" y="538227"/>
                  </a:lnTo>
                  <a:lnTo>
                    <a:pt x="58043" y="591502"/>
                  </a:lnTo>
                  <a:lnTo>
                    <a:pt x="93257" y="639555"/>
                  </a:lnTo>
                  <a:lnTo>
                    <a:pt x="135290" y="681587"/>
                  </a:lnTo>
                  <a:lnTo>
                    <a:pt x="183342" y="716801"/>
                  </a:lnTo>
                  <a:lnTo>
                    <a:pt x="236618" y="744400"/>
                  </a:lnTo>
                  <a:lnTo>
                    <a:pt x="294319" y="763586"/>
                  </a:lnTo>
                  <a:lnTo>
                    <a:pt x="355647" y="773561"/>
                  </a:lnTo>
                  <a:lnTo>
                    <a:pt x="387422" y="774845"/>
                  </a:lnTo>
                  <a:lnTo>
                    <a:pt x="2753842" y="774845"/>
                  </a:lnTo>
                  <a:lnTo>
                    <a:pt x="2816686" y="769774"/>
                  </a:lnTo>
                  <a:lnTo>
                    <a:pt x="2876300" y="755094"/>
                  </a:lnTo>
                  <a:lnTo>
                    <a:pt x="2900690" y="745893"/>
                  </a:lnTo>
                  <a:lnTo>
                    <a:pt x="387422" y="745893"/>
                  </a:lnTo>
                  <a:lnTo>
                    <a:pt x="358065" y="744702"/>
                  </a:lnTo>
                  <a:lnTo>
                    <a:pt x="301381" y="735457"/>
                  </a:lnTo>
                  <a:lnTo>
                    <a:pt x="248024" y="717678"/>
                  </a:lnTo>
                  <a:lnTo>
                    <a:pt x="198737" y="692110"/>
                  </a:lnTo>
                  <a:lnTo>
                    <a:pt x="154264" y="659496"/>
                  </a:lnTo>
                  <a:lnTo>
                    <a:pt x="115348" y="620581"/>
                  </a:lnTo>
                  <a:lnTo>
                    <a:pt x="82735" y="576108"/>
                  </a:lnTo>
                  <a:lnTo>
                    <a:pt x="57167" y="526821"/>
                  </a:lnTo>
                  <a:lnTo>
                    <a:pt x="39388" y="473463"/>
                  </a:lnTo>
                  <a:lnTo>
                    <a:pt x="30142" y="416779"/>
                  </a:lnTo>
                  <a:lnTo>
                    <a:pt x="28951" y="387422"/>
                  </a:lnTo>
                  <a:lnTo>
                    <a:pt x="30142" y="358065"/>
                  </a:lnTo>
                  <a:lnTo>
                    <a:pt x="39388" y="301381"/>
                  </a:lnTo>
                  <a:lnTo>
                    <a:pt x="57167" y="248024"/>
                  </a:lnTo>
                  <a:lnTo>
                    <a:pt x="82735" y="198737"/>
                  </a:lnTo>
                  <a:lnTo>
                    <a:pt x="115348" y="154264"/>
                  </a:lnTo>
                  <a:lnTo>
                    <a:pt x="154264" y="115348"/>
                  </a:lnTo>
                  <a:lnTo>
                    <a:pt x="198737" y="82735"/>
                  </a:lnTo>
                  <a:lnTo>
                    <a:pt x="248024" y="57167"/>
                  </a:lnTo>
                  <a:lnTo>
                    <a:pt x="301381" y="39388"/>
                  </a:lnTo>
                  <a:lnTo>
                    <a:pt x="358065" y="30142"/>
                  </a:lnTo>
                  <a:lnTo>
                    <a:pt x="387422" y="28951"/>
                  </a:lnTo>
                  <a:lnTo>
                    <a:pt x="2900690" y="28951"/>
                  </a:lnTo>
                  <a:lnTo>
                    <a:pt x="2876300" y="19750"/>
                  </a:lnTo>
                  <a:lnTo>
                    <a:pt x="2846946" y="11259"/>
                  </a:lnTo>
                  <a:lnTo>
                    <a:pt x="2816686" y="5070"/>
                  </a:lnTo>
                  <a:lnTo>
                    <a:pt x="2785618" y="1284"/>
                  </a:lnTo>
                  <a:lnTo>
                    <a:pt x="2753842" y="0"/>
                  </a:lnTo>
                  <a:close/>
                </a:path>
                <a:path w="3141345" h="775334">
                  <a:moveTo>
                    <a:pt x="2900690" y="28951"/>
                  </a:moveTo>
                  <a:lnTo>
                    <a:pt x="2753842" y="28951"/>
                  </a:lnTo>
                  <a:lnTo>
                    <a:pt x="2783199" y="30142"/>
                  </a:lnTo>
                  <a:lnTo>
                    <a:pt x="2811911" y="33652"/>
                  </a:lnTo>
                  <a:lnTo>
                    <a:pt x="2867024" y="47257"/>
                  </a:lnTo>
                  <a:lnTo>
                    <a:pt x="2918440" y="69024"/>
                  </a:lnTo>
                  <a:lnTo>
                    <a:pt x="2965413" y="98207"/>
                  </a:lnTo>
                  <a:lnTo>
                    <a:pt x="3007200" y="134065"/>
                  </a:lnTo>
                  <a:lnTo>
                    <a:pt x="3043057" y="175852"/>
                  </a:lnTo>
                  <a:lnTo>
                    <a:pt x="3072241" y="222825"/>
                  </a:lnTo>
                  <a:lnTo>
                    <a:pt x="3094007" y="274240"/>
                  </a:lnTo>
                  <a:lnTo>
                    <a:pt x="3107613" y="329354"/>
                  </a:lnTo>
                  <a:lnTo>
                    <a:pt x="3112313" y="387422"/>
                  </a:lnTo>
                  <a:lnTo>
                    <a:pt x="3111123" y="416779"/>
                  </a:lnTo>
                  <a:lnTo>
                    <a:pt x="3101877" y="473463"/>
                  </a:lnTo>
                  <a:lnTo>
                    <a:pt x="3084098" y="526821"/>
                  </a:lnTo>
                  <a:lnTo>
                    <a:pt x="3058530" y="576108"/>
                  </a:lnTo>
                  <a:lnTo>
                    <a:pt x="3025916" y="620581"/>
                  </a:lnTo>
                  <a:lnTo>
                    <a:pt x="2987001" y="659496"/>
                  </a:lnTo>
                  <a:lnTo>
                    <a:pt x="2942528" y="692110"/>
                  </a:lnTo>
                  <a:lnTo>
                    <a:pt x="2893241" y="717678"/>
                  </a:lnTo>
                  <a:lnTo>
                    <a:pt x="2839883" y="735457"/>
                  </a:lnTo>
                  <a:lnTo>
                    <a:pt x="2783199" y="744702"/>
                  </a:lnTo>
                  <a:lnTo>
                    <a:pt x="2753842" y="745893"/>
                  </a:lnTo>
                  <a:lnTo>
                    <a:pt x="2900690" y="745893"/>
                  </a:lnTo>
                  <a:lnTo>
                    <a:pt x="2957922" y="716801"/>
                  </a:lnTo>
                  <a:lnTo>
                    <a:pt x="3005975" y="681587"/>
                  </a:lnTo>
                  <a:lnTo>
                    <a:pt x="3048007" y="639555"/>
                  </a:lnTo>
                  <a:lnTo>
                    <a:pt x="3083221" y="591502"/>
                  </a:lnTo>
                  <a:lnTo>
                    <a:pt x="3110820" y="538227"/>
                  </a:lnTo>
                  <a:lnTo>
                    <a:pt x="3130006" y="480526"/>
                  </a:lnTo>
                  <a:lnTo>
                    <a:pt x="3139981" y="419198"/>
                  </a:lnTo>
                  <a:lnTo>
                    <a:pt x="3141265" y="387422"/>
                  </a:lnTo>
                  <a:lnTo>
                    <a:pt x="3139981" y="355647"/>
                  </a:lnTo>
                  <a:lnTo>
                    <a:pt x="3130006" y="294319"/>
                  </a:lnTo>
                  <a:lnTo>
                    <a:pt x="3110820" y="236618"/>
                  </a:lnTo>
                  <a:lnTo>
                    <a:pt x="3083221" y="183342"/>
                  </a:lnTo>
                  <a:lnTo>
                    <a:pt x="3048007" y="135290"/>
                  </a:lnTo>
                  <a:lnTo>
                    <a:pt x="3005975" y="93257"/>
                  </a:lnTo>
                  <a:lnTo>
                    <a:pt x="2957922" y="58043"/>
                  </a:lnTo>
                  <a:lnTo>
                    <a:pt x="2904647" y="30444"/>
                  </a:lnTo>
                  <a:lnTo>
                    <a:pt x="2900690" y="28951"/>
                  </a:lnTo>
                  <a:close/>
                </a:path>
              </a:pathLst>
            </a:custGeom>
            <a:solidFill>
              <a:srgbClr val="9C63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0F35FAA-6A5D-11DF-A336-64ECDD7777DA}"/>
              </a:ext>
            </a:extLst>
          </p:cNvPr>
          <p:cNvSpPr txBox="1"/>
          <p:nvPr/>
        </p:nvSpPr>
        <p:spPr>
          <a:xfrm>
            <a:off x="2389238" y="2451209"/>
            <a:ext cx="74135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시김새와</a:t>
            </a:r>
            <a:r>
              <a:rPr lang="ko-KR" altLang="en-US" sz="4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놀이노래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17CB70B-B12B-4A67-B471-C2BFA9C87FDB}"/>
              </a:ext>
            </a:extLst>
          </p:cNvPr>
          <p:cNvSpPr/>
          <p:nvPr/>
        </p:nvSpPr>
        <p:spPr>
          <a:xfrm>
            <a:off x="4994275" y="3524250"/>
            <a:ext cx="771525" cy="657225"/>
          </a:xfrm>
          <a:prstGeom prst="roundRect">
            <a:avLst/>
          </a:prstGeom>
          <a:solidFill>
            <a:srgbClr val="E2E9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7198D0-39A3-4C84-9E2C-C442318F3A58}"/>
              </a:ext>
            </a:extLst>
          </p:cNvPr>
          <p:cNvSpPr txBox="1"/>
          <p:nvPr/>
        </p:nvSpPr>
        <p:spPr>
          <a:xfrm>
            <a:off x="2203574" y="3402406"/>
            <a:ext cx="7816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spc="-300" dirty="0" err="1">
                <a:solidFill>
                  <a:srgbClr val="756BB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개고리</a:t>
            </a:r>
            <a:r>
              <a:rPr lang="ko-KR" altLang="en-US" sz="4000" b="1" spc="-300" dirty="0">
                <a:solidFill>
                  <a:srgbClr val="756BB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4000" b="1" spc="-300" dirty="0" err="1">
                <a:solidFill>
                  <a:srgbClr val="756BB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개골청</a:t>
            </a:r>
            <a:endParaRPr lang="ko-KR" altLang="en-US" sz="4000" b="1" spc="-300" dirty="0">
              <a:solidFill>
                <a:srgbClr val="756BB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8EA0C41-6967-4846-BBF2-DC58BF039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429" y="3531080"/>
            <a:ext cx="322731" cy="476351"/>
          </a:xfrm>
          <a:prstGeom prst="rect">
            <a:avLst/>
          </a:prstGeom>
        </p:spPr>
      </p:pic>
      <p:sp>
        <p:nvSpPr>
          <p:cNvPr id="30" name="object 119">
            <a:extLst>
              <a:ext uri="{FF2B5EF4-FFF2-40B4-BE49-F238E27FC236}">
                <a16:creationId xmlns:a16="http://schemas.microsoft.com/office/drawing/2014/main" id="{B5969DB9-1B7B-4125-B887-20DDB660FC6A}"/>
              </a:ext>
            </a:extLst>
          </p:cNvPr>
          <p:cNvSpPr/>
          <p:nvPr/>
        </p:nvSpPr>
        <p:spPr>
          <a:xfrm>
            <a:off x="4552748" y="4142275"/>
            <a:ext cx="3174545" cy="57878"/>
          </a:xfrm>
          <a:custGeom>
            <a:avLst/>
            <a:gdLst/>
            <a:ahLst/>
            <a:cxnLst/>
            <a:rect l="l" t="t" r="r" b="b"/>
            <a:pathLst>
              <a:path w="4010659">
                <a:moveTo>
                  <a:pt x="0" y="0"/>
                </a:moveTo>
                <a:lnTo>
                  <a:pt x="4010349" y="0"/>
                </a:lnTo>
              </a:path>
            </a:pathLst>
          </a:custGeom>
          <a:ln w="38100">
            <a:solidFill>
              <a:srgbClr val="CCD7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06ED8-761A-765B-F41F-062900CB8E0C}"/>
              </a:ext>
            </a:extLst>
          </p:cNvPr>
          <p:cNvSpPr txBox="1"/>
          <p:nvPr/>
        </p:nvSpPr>
        <p:spPr>
          <a:xfrm>
            <a:off x="5176261" y="4702857"/>
            <a:ext cx="182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32~33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1E3733-58AC-8491-6FFD-2C2E30E53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879" y="2481695"/>
            <a:ext cx="3359895" cy="39536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F3A5851-81A2-49F9-927C-2C41597379BE}"/>
              </a:ext>
            </a:extLst>
          </p:cNvPr>
          <p:cNvSpPr txBox="1"/>
          <p:nvPr/>
        </p:nvSpPr>
        <p:spPr>
          <a:xfrm>
            <a:off x="9403976" y="3142609"/>
            <a:ext cx="2246094" cy="489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준비물 있어요</a:t>
            </a:r>
            <a:r>
              <a: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!</a:t>
            </a:r>
            <a:endParaRPr lang="ko-KR" altLang="en-US" sz="2400" b="1" spc="-150" dirty="0">
              <a:solidFill>
                <a:srgbClr val="D13B2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61EF5CD-4671-49F1-AF28-92E2BE8231CE}"/>
              </a:ext>
            </a:extLst>
          </p:cNvPr>
          <p:cNvGrpSpPr/>
          <p:nvPr/>
        </p:nvGrpSpPr>
        <p:grpSpPr>
          <a:xfrm>
            <a:off x="9112062" y="2117293"/>
            <a:ext cx="2811863" cy="4318013"/>
            <a:chOff x="13520082" y="2703153"/>
            <a:chExt cx="2811863" cy="431801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4FE1122-3179-48BE-9213-528C0F59D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20082" y="2703153"/>
              <a:ext cx="2811863" cy="431801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EB1EFD4-40C1-4400-980E-8D06EC61D024}"/>
                </a:ext>
              </a:extLst>
            </p:cNvPr>
            <p:cNvSpPr txBox="1"/>
            <p:nvPr/>
          </p:nvSpPr>
          <p:spPr>
            <a:xfrm>
              <a:off x="13520082" y="3112179"/>
              <a:ext cx="2532270" cy="928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편안한 옷</a:t>
              </a:r>
              <a:endPara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 오세요</a:t>
              </a:r>
              <a:r>
                <a:rPr lang="en-US" altLang="ko-KR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2CE5A1A-4C4F-539A-BD32-B39909795736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8" name="사각형: 둥근 모서리 7">
              <a:hlinkClick r:id="rId7" action="ppaction://hlinksldjump"/>
              <a:extLst>
                <a:ext uri="{FF2B5EF4-FFF2-40B4-BE49-F238E27FC236}">
                  <a16:creationId xmlns:a16="http://schemas.microsoft.com/office/drawing/2014/main" id="{38DCC949-6786-FF9F-3B3F-4DC56CBBDC3D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0" name="사각형: 둥근 모서리 9">
              <a:hlinkClick r:id="rId8" action="ppaction://hlinksldjump"/>
              <a:extLst>
                <a:ext uri="{FF2B5EF4-FFF2-40B4-BE49-F238E27FC236}">
                  <a16:creationId xmlns:a16="http://schemas.microsoft.com/office/drawing/2014/main" id="{2E3BBE97-3672-6748-8D76-199C3D082CAB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1" name="사각형: 둥근 모서리 10">
              <a:hlinkClick r:id="rId9" action="ppaction://hlinksldjump"/>
              <a:extLst>
                <a:ext uri="{FF2B5EF4-FFF2-40B4-BE49-F238E27FC236}">
                  <a16:creationId xmlns:a16="http://schemas.microsoft.com/office/drawing/2014/main" id="{CDEF30AB-CF63-95D2-08EC-F8A9C166F699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2" name="사각형: 둥근 모서리 11">
              <a:hlinkClick r:id="rId10" action="ppaction://hlinksldjump"/>
              <a:extLst>
                <a:ext uri="{FF2B5EF4-FFF2-40B4-BE49-F238E27FC236}">
                  <a16:creationId xmlns:a16="http://schemas.microsoft.com/office/drawing/2014/main" id="{676D4A6C-0299-5A45-1C50-B3370D3B8046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5" name="사각형: 둥근 모서리 14">
              <a:hlinkClick r:id="rId11" action="ppaction://hlinksldjump"/>
              <a:extLst>
                <a:ext uri="{FF2B5EF4-FFF2-40B4-BE49-F238E27FC236}">
                  <a16:creationId xmlns:a16="http://schemas.microsoft.com/office/drawing/2014/main" id="{1723EF4D-FA6B-16C3-DD35-7EBBA8674883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6" name="사각형: 둥근 모서리 15">
              <a:hlinkClick r:id="rId12" action="ppaction://hlinksldjump"/>
              <a:extLst>
                <a:ext uri="{FF2B5EF4-FFF2-40B4-BE49-F238E27FC236}">
                  <a16:creationId xmlns:a16="http://schemas.microsoft.com/office/drawing/2014/main" id="{FAE2B22C-55A9-88DF-7535-127FFAA21FA1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7" name="사각형: 둥근 모서리 16">
              <a:hlinkClick r:id="rId13" action="ppaction://hlinksldjump"/>
              <a:extLst>
                <a:ext uri="{FF2B5EF4-FFF2-40B4-BE49-F238E27FC236}">
                  <a16:creationId xmlns:a16="http://schemas.microsoft.com/office/drawing/2014/main" id="{417DE089-8476-6175-024B-A5942A700FFC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1E0B6BE-F25F-EA26-339F-575122A6A536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B4BE5613-7B08-1DE7-2399-8B9325FDCD8D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57E3A531-CD26-C66A-DE26-3DAE8A620D8D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10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419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613</Words>
  <Application>Microsoft Office PowerPoint</Application>
  <PresentationFormat>와이드스크린</PresentationFormat>
  <Paragraphs>252</Paragraphs>
  <Slides>17</Slides>
  <Notes>17</Notes>
  <HiddenSlides>0</HiddenSlides>
  <MMClips>6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고은나래 통합실용2 Cell</dc:creator>
  <cp:lastModifiedBy>김현진 통합실용2 Cell</cp:lastModifiedBy>
  <cp:revision>215</cp:revision>
  <dcterms:created xsi:type="dcterms:W3CDTF">2025-02-28T03:00:49Z</dcterms:created>
  <dcterms:modified xsi:type="dcterms:W3CDTF">2026-04-20T07:55:47Z</dcterms:modified>
</cp:coreProperties>
</file>