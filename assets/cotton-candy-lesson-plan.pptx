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99" r:id="rId2"/>
    <p:sldId id="294" r:id="rId3"/>
    <p:sldId id="387" r:id="rId4"/>
    <p:sldId id="393" r:id="rId5"/>
    <p:sldId id="376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08" r:id="rId17"/>
    <p:sldId id="32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6" orient="horz" pos="119" userDrawn="1">
          <p15:clr>
            <a:srgbClr val="A4A3A4"/>
          </p15:clr>
        </p15:guide>
        <p15:guide id="7" pos="7582" userDrawn="1">
          <p15:clr>
            <a:srgbClr val="A4A3A4"/>
          </p15:clr>
        </p15:guide>
        <p15:guide id="8" pos="1391" userDrawn="1">
          <p15:clr>
            <a:srgbClr val="A4A3A4"/>
          </p15:clr>
        </p15:guide>
        <p15:guide id="9" pos="257" userDrawn="1">
          <p15:clr>
            <a:srgbClr val="A4A3A4"/>
          </p15:clr>
        </p15:guide>
        <p15:guide id="11" pos="733" userDrawn="1">
          <p15:clr>
            <a:srgbClr val="A4A3A4"/>
          </p15:clr>
        </p15:guide>
        <p15:guide id="12" pos="7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967C"/>
    <a:srgbClr val="E28508"/>
    <a:srgbClr val="7F7F7F"/>
    <a:srgbClr val="CC210A"/>
    <a:srgbClr val="C2DFEF"/>
    <a:srgbClr val="0EA7DD"/>
    <a:srgbClr val="EF4477"/>
    <a:srgbClr val="C6C6C6"/>
    <a:srgbClr val="F66A25"/>
    <a:srgbClr val="3378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7384" autoAdjust="0"/>
  </p:normalViewPr>
  <p:slideViewPr>
    <p:cSldViewPr snapToGrid="0" showGuides="1">
      <p:cViewPr varScale="1">
        <p:scale>
          <a:sx n="79" d="100"/>
          <a:sy n="79" d="100"/>
        </p:scale>
        <p:origin x="773" y="67"/>
      </p:cViewPr>
      <p:guideLst>
        <p:guide orient="horz" pos="958"/>
        <p:guide orient="horz" pos="119"/>
        <p:guide pos="7582"/>
        <p:guide pos="1391"/>
        <p:guide pos="257"/>
        <p:guide pos="733"/>
        <p:guide pos="740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DE612-B7D2-45DA-96AA-BA057B5DC7A0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7B2CD-1C3D-4FE3-AABC-8D8C4818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14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7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23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62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70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77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405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845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950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177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38FA-4DBF-5EB3-366D-09B36665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59B9F5-15D2-2FB7-856F-EC5829EC7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DF71-986C-5DAF-5C50-163A61BF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EAA56-60E1-9ACA-8C53-110253127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668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CF60364-FAF7-4132-87EA-46EDF27043C3}"/>
              </a:ext>
            </a:extLst>
          </p:cNvPr>
          <p:cNvGrpSpPr/>
          <p:nvPr userDrawn="1"/>
        </p:nvGrpSpPr>
        <p:grpSpPr>
          <a:xfrm>
            <a:off x="1094538" y="283526"/>
            <a:ext cx="11004987" cy="471237"/>
            <a:chOff x="1685389" y="451067"/>
            <a:chExt cx="18377379" cy="824252"/>
          </a:xfrm>
        </p:grpSpPr>
        <p:sp>
          <p:nvSpPr>
            <p:cNvPr id="9" name="bk object 16">
              <a:extLst>
                <a:ext uri="{FF2B5EF4-FFF2-40B4-BE49-F238E27FC236}">
                  <a16:creationId xmlns:a16="http://schemas.microsoft.com/office/drawing/2014/main" id="{C0EDD773-029F-4CEE-AC0F-59FA75882FF3}"/>
                </a:ext>
              </a:extLst>
            </p:cNvPr>
            <p:cNvSpPr/>
            <p:nvPr/>
          </p:nvSpPr>
          <p:spPr>
            <a:xfrm>
              <a:off x="1685389" y="521574"/>
              <a:ext cx="18293715" cy="753745"/>
            </a:xfrm>
            <a:custGeom>
              <a:avLst/>
              <a:gdLst/>
              <a:ahLst/>
              <a:cxnLst/>
              <a:rect l="l" t="t" r="r" b="b"/>
              <a:pathLst>
                <a:path w="18293715" h="753744">
                  <a:moveTo>
                    <a:pt x="18293579" y="0"/>
                  </a:moveTo>
                  <a:lnTo>
                    <a:pt x="18292841" y="59112"/>
                  </a:lnTo>
                  <a:lnTo>
                    <a:pt x="18290452" y="115503"/>
                  </a:lnTo>
                  <a:lnTo>
                    <a:pt x="18286147" y="169141"/>
                  </a:lnTo>
                  <a:lnTo>
                    <a:pt x="18279661" y="219990"/>
                  </a:lnTo>
                  <a:lnTo>
                    <a:pt x="18270731" y="268017"/>
                  </a:lnTo>
                  <a:lnTo>
                    <a:pt x="18259093" y="313190"/>
                  </a:lnTo>
                  <a:lnTo>
                    <a:pt x="18244480" y="355474"/>
                  </a:lnTo>
                  <a:lnTo>
                    <a:pt x="18226631" y="394835"/>
                  </a:lnTo>
                  <a:lnTo>
                    <a:pt x="18205279" y="431241"/>
                  </a:lnTo>
                  <a:lnTo>
                    <a:pt x="18180161" y="464657"/>
                  </a:lnTo>
                  <a:lnTo>
                    <a:pt x="18151012" y="495050"/>
                  </a:lnTo>
                  <a:lnTo>
                    <a:pt x="18117568" y="522386"/>
                  </a:lnTo>
                  <a:lnTo>
                    <a:pt x="18079564" y="546632"/>
                  </a:lnTo>
                  <a:lnTo>
                    <a:pt x="18036737" y="567755"/>
                  </a:lnTo>
                  <a:lnTo>
                    <a:pt x="17988822" y="585719"/>
                  </a:lnTo>
                  <a:lnTo>
                    <a:pt x="17935554" y="600493"/>
                  </a:lnTo>
                  <a:lnTo>
                    <a:pt x="17876669" y="612042"/>
                  </a:lnTo>
                  <a:lnTo>
                    <a:pt x="17811904" y="620333"/>
                  </a:lnTo>
                  <a:lnTo>
                    <a:pt x="17740992" y="625333"/>
                  </a:lnTo>
                  <a:lnTo>
                    <a:pt x="17663671" y="627007"/>
                  </a:lnTo>
                  <a:lnTo>
                    <a:pt x="290483" y="627007"/>
                  </a:lnTo>
                  <a:lnTo>
                    <a:pt x="264996" y="627551"/>
                  </a:lnTo>
                  <a:lnTo>
                    <a:pt x="218784" y="631692"/>
                  </a:lnTo>
                  <a:lnTo>
                    <a:pt x="178413" y="639420"/>
                  </a:lnTo>
                  <a:lnTo>
                    <a:pt x="127467" y="656476"/>
                  </a:lnTo>
                  <a:lnTo>
                    <a:pt x="86218" y="678354"/>
                  </a:lnTo>
                  <a:lnTo>
                    <a:pt x="52601" y="703105"/>
                  </a:lnTo>
                  <a:lnTo>
                    <a:pt x="16080" y="737208"/>
                  </a:lnTo>
                  <a:lnTo>
                    <a:pt x="7922" y="745449"/>
                  </a:lnTo>
                  <a:lnTo>
                    <a:pt x="0" y="753432"/>
                  </a:lnTo>
                </a:path>
              </a:pathLst>
            </a:custGeom>
            <a:ln w="38100">
              <a:solidFill>
                <a:srgbClr val="C4C3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bk object 17">
              <a:extLst>
                <a:ext uri="{FF2B5EF4-FFF2-40B4-BE49-F238E27FC236}">
                  <a16:creationId xmlns:a16="http://schemas.microsoft.com/office/drawing/2014/main" id="{9F2CE828-5C65-48B5-9419-5E8ADF209343}"/>
                </a:ext>
              </a:extLst>
            </p:cNvPr>
            <p:cNvSpPr/>
            <p:nvPr/>
          </p:nvSpPr>
          <p:spPr>
            <a:xfrm>
              <a:off x="19895128" y="451067"/>
              <a:ext cx="167640" cy="167005"/>
            </a:xfrm>
            <a:custGeom>
              <a:avLst/>
              <a:gdLst/>
              <a:ahLst/>
              <a:cxnLst/>
              <a:rect l="l" t="t" r="r" b="b"/>
              <a:pathLst>
                <a:path w="167640" h="167004">
                  <a:moveTo>
                    <a:pt x="71599" y="0"/>
                  </a:moveTo>
                  <a:lnTo>
                    <a:pt x="34853" y="15156"/>
                  </a:lnTo>
                  <a:lnTo>
                    <a:pt x="9335" y="46835"/>
                  </a:lnTo>
                  <a:lnTo>
                    <a:pt x="0" y="91629"/>
                  </a:lnTo>
                  <a:lnTo>
                    <a:pt x="2596" y="105313"/>
                  </a:lnTo>
                  <a:lnTo>
                    <a:pt x="22802" y="140284"/>
                  </a:lnTo>
                  <a:lnTo>
                    <a:pt x="58238" y="162030"/>
                  </a:lnTo>
                  <a:lnTo>
                    <a:pt x="88166" y="166576"/>
                  </a:lnTo>
                  <a:lnTo>
                    <a:pt x="102462" y="164517"/>
                  </a:lnTo>
                  <a:lnTo>
                    <a:pt x="139187" y="145364"/>
                  </a:lnTo>
                  <a:lnTo>
                    <a:pt x="162199" y="111213"/>
                  </a:lnTo>
                  <a:lnTo>
                    <a:pt x="167088" y="82947"/>
                  </a:lnTo>
                  <a:lnTo>
                    <a:pt x="167086" y="82332"/>
                  </a:lnTo>
                  <a:lnTo>
                    <a:pt x="157225" y="44118"/>
                  </a:lnTo>
                  <a:lnTo>
                    <a:pt x="130052" y="15387"/>
                  </a:lnTo>
                  <a:lnTo>
                    <a:pt x="88291" y="865"/>
                  </a:lnTo>
                  <a:lnTo>
                    <a:pt x="71599" y="0"/>
                  </a:lnTo>
                  <a:close/>
                </a:path>
              </a:pathLst>
            </a:custGeom>
            <a:solidFill>
              <a:srgbClr val="C4C3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8925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 userDrawn="1">
          <p15:clr>
            <a:srgbClr val="FBAE40"/>
          </p15:clr>
        </p15:guide>
        <p15:guide id="2" pos="733" userDrawn="1">
          <p15:clr>
            <a:srgbClr val="FBAE40"/>
          </p15:clr>
        </p15:guide>
        <p15:guide id="3" orient="horz" pos="595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83B101-6182-4F07-8394-3B4DC3065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72" y="0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5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A46EF14-B6B1-41CE-A4C5-425C79A2DFDB}"/>
              </a:ext>
            </a:extLst>
          </p:cNvPr>
          <p:cNvGrpSpPr/>
          <p:nvPr userDrawn="1"/>
        </p:nvGrpSpPr>
        <p:grpSpPr>
          <a:xfrm>
            <a:off x="1092201" y="289404"/>
            <a:ext cx="11016378" cy="471237"/>
            <a:chOff x="1685389" y="451067"/>
            <a:chExt cx="18377379" cy="824252"/>
          </a:xfrm>
        </p:grpSpPr>
        <p:sp>
          <p:nvSpPr>
            <p:cNvPr id="8" name="bk object 16">
              <a:extLst>
                <a:ext uri="{FF2B5EF4-FFF2-40B4-BE49-F238E27FC236}">
                  <a16:creationId xmlns:a16="http://schemas.microsoft.com/office/drawing/2014/main" id="{899EA9BD-04C5-41BC-8283-90B6471E1452}"/>
                </a:ext>
              </a:extLst>
            </p:cNvPr>
            <p:cNvSpPr/>
            <p:nvPr/>
          </p:nvSpPr>
          <p:spPr>
            <a:xfrm>
              <a:off x="1685389" y="521574"/>
              <a:ext cx="18293715" cy="753745"/>
            </a:xfrm>
            <a:custGeom>
              <a:avLst/>
              <a:gdLst/>
              <a:ahLst/>
              <a:cxnLst/>
              <a:rect l="l" t="t" r="r" b="b"/>
              <a:pathLst>
                <a:path w="18293715" h="753744">
                  <a:moveTo>
                    <a:pt x="18293579" y="0"/>
                  </a:moveTo>
                  <a:lnTo>
                    <a:pt x="18292841" y="59112"/>
                  </a:lnTo>
                  <a:lnTo>
                    <a:pt x="18290452" y="115503"/>
                  </a:lnTo>
                  <a:lnTo>
                    <a:pt x="18286147" y="169141"/>
                  </a:lnTo>
                  <a:lnTo>
                    <a:pt x="18279661" y="219990"/>
                  </a:lnTo>
                  <a:lnTo>
                    <a:pt x="18270731" y="268017"/>
                  </a:lnTo>
                  <a:lnTo>
                    <a:pt x="18259093" y="313190"/>
                  </a:lnTo>
                  <a:lnTo>
                    <a:pt x="18244480" y="355474"/>
                  </a:lnTo>
                  <a:lnTo>
                    <a:pt x="18226631" y="394835"/>
                  </a:lnTo>
                  <a:lnTo>
                    <a:pt x="18205279" y="431241"/>
                  </a:lnTo>
                  <a:lnTo>
                    <a:pt x="18180161" y="464657"/>
                  </a:lnTo>
                  <a:lnTo>
                    <a:pt x="18151012" y="495050"/>
                  </a:lnTo>
                  <a:lnTo>
                    <a:pt x="18117568" y="522386"/>
                  </a:lnTo>
                  <a:lnTo>
                    <a:pt x="18079564" y="546632"/>
                  </a:lnTo>
                  <a:lnTo>
                    <a:pt x="18036737" y="567755"/>
                  </a:lnTo>
                  <a:lnTo>
                    <a:pt x="17988822" y="585719"/>
                  </a:lnTo>
                  <a:lnTo>
                    <a:pt x="17935554" y="600493"/>
                  </a:lnTo>
                  <a:lnTo>
                    <a:pt x="17876669" y="612042"/>
                  </a:lnTo>
                  <a:lnTo>
                    <a:pt x="17811904" y="620333"/>
                  </a:lnTo>
                  <a:lnTo>
                    <a:pt x="17740992" y="625333"/>
                  </a:lnTo>
                  <a:lnTo>
                    <a:pt x="17663671" y="627007"/>
                  </a:lnTo>
                  <a:lnTo>
                    <a:pt x="290483" y="627007"/>
                  </a:lnTo>
                  <a:lnTo>
                    <a:pt x="264996" y="627551"/>
                  </a:lnTo>
                  <a:lnTo>
                    <a:pt x="218784" y="631692"/>
                  </a:lnTo>
                  <a:lnTo>
                    <a:pt x="178413" y="639420"/>
                  </a:lnTo>
                  <a:lnTo>
                    <a:pt x="127467" y="656476"/>
                  </a:lnTo>
                  <a:lnTo>
                    <a:pt x="86218" y="678354"/>
                  </a:lnTo>
                  <a:lnTo>
                    <a:pt x="52601" y="703105"/>
                  </a:lnTo>
                  <a:lnTo>
                    <a:pt x="16080" y="737208"/>
                  </a:lnTo>
                  <a:lnTo>
                    <a:pt x="7922" y="745449"/>
                  </a:lnTo>
                  <a:lnTo>
                    <a:pt x="0" y="753432"/>
                  </a:lnTo>
                </a:path>
              </a:pathLst>
            </a:custGeom>
            <a:ln w="38100">
              <a:solidFill>
                <a:srgbClr val="C7DB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k object 17">
              <a:extLst>
                <a:ext uri="{FF2B5EF4-FFF2-40B4-BE49-F238E27FC236}">
                  <a16:creationId xmlns:a16="http://schemas.microsoft.com/office/drawing/2014/main" id="{5AA4F7BE-C4D5-464E-94EC-D7F3831D171F}"/>
                </a:ext>
              </a:extLst>
            </p:cNvPr>
            <p:cNvSpPr/>
            <p:nvPr/>
          </p:nvSpPr>
          <p:spPr>
            <a:xfrm>
              <a:off x="19895128" y="451067"/>
              <a:ext cx="167640" cy="167005"/>
            </a:xfrm>
            <a:custGeom>
              <a:avLst/>
              <a:gdLst/>
              <a:ahLst/>
              <a:cxnLst/>
              <a:rect l="l" t="t" r="r" b="b"/>
              <a:pathLst>
                <a:path w="167640" h="167004">
                  <a:moveTo>
                    <a:pt x="71599" y="0"/>
                  </a:moveTo>
                  <a:lnTo>
                    <a:pt x="34853" y="15156"/>
                  </a:lnTo>
                  <a:lnTo>
                    <a:pt x="9335" y="46835"/>
                  </a:lnTo>
                  <a:lnTo>
                    <a:pt x="0" y="91629"/>
                  </a:lnTo>
                  <a:lnTo>
                    <a:pt x="2596" y="105313"/>
                  </a:lnTo>
                  <a:lnTo>
                    <a:pt x="22802" y="140284"/>
                  </a:lnTo>
                  <a:lnTo>
                    <a:pt x="58238" y="162030"/>
                  </a:lnTo>
                  <a:lnTo>
                    <a:pt x="88166" y="166576"/>
                  </a:lnTo>
                  <a:lnTo>
                    <a:pt x="102462" y="164517"/>
                  </a:lnTo>
                  <a:lnTo>
                    <a:pt x="139187" y="145364"/>
                  </a:lnTo>
                  <a:lnTo>
                    <a:pt x="162199" y="111213"/>
                  </a:lnTo>
                  <a:lnTo>
                    <a:pt x="167088" y="82947"/>
                  </a:lnTo>
                  <a:lnTo>
                    <a:pt x="167086" y="82332"/>
                  </a:lnTo>
                  <a:lnTo>
                    <a:pt x="157225" y="44118"/>
                  </a:lnTo>
                  <a:lnTo>
                    <a:pt x="130052" y="15387"/>
                  </a:lnTo>
                  <a:lnTo>
                    <a:pt x="88291" y="865"/>
                  </a:lnTo>
                  <a:lnTo>
                    <a:pt x="71599" y="0"/>
                  </a:lnTo>
                  <a:close/>
                </a:path>
              </a:pathLst>
            </a:custGeom>
            <a:solidFill>
              <a:srgbClr val="C7DB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17E7A0E-DE8C-4C0F-9F8B-B0193F8E1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730" y="0"/>
            <a:ext cx="1053620" cy="9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03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AC821C6-1614-4711-B64E-321504FE746F}"/>
              </a:ext>
            </a:extLst>
          </p:cNvPr>
          <p:cNvGrpSpPr/>
          <p:nvPr userDrawn="1"/>
        </p:nvGrpSpPr>
        <p:grpSpPr>
          <a:xfrm>
            <a:off x="0" y="0"/>
            <a:ext cx="12192000" cy="6467205"/>
            <a:chOff x="0" y="0"/>
            <a:chExt cx="12192000" cy="646720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4BD193F-BC43-4E0E-9568-A53B73CEB409}"/>
                </a:ext>
              </a:extLst>
            </p:cNvPr>
            <p:cNvSpPr/>
            <p:nvPr/>
          </p:nvSpPr>
          <p:spPr>
            <a:xfrm>
              <a:off x="0" y="0"/>
              <a:ext cx="12192000" cy="64672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D4A1AA6-3A5C-4DE8-9B85-0FB4F30D345D}"/>
                </a:ext>
              </a:extLst>
            </p:cNvPr>
            <p:cNvSpPr/>
            <p:nvPr/>
          </p:nvSpPr>
          <p:spPr>
            <a:xfrm>
              <a:off x="155575" y="104775"/>
              <a:ext cx="11893550" cy="6238875"/>
            </a:xfrm>
            <a:prstGeom prst="roundRect">
              <a:avLst>
                <a:gd name="adj" fmla="val 3734"/>
              </a:avLst>
            </a:prstGeom>
            <a:solidFill>
              <a:schemeClr val="bg1"/>
            </a:solidFill>
            <a:ln w="57150">
              <a:solidFill>
                <a:srgbClr val="5BB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99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3FD3095-BAA4-4340-9948-55A1A6B95B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24" y="166704"/>
            <a:ext cx="11986833" cy="18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69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CDFB21-9F63-4093-AAC6-FF1220F9C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27" y="2396"/>
            <a:ext cx="12018698" cy="96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0E38A-DB4A-400A-A99A-4FC680BCA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15"/>
            <a:ext cx="12018698" cy="96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75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408E16B-80A4-4AA1-BAA3-D51AF49756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9" y="0"/>
            <a:ext cx="12006000" cy="127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0E38A-DB4A-400A-A99A-4FC680BCA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15"/>
            <a:ext cx="12018698" cy="96305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78C0DF-E9DF-443B-82BC-4C96A7FB53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1025" y="0"/>
            <a:ext cx="483394" cy="3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0E38A-DB4A-400A-A99A-4FC680BCA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15"/>
            <a:ext cx="12018698" cy="963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AD202E-D9F5-458C-8A10-CB8EB60300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787" y="-2381"/>
            <a:ext cx="478631" cy="3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73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0E38A-DB4A-400A-A99A-4FC680BCA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0"/>
            <a:ext cx="12018698" cy="9630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4FE18C2-F28D-427F-9640-3C8659AF7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786" y="0"/>
            <a:ext cx="478631" cy="3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62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0E38A-DB4A-400A-A99A-4FC680BCA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0"/>
            <a:ext cx="12018698" cy="96305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24A218-FA03-42EE-A61A-3330A68752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785" y="0"/>
            <a:ext cx="478633" cy="31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1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3203B-4F0D-FEB8-E927-B3BB48C2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04055-435B-2E71-8CCC-320701F0E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223A0-F63A-31BC-D262-7CBA4F38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D637FC-007A-3193-97AC-E19CE1B4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B89A4-A036-232C-D54F-8C861E5C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39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EAC0-FC80-48F6-B8F1-0ECDBAB9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ECEEA-462E-A67E-B3DB-5B2DCE56A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EB0395-9F47-291E-BFF6-B62657C54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A21520-C793-35D9-BAD7-16BD6A9E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A2EB31-89A3-7F90-05FF-3CEE9650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145B45-0986-D21D-118D-12B1FBC2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6F2BA-D368-B79F-A7A5-337EF028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EAFB0E-3415-056B-A34A-BC48DE62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E74E3A-BD3B-1D1A-AB97-6C0710DD5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242B-750B-D37D-EEC3-4DCCF80F8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238F2E-6D75-6E52-293B-9A79E94B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9E7E7E-0768-0C74-ECBB-3FF8FD7E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B9B65C-F5CA-CA65-29B7-20C6BB89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445717-DC9E-84DD-2FE1-CFEA6886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40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E497E-D1B0-16C6-3882-DBEDACCA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768D92-25A7-80F0-3413-4073C18E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01139F-CA59-4C89-BCF5-E7D7784A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5C100-FD39-42B0-FFDA-807CF1F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71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71C1D-0F6B-8CE6-961A-19054AD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A246B-D80B-3F73-0269-19E31CD1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8C24-DBEF-1996-F207-638610B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602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807FD-388B-8FF8-6320-856A8A55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8A3CA-F743-0F68-DD3D-DE1A7E65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1716C0-482A-E6E1-06B9-8A839271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150F1-F850-F27E-2F11-862EB20C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6F012-9BB1-24A3-0F39-CCDC7D74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0206F-BB12-8B43-719D-1931104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67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DF096-3992-AED8-55E2-145D64F2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996AE-72DB-D8C4-9C62-09A76AD1E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365BF-AE57-0CAF-270B-6E31A5012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BC8F2-4A95-F19A-91C8-A4BD7C3C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DB06C-1088-0875-0B53-9EA52E3F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93AEB-5036-B09A-2E3C-CE32C9EC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15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8D691-D605-F47C-996A-243F0AB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10630-95CC-DDA8-F3EA-E582C23B3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91212-F4B6-8E71-A5C3-E2B0D8D5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2CD-E260-AB57-AB31-C6B0789C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8E102-856E-4080-1C69-E93DC9A2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15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05DCFC-0F23-7016-D12E-97922FE4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37D2D8-AA95-EFB1-3937-4CA733F68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43AB3-BDD0-902A-6F5F-EC17F721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8F5A4-20AE-AB2E-1EC0-E5C1E30FA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6819-2444-DDCE-B5ED-4A201BBD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22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7F5BBF-C720-915C-26D0-0BA86381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773C7-6427-EDA4-0863-6D448920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E384-56B2-EAA7-3DDD-A62163E26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95E3-34BC-4396-B45F-EF0AAF9E6027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2F2FE-ECD4-87D9-EC46-042BAE0E3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97072-27DE-110A-0FBB-F744B39B5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8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4" r:id="rId6"/>
    <p:sldLayoutId id="2147483663" r:id="rId7"/>
    <p:sldLayoutId id="2147483667" r:id="rId8"/>
    <p:sldLayoutId id="2147483666" r:id="rId9"/>
    <p:sldLayoutId id="2147483665" r:id="rId10"/>
    <p:sldLayoutId id="2147483668" r:id="rId11"/>
    <p:sldLayoutId id="2147483669" r:id="rId12"/>
    <p:sldLayoutId id="2147483651" r:id="rId13"/>
    <p:sldLayoutId id="2147483652" r:id="rId14"/>
    <p:sldLayoutId id="2147483653" r:id="rId15"/>
    <p:sldLayoutId id="2147483654" r:id="rId16"/>
    <p:sldLayoutId id="2147483655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slide" Target="slide5.xm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3.xml"/><Relationship Id="rId11" Type="http://schemas.openxmlformats.org/officeDocument/2006/relationships/image" Target="../media/image12.png"/><Relationship Id="rId5" Type="http://schemas.openxmlformats.org/officeDocument/2006/relationships/slide" Target="slide2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5.png"/><Relationship Id="rId7" Type="http://schemas.openxmlformats.org/officeDocument/2006/relationships/slide" Target="slide3.xml"/><Relationship Id="rId12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16.xml"/><Relationship Id="rId4" Type="http://schemas.openxmlformats.org/officeDocument/2006/relationships/image" Target="../media/image16.png"/><Relationship Id="rId9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7.png"/><Relationship Id="rId7" Type="http://schemas.openxmlformats.org/officeDocument/2006/relationships/slide" Target="slide3.xml"/><Relationship Id="rId12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16.xml"/><Relationship Id="rId4" Type="http://schemas.openxmlformats.org/officeDocument/2006/relationships/image" Target="../media/image18.png"/><Relationship Id="rId9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slideLayout" Target="../slideLayouts/slideLayout7.xml"/><Relationship Id="rId7" Type="http://schemas.openxmlformats.org/officeDocument/2006/relationships/slide" Target="slide1.xml"/><Relationship Id="rId12" Type="http://schemas.openxmlformats.org/officeDocument/2006/relationships/slide" Target="slide1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0.png"/><Relationship Id="rId11" Type="http://schemas.openxmlformats.org/officeDocument/2006/relationships/slide" Target="slide6.xml"/><Relationship Id="rId5" Type="http://schemas.openxmlformats.org/officeDocument/2006/relationships/image" Target="../media/image19.png"/><Relationship Id="rId15" Type="http://schemas.openxmlformats.org/officeDocument/2006/relationships/image" Target="../media/image21.png"/><Relationship Id="rId10" Type="http://schemas.openxmlformats.org/officeDocument/2006/relationships/slide" Target="slide5.xml"/><Relationship Id="rId4" Type="http://schemas.openxmlformats.org/officeDocument/2006/relationships/notesSlide" Target="../notesSlides/notesSlide4.xml"/><Relationship Id="rId9" Type="http://schemas.openxmlformats.org/officeDocument/2006/relationships/slide" Target="slide3.xml"/><Relationship Id="rId1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hyperlink" Target="https://viewer.vivasam.com/VS/ES/MUS/106413/QR/%5b&#48708;&#49345;&#44368;&#50977;%5d(QR)%20&#52488;&#46321;_&#51020;&#50501;%203(&#51452;&#45824;&#52285;)_3-3_56p_&#45432;&#47000;%20&#51061;&#55176;&#44592;(&#49564;&#49324;&#53461;)/index.html" TargetMode="External"/><Relationship Id="rId7" Type="http://schemas.openxmlformats.org/officeDocument/2006/relationships/slide" Target="slide3.xml"/><Relationship Id="rId12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16.xml"/><Relationship Id="rId4" Type="http://schemas.openxmlformats.org/officeDocument/2006/relationships/image" Target="../media/image22.png"/><Relationship Id="rId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3.xml"/><Relationship Id="rId18" Type="http://schemas.openxmlformats.org/officeDocument/2006/relationships/slide" Target="slide4.xml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notesSlide" Target="../notesSlides/notesSlide6.xml"/><Relationship Id="rId16" Type="http://schemas.openxmlformats.org/officeDocument/2006/relationships/slide" Target="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11" Type="http://schemas.openxmlformats.org/officeDocument/2006/relationships/slide" Target="slide1.xml"/><Relationship Id="rId5" Type="http://schemas.openxmlformats.org/officeDocument/2006/relationships/image" Target="../media/image25.png"/><Relationship Id="rId15" Type="http://schemas.openxmlformats.org/officeDocument/2006/relationships/slide" Target="slide6.xml"/><Relationship Id="rId10" Type="http://schemas.openxmlformats.org/officeDocument/2006/relationships/image" Target="../media/image29.png"/><Relationship Id="rId19" Type="http://schemas.openxmlformats.org/officeDocument/2006/relationships/slide" Target="slide7.xml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slide" Target="slide2.xml"/><Relationship Id="rId18" Type="http://schemas.openxmlformats.org/officeDocument/2006/relationships/slide" Target="slide17.xml"/><Relationship Id="rId3" Type="http://schemas.microsoft.com/office/2007/relationships/media" Target="../media/media3.mp3"/><Relationship Id="rId7" Type="http://schemas.openxmlformats.org/officeDocument/2006/relationships/image" Target="../media/image19.png"/><Relationship Id="rId12" Type="http://schemas.openxmlformats.org/officeDocument/2006/relationships/slide" Target="slide1.xml"/><Relationship Id="rId17" Type="http://schemas.openxmlformats.org/officeDocument/2006/relationships/slide" Target="slide16.xml"/><Relationship Id="rId2" Type="http://schemas.openxmlformats.org/officeDocument/2006/relationships/audio" Target="../media/media2.mp3"/><Relationship Id="rId16" Type="http://schemas.openxmlformats.org/officeDocument/2006/relationships/slide" Target="slide6.xml"/><Relationship Id="rId20" Type="http://schemas.openxmlformats.org/officeDocument/2006/relationships/slide" Target="slide7.xml"/><Relationship Id="rId1" Type="http://schemas.microsoft.com/office/2007/relationships/media" Target="../media/media2.mp3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9.xml"/><Relationship Id="rId15" Type="http://schemas.openxmlformats.org/officeDocument/2006/relationships/slide" Target="slide5.xml"/><Relationship Id="rId10" Type="http://schemas.openxmlformats.org/officeDocument/2006/relationships/image" Target="../media/image31.png"/><Relationship Id="rId19" Type="http://schemas.openxmlformats.org/officeDocument/2006/relationships/slide" Target="slide4.xml"/><Relationship Id="rId4" Type="http://schemas.openxmlformats.org/officeDocument/2006/relationships/audio" Target="../media/media3.mp3"/><Relationship Id="rId9" Type="http://schemas.openxmlformats.org/officeDocument/2006/relationships/image" Target="../media/image30.png"/><Relationship Id="rId1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slide" Target="slide6.xml"/><Relationship Id="rId18" Type="http://schemas.openxmlformats.org/officeDocument/2006/relationships/slide" Target="slide10.xml"/><Relationship Id="rId3" Type="http://schemas.microsoft.com/office/2007/relationships/media" Target="../media/media3.mp3"/><Relationship Id="rId21" Type="http://schemas.openxmlformats.org/officeDocument/2006/relationships/slide" Target="slide13.xml"/><Relationship Id="rId7" Type="http://schemas.openxmlformats.org/officeDocument/2006/relationships/image" Target="../media/image32.png"/><Relationship Id="rId12" Type="http://schemas.openxmlformats.org/officeDocument/2006/relationships/slide" Target="slide5.xml"/><Relationship Id="rId17" Type="http://schemas.openxmlformats.org/officeDocument/2006/relationships/slide" Target="slide9.xml"/><Relationship Id="rId2" Type="http://schemas.openxmlformats.org/officeDocument/2006/relationships/audio" Target="../media/media2.mp3"/><Relationship Id="rId16" Type="http://schemas.openxmlformats.org/officeDocument/2006/relationships/slide" Target="slide4.xml"/><Relationship Id="rId20" Type="http://schemas.openxmlformats.org/officeDocument/2006/relationships/slide" Target="slide14.xml"/><Relationship Id="rId1" Type="http://schemas.microsoft.com/office/2007/relationships/media" Target="../media/media2.mp3"/><Relationship Id="rId6" Type="http://schemas.openxmlformats.org/officeDocument/2006/relationships/notesSlide" Target="../notesSlides/notesSlide8.xml"/><Relationship Id="rId11" Type="http://schemas.openxmlformats.org/officeDocument/2006/relationships/slide" Target="slide3.xml"/><Relationship Id="rId5" Type="http://schemas.openxmlformats.org/officeDocument/2006/relationships/slideLayout" Target="../slideLayouts/slideLayout10.xml"/><Relationship Id="rId15" Type="http://schemas.openxmlformats.org/officeDocument/2006/relationships/slide" Target="slide17.xml"/><Relationship Id="rId23" Type="http://schemas.openxmlformats.org/officeDocument/2006/relationships/slide" Target="slide15.xml"/><Relationship Id="rId10" Type="http://schemas.openxmlformats.org/officeDocument/2006/relationships/slide" Target="slide2.xml"/><Relationship Id="rId19" Type="http://schemas.openxmlformats.org/officeDocument/2006/relationships/slide" Target="slide12.xml"/><Relationship Id="rId4" Type="http://schemas.openxmlformats.org/officeDocument/2006/relationships/audio" Target="../media/media3.mp3"/><Relationship Id="rId9" Type="http://schemas.openxmlformats.org/officeDocument/2006/relationships/slide" Target="slide1.xml"/><Relationship Id="rId14" Type="http://schemas.openxmlformats.org/officeDocument/2006/relationships/slide" Target="slide16.xml"/><Relationship Id="rId22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36.png"/><Relationship Id="rId16" Type="http://schemas.openxmlformats.org/officeDocument/2006/relationships/slide" Target="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37.png"/><Relationship Id="rId16" Type="http://schemas.openxmlformats.org/officeDocument/2006/relationships/slide" Target="slide1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38.png"/><Relationship Id="rId16" Type="http://schemas.openxmlformats.org/officeDocument/2006/relationships/slide" Target="slide1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39.png"/><Relationship Id="rId16" Type="http://schemas.openxmlformats.org/officeDocument/2006/relationships/slide" Target="slide1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40.png"/><Relationship Id="rId16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Relationship Id="rId1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1.png"/><Relationship Id="rId7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3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slide" Target="slide5.xml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slide" Target="slide3.xml"/><Relationship Id="rId17" Type="http://schemas.openxmlformats.org/officeDocument/2006/relationships/slide" Target="slide4.xml"/><Relationship Id="rId2" Type="http://schemas.openxmlformats.org/officeDocument/2006/relationships/image" Target="../media/image42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slide" Target="slide2.xml"/><Relationship Id="rId5" Type="http://schemas.openxmlformats.org/officeDocument/2006/relationships/image" Target="../media/image45.png"/><Relationship Id="rId15" Type="http://schemas.openxmlformats.org/officeDocument/2006/relationships/slide" Target="slide16.xml"/><Relationship Id="rId10" Type="http://schemas.openxmlformats.org/officeDocument/2006/relationships/slide" Target="slide1.xml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slide" Target="slide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slide" Target="slide4.xml"/><Relationship Id="rId3" Type="http://schemas.openxmlformats.org/officeDocument/2006/relationships/image" Target="../media/image50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1.xml"/><Relationship Id="rId11" Type="http://schemas.openxmlformats.org/officeDocument/2006/relationships/slide" Target="slide16.xml"/><Relationship Id="rId5" Type="http://schemas.openxmlformats.org/officeDocument/2006/relationships/image" Target="../media/image52.png"/><Relationship Id="rId10" Type="http://schemas.openxmlformats.org/officeDocument/2006/relationships/slide" Target="slide6.xml"/><Relationship Id="rId4" Type="http://schemas.openxmlformats.org/officeDocument/2006/relationships/image" Target="../media/image51.png"/><Relationship Id="rId9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2B73-AD40-D7EB-AD9D-5CB501E5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4D645A64-4B84-4136-99CA-814A90692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4363"/>
            <a:ext cx="12192000" cy="3369449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D72479AA-2F5A-7EFB-DE04-08598E3503E7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1" name="사각형: 둥근 모서리 10">
              <a:hlinkClick r:id="rId4" action="ppaction://hlinksldjump"/>
              <a:extLst>
                <a:ext uri="{FF2B5EF4-FFF2-40B4-BE49-F238E27FC236}">
                  <a16:creationId xmlns:a16="http://schemas.microsoft.com/office/drawing/2014/main" id="{FF4FEBAA-E8C2-E66E-AAEB-86390B9B3FA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5" action="ppaction://hlinksldjump"/>
              <a:extLst>
                <a:ext uri="{FF2B5EF4-FFF2-40B4-BE49-F238E27FC236}">
                  <a16:creationId xmlns:a16="http://schemas.microsoft.com/office/drawing/2014/main" id="{8C2B58D7-37B5-AB59-40B1-66C617D92B8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3" name="사각형: 둥근 모서리 12">
              <a:hlinkClick r:id="rId6" action="ppaction://hlinksldjump"/>
              <a:extLst>
                <a:ext uri="{FF2B5EF4-FFF2-40B4-BE49-F238E27FC236}">
                  <a16:creationId xmlns:a16="http://schemas.microsoft.com/office/drawing/2014/main" id="{4E5FBA84-3A84-4817-F6A3-05B7429A7ED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4" name="사각형: 둥근 모서리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061A0A75-C5EC-D9E0-57CA-F6E494F862C5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6" name="사각형: 둥근 모서리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4B36FABA-F8F9-28F2-927E-D7D19360FD82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7" name="사각형: 둥근 모서리 16">
              <a:hlinkClick r:id="rId9" action="ppaction://hlinksldjump"/>
              <a:extLst>
                <a:ext uri="{FF2B5EF4-FFF2-40B4-BE49-F238E27FC236}">
                  <a16:creationId xmlns:a16="http://schemas.microsoft.com/office/drawing/2014/main" id="{A9B90BBB-F8FB-A2B2-DD97-047B09800E1F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8" name="사각형: 둥근 모서리 17">
              <a:hlinkClick r:id="rId10" action="ppaction://hlinksldjump"/>
              <a:extLst>
                <a:ext uri="{FF2B5EF4-FFF2-40B4-BE49-F238E27FC236}">
                  <a16:creationId xmlns:a16="http://schemas.microsoft.com/office/drawing/2014/main" id="{346619DF-D0F2-66C7-EA62-40BFA547B8DA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F405DBA-3EDE-B99A-8D5A-BE8E396DE4C9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A9BCBE43-AD51-EA75-3F20-A30991033AE2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7CC3C471-AB29-098E-D6A5-F487BFC401A5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4CD2AF-168B-7AFA-3EA5-91BD13F7FB45}"/>
              </a:ext>
            </a:extLst>
          </p:cNvPr>
          <p:cNvSpPr txBox="1"/>
          <p:nvPr/>
        </p:nvSpPr>
        <p:spPr>
          <a:xfrm>
            <a:off x="7197214" y="4538256"/>
            <a:ext cx="1718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30~31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B3A57-47E3-49B8-7764-ED76B996381A}"/>
              </a:ext>
            </a:extLst>
          </p:cNvPr>
          <p:cNvSpPr txBox="1"/>
          <p:nvPr/>
        </p:nvSpPr>
        <p:spPr>
          <a:xfrm>
            <a:off x="5534574" y="3125364"/>
            <a:ext cx="3996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>
                <a:solidFill>
                  <a:srgbClr val="0EA7DD"/>
                </a:solidFill>
                <a:latin typeface="맑은 고딕" panose="020B0503020000020004" pitchFamily="50" charset="-127"/>
              </a:rPr>
              <a:t>솜사탕</a:t>
            </a:r>
            <a:endParaRPr lang="ko-KR" altLang="en-US" sz="4000" b="1" spc="-300" dirty="0">
              <a:solidFill>
                <a:srgbClr val="0EA7D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object 110">
            <a:extLst>
              <a:ext uri="{FF2B5EF4-FFF2-40B4-BE49-F238E27FC236}">
                <a16:creationId xmlns:a16="http://schemas.microsoft.com/office/drawing/2014/main" id="{7DAD4EC2-163C-476D-89ED-CD0F884BCAFB}"/>
              </a:ext>
            </a:extLst>
          </p:cNvPr>
          <p:cNvSpPr/>
          <p:nvPr/>
        </p:nvSpPr>
        <p:spPr>
          <a:xfrm>
            <a:off x="5238624" y="-21266"/>
            <a:ext cx="6954121" cy="270323"/>
          </a:xfrm>
          <a:custGeom>
            <a:avLst/>
            <a:gdLst/>
            <a:ahLst/>
            <a:cxnLst/>
            <a:rect l="l" t="t" r="r" b="b"/>
            <a:pathLst>
              <a:path w="10699750" h="415925">
                <a:moveTo>
                  <a:pt x="0" y="0"/>
                </a:moveTo>
                <a:lnTo>
                  <a:pt x="959" y="18997"/>
                </a:lnTo>
                <a:lnTo>
                  <a:pt x="2611" y="53179"/>
                </a:lnTo>
                <a:lnTo>
                  <a:pt x="4054" y="84553"/>
                </a:lnTo>
                <a:lnTo>
                  <a:pt x="5903" y="119264"/>
                </a:lnTo>
                <a:lnTo>
                  <a:pt x="17281" y="182264"/>
                </a:lnTo>
                <a:lnTo>
                  <a:pt x="37757" y="236973"/>
                </a:lnTo>
                <a:lnTo>
                  <a:pt x="65959" y="283713"/>
                </a:lnTo>
                <a:lnTo>
                  <a:pt x="100515" y="322808"/>
                </a:lnTo>
                <a:lnTo>
                  <a:pt x="140051" y="354581"/>
                </a:lnTo>
                <a:lnTo>
                  <a:pt x="183195" y="379356"/>
                </a:lnTo>
                <a:lnTo>
                  <a:pt x="228575" y="397455"/>
                </a:lnTo>
                <a:lnTo>
                  <a:pt x="274818" y="409203"/>
                </a:lnTo>
                <a:lnTo>
                  <a:pt x="320551" y="414922"/>
                </a:lnTo>
                <a:lnTo>
                  <a:pt x="342798" y="415621"/>
                </a:lnTo>
                <a:lnTo>
                  <a:pt x="10699142" y="415621"/>
                </a:lnTo>
              </a:path>
            </a:pathLst>
          </a:custGeom>
          <a:ln w="57150">
            <a:solidFill>
              <a:srgbClr val="FDBE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1DA49A3-FE23-4FB7-88E7-16C94DCAC36D}"/>
              </a:ext>
            </a:extLst>
          </p:cNvPr>
          <p:cNvGrpSpPr/>
          <p:nvPr/>
        </p:nvGrpSpPr>
        <p:grpSpPr>
          <a:xfrm>
            <a:off x="5953858" y="4542142"/>
            <a:ext cx="2986942" cy="468412"/>
            <a:chOff x="5928458" y="4542142"/>
            <a:chExt cx="2986942" cy="468412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13098CB-D9BE-4BEC-8B9C-A7AB9A629668}"/>
                </a:ext>
              </a:extLst>
            </p:cNvPr>
            <p:cNvGrpSpPr/>
            <p:nvPr/>
          </p:nvGrpSpPr>
          <p:grpSpPr>
            <a:xfrm>
              <a:off x="5928458" y="4542142"/>
              <a:ext cx="2986942" cy="468412"/>
              <a:chOff x="9777740" y="7473891"/>
              <a:chExt cx="4944110" cy="775335"/>
            </a:xfrm>
          </p:grpSpPr>
          <p:sp>
            <p:nvSpPr>
              <p:cNvPr id="28" name="object 115">
                <a:extLst>
                  <a:ext uri="{FF2B5EF4-FFF2-40B4-BE49-F238E27FC236}">
                    <a16:creationId xmlns:a16="http://schemas.microsoft.com/office/drawing/2014/main" id="{9DD77105-5B13-4B93-BD66-A6D50DAC39AC}"/>
                  </a:ext>
                </a:extLst>
              </p:cNvPr>
              <p:cNvSpPr/>
              <p:nvPr/>
            </p:nvSpPr>
            <p:spPr>
              <a:xfrm>
                <a:off x="9792222" y="7488369"/>
                <a:ext cx="4915535" cy="746125"/>
              </a:xfrm>
              <a:custGeom>
                <a:avLst/>
                <a:gdLst/>
                <a:ahLst/>
                <a:cxnLst/>
                <a:rect l="l" t="t" r="r" b="b"/>
                <a:pathLst>
                  <a:path w="4915534" h="746125">
                    <a:moveTo>
                      <a:pt x="4542071" y="0"/>
                    </a:moveTo>
                    <a:lnTo>
                      <a:pt x="372941" y="0"/>
                    </a:lnTo>
                    <a:lnTo>
                      <a:pt x="342399" y="1238"/>
                    </a:lnTo>
                    <a:lnTo>
                      <a:pt x="283427" y="10857"/>
                    </a:lnTo>
                    <a:lnTo>
                      <a:pt x="227915" y="29354"/>
                    </a:lnTo>
                    <a:lnTo>
                      <a:pt x="176639" y="55954"/>
                    </a:lnTo>
                    <a:lnTo>
                      <a:pt x="130370" y="89884"/>
                    </a:lnTo>
                    <a:lnTo>
                      <a:pt x="89884" y="130370"/>
                    </a:lnTo>
                    <a:lnTo>
                      <a:pt x="55954" y="176639"/>
                    </a:lnTo>
                    <a:lnTo>
                      <a:pt x="29354" y="227915"/>
                    </a:lnTo>
                    <a:lnTo>
                      <a:pt x="10857" y="283427"/>
                    </a:lnTo>
                    <a:lnTo>
                      <a:pt x="1238" y="342399"/>
                    </a:lnTo>
                    <a:lnTo>
                      <a:pt x="0" y="372941"/>
                    </a:lnTo>
                    <a:lnTo>
                      <a:pt x="1238" y="403485"/>
                    </a:lnTo>
                    <a:lnTo>
                      <a:pt x="10857" y="462459"/>
                    </a:lnTo>
                    <a:lnTo>
                      <a:pt x="29354" y="517973"/>
                    </a:lnTo>
                    <a:lnTo>
                      <a:pt x="55954" y="569251"/>
                    </a:lnTo>
                    <a:lnTo>
                      <a:pt x="89884" y="615520"/>
                    </a:lnTo>
                    <a:lnTo>
                      <a:pt x="130370" y="656007"/>
                    </a:lnTo>
                    <a:lnTo>
                      <a:pt x="176639" y="689938"/>
                    </a:lnTo>
                    <a:lnTo>
                      <a:pt x="227915" y="716539"/>
                    </a:lnTo>
                    <a:lnTo>
                      <a:pt x="283427" y="735035"/>
                    </a:lnTo>
                    <a:lnTo>
                      <a:pt x="342399" y="744654"/>
                    </a:lnTo>
                    <a:lnTo>
                      <a:pt x="372941" y="745893"/>
                    </a:lnTo>
                    <a:lnTo>
                      <a:pt x="4542071" y="745893"/>
                    </a:lnTo>
                    <a:lnTo>
                      <a:pt x="4602483" y="741003"/>
                    </a:lnTo>
                    <a:lnTo>
                      <a:pt x="4659821" y="726848"/>
                    </a:lnTo>
                    <a:lnTo>
                      <a:pt x="4713312" y="704203"/>
                    </a:lnTo>
                    <a:lnTo>
                      <a:pt x="4762182" y="673841"/>
                    </a:lnTo>
                    <a:lnTo>
                      <a:pt x="4805656" y="636535"/>
                    </a:lnTo>
                    <a:lnTo>
                      <a:pt x="4842960" y="593060"/>
                    </a:lnTo>
                    <a:lnTo>
                      <a:pt x="4873322" y="544190"/>
                    </a:lnTo>
                    <a:lnTo>
                      <a:pt x="4895967" y="490697"/>
                    </a:lnTo>
                    <a:lnTo>
                      <a:pt x="4910122" y="433356"/>
                    </a:lnTo>
                    <a:lnTo>
                      <a:pt x="4915012" y="372941"/>
                    </a:lnTo>
                    <a:lnTo>
                      <a:pt x="4913773" y="342399"/>
                    </a:lnTo>
                    <a:lnTo>
                      <a:pt x="4904154" y="283427"/>
                    </a:lnTo>
                    <a:lnTo>
                      <a:pt x="4885658" y="227915"/>
                    </a:lnTo>
                    <a:lnTo>
                      <a:pt x="4859058" y="176639"/>
                    </a:lnTo>
                    <a:lnTo>
                      <a:pt x="4825127" y="130370"/>
                    </a:lnTo>
                    <a:lnTo>
                      <a:pt x="4784641" y="89884"/>
                    </a:lnTo>
                    <a:lnTo>
                      <a:pt x="4738373" y="55954"/>
                    </a:lnTo>
                    <a:lnTo>
                      <a:pt x="4687096" y="29354"/>
                    </a:lnTo>
                    <a:lnTo>
                      <a:pt x="4631585" y="10857"/>
                    </a:lnTo>
                    <a:lnTo>
                      <a:pt x="4572613" y="1238"/>
                    </a:lnTo>
                    <a:lnTo>
                      <a:pt x="454207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16">
                <a:extLst>
                  <a:ext uri="{FF2B5EF4-FFF2-40B4-BE49-F238E27FC236}">
                    <a16:creationId xmlns:a16="http://schemas.microsoft.com/office/drawing/2014/main" id="{347B539A-C0C7-4A57-AD65-1850F2D7FD20}"/>
                  </a:ext>
                </a:extLst>
              </p:cNvPr>
              <p:cNvSpPr/>
              <p:nvPr/>
            </p:nvSpPr>
            <p:spPr>
              <a:xfrm>
                <a:off x="9777740" y="7473891"/>
                <a:ext cx="4944110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4944109" h="775334">
                    <a:moveTo>
                      <a:pt x="4556552" y="0"/>
                    </a:moveTo>
                    <a:lnTo>
                      <a:pt x="387422" y="0"/>
                    </a:lnTo>
                    <a:lnTo>
                      <a:pt x="355648" y="1284"/>
                    </a:lnTo>
                    <a:lnTo>
                      <a:pt x="294322" y="11259"/>
                    </a:lnTo>
                    <a:lnTo>
                      <a:pt x="236622" y="30446"/>
                    </a:lnTo>
                    <a:lnTo>
                      <a:pt x="183347" y="58046"/>
                    </a:lnTo>
                    <a:lnTo>
                      <a:pt x="135294" y="93261"/>
                    </a:lnTo>
                    <a:lnTo>
                      <a:pt x="93261" y="135294"/>
                    </a:lnTo>
                    <a:lnTo>
                      <a:pt x="58046" y="183347"/>
                    </a:lnTo>
                    <a:lnTo>
                      <a:pt x="30446" y="236622"/>
                    </a:lnTo>
                    <a:lnTo>
                      <a:pt x="11259" y="294322"/>
                    </a:lnTo>
                    <a:lnTo>
                      <a:pt x="1284" y="355648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6" y="538227"/>
                    </a:lnTo>
                    <a:lnTo>
                      <a:pt x="58046" y="591502"/>
                    </a:lnTo>
                    <a:lnTo>
                      <a:pt x="93261" y="639555"/>
                    </a:lnTo>
                    <a:lnTo>
                      <a:pt x="135294" y="681587"/>
                    </a:lnTo>
                    <a:lnTo>
                      <a:pt x="183347" y="716801"/>
                    </a:lnTo>
                    <a:lnTo>
                      <a:pt x="236622" y="744400"/>
                    </a:lnTo>
                    <a:lnTo>
                      <a:pt x="294322" y="763586"/>
                    </a:lnTo>
                    <a:lnTo>
                      <a:pt x="355648" y="773561"/>
                    </a:lnTo>
                    <a:lnTo>
                      <a:pt x="387422" y="774845"/>
                    </a:lnTo>
                    <a:lnTo>
                      <a:pt x="4556552" y="774845"/>
                    </a:lnTo>
                    <a:lnTo>
                      <a:pt x="4619395" y="769774"/>
                    </a:lnTo>
                    <a:lnTo>
                      <a:pt x="4679009" y="755094"/>
                    </a:lnTo>
                    <a:lnTo>
                      <a:pt x="4703399" y="745893"/>
                    </a:lnTo>
                    <a:lnTo>
                      <a:pt x="387422" y="745893"/>
                    </a:lnTo>
                    <a:lnTo>
                      <a:pt x="358065" y="744702"/>
                    </a:lnTo>
                    <a:lnTo>
                      <a:pt x="301381" y="735457"/>
                    </a:lnTo>
                    <a:lnTo>
                      <a:pt x="248024" y="717678"/>
                    </a:lnTo>
                    <a:lnTo>
                      <a:pt x="198737" y="692110"/>
                    </a:lnTo>
                    <a:lnTo>
                      <a:pt x="154264" y="659496"/>
                    </a:lnTo>
                    <a:lnTo>
                      <a:pt x="115348" y="620581"/>
                    </a:lnTo>
                    <a:lnTo>
                      <a:pt x="82735" y="576108"/>
                    </a:lnTo>
                    <a:lnTo>
                      <a:pt x="57167" y="526821"/>
                    </a:lnTo>
                    <a:lnTo>
                      <a:pt x="39388" y="473463"/>
                    </a:lnTo>
                    <a:lnTo>
                      <a:pt x="30142" y="416779"/>
                    </a:lnTo>
                    <a:lnTo>
                      <a:pt x="28951" y="387422"/>
                    </a:lnTo>
                    <a:lnTo>
                      <a:pt x="30142" y="358065"/>
                    </a:lnTo>
                    <a:lnTo>
                      <a:pt x="39388" y="301381"/>
                    </a:lnTo>
                    <a:lnTo>
                      <a:pt x="57167" y="248024"/>
                    </a:lnTo>
                    <a:lnTo>
                      <a:pt x="82735" y="198737"/>
                    </a:lnTo>
                    <a:lnTo>
                      <a:pt x="115348" y="154264"/>
                    </a:lnTo>
                    <a:lnTo>
                      <a:pt x="154264" y="115348"/>
                    </a:lnTo>
                    <a:lnTo>
                      <a:pt x="198737" y="82735"/>
                    </a:lnTo>
                    <a:lnTo>
                      <a:pt x="248024" y="57167"/>
                    </a:lnTo>
                    <a:lnTo>
                      <a:pt x="301381" y="39388"/>
                    </a:lnTo>
                    <a:lnTo>
                      <a:pt x="358065" y="30142"/>
                    </a:lnTo>
                    <a:lnTo>
                      <a:pt x="387422" y="28951"/>
                    </a:lnTo>
                    <a:lnTo>
                      <a:pt x="4703395" y="28951"/>
                    </a:lnTo>
                    <a:lnTo>
                      <a:pt x="4679009" y="19751"/>
                    </a:lnTo>
                    <a:lnTo>
                      <a:pt x="4649656" y="11259"/>
                    </a:lnTo>
                    <a:lnTo>
                      <a:pt x="4619395" y="5070"/>
                    </a:lnTo>
                    <a:lnTo>
                      <a:pt x="4588327" y="1284"/>
                    </a:lnTo>
                    <a:lnTo>
                      <a:pt x="4556552" y="0"/>
                    </a:lnTo>
                    <a:close/>
                  </a:path>
                  <a:path w="4944109" h="775334">
                    <a:moveTo>
                      <a:pt x="4703395" y="28951"/>
                    </a:moveTo>
                    <a:lnTo>
                      <a:pt x="4556552" y="28951"/>
                    </a:lnTo>
                    <a:lnTo>
                      <a:pt x="4585909" y="30142"/>
                    </a:lnTo>
                    <a:lnTo>
                      <a:pt x="4614620" y="33652"/>
                    </a:lnTo>
                    <a:lnTo>
                      <a:pt x="4669734" y="47257"/>
                    </a:lnTo>
                    <a:lnTo>
                      <a:pt x="4721149" y="69024"/>
                    </a:lnTo>
                    <a:lnTo>
                      <a:pt x="4768122" y="98207"/>
                    </a:lnTo>
                    <a:lnTo>
                      <a:pt x="4809909" y="134065"/>
                    </a:lnTo>
                    <a:lnTo>
                      <a:pt x="4845767" y="175852"/>
                    </a:lnTo>
                    <a:lnTo>
                      <a:pt x="4874950" y="222825"/>
                    </a:lnTo>
                    <a:lnTo>
                      <a:pt x="4896717" y="274240"/>
                    </a:lnTo>
                    <a:lnTo>
                      <a:pt x="4910322" y="329354"/>
                    </a:lnTo>
                    <a:lnTo>
                      <a:pt x="4915023" y="387422"/>
                    </a:lnTo>
                    <a:lnTo>
                      <a:pt x="4913832" y="416781"/>
                    </a:lnTo>
                    <a:lnTo>
                      <a:pt x="4904586" y="473467"/>
                    </a:lnTo>
                    <a:lnTo>
                      <a:pt x="4886807" y="526825"/>
                    </a:lnTo>
                    <a:lnTo>
                      <a:pt x="4861239" y="576112"/>
                    </a:lnTo>
                    <a:lnTo>
                      <a:pt x="4828626" y="620585"/>
                    </a:lnTo>
                    <a:lnTo>
                      <a:pt x="4789711" y="659500"/>
                    </a:lnTo>
                    <a:lnTo>
                      <a:pt x="4745237" y="692112"/>
                    </a:lnTo>
                    <a:lnTo>
                      <a:pt x="4695950" y="717679"/>
                    </a:lnTo>
                    <a:lnTo>
                      <a:pt x="4642593" y="735457"/>
                    </a:lnTo>
                    <a:lnTo>
                      <a:pt x="4585909" y="744703"/>
                    </a:lnTo>
                    <a:lnTo>
                      <a:pt x="4556552" y="745893"/>
                    </a:lnTo>
                    <a:lnTo>
                      <a:pt x="4703399" y="745893"/>
                    </a:lnTo>
                    <a:lnTo>
                      <a:pt x="4760632" y="716801"/>
                    </a:lnTo>
                    <a:lnTo>
                      <a:pt x="4808684" y="681587"/>
                    </a:lnTo>
                    <a:lnTo>
                      <a:pt x="4850717" y="639555"/>
                    </a:lnTo>
                    <a:lnTo>
                      <a:pt x="4885931" y="591502"/>
                    </a:lnTo>
                    <a:lnTo>
                      <a:pt x="4913530" y="538227"/>
                    </a:lnTo>
                    <a:lnTo>
                      <a:pt x="4932715" y="480526"/>
                    </a:lnTo>
                    <a:lnTo>
                      <a:pt x="4942690" y="419198"/>
                    </a:lnTo>
                    <a:lnTo>
                      <a:pt x="4943975" y="387422"/>
                    </a:lnTo>
                    <a:lnTo>
                      <a:pt x="4942690" y="355648"/>
                    </a:lnTo>
                    <a:lnTo>
                      <a:pt x="4932715" y="294322"/>
                    </a:lnTo>
                    <a:lnTo>
                      <a:pt x="4913530" y="236622"/>
                    </a:lnTo>
                    <a:lnTo>
                      <a:pt x="4885931" y="183347"/>
                    </a:lnTo>
                    <a:lnTo>
                      <a:pt x="4850717" y="135294"/>
                    </a:lnTo>
                    <a:lnTo>
                      <a:pt x="4808684" y="93261"/>
                    </a:lnTo>
                    <a:lnTo>
                      <a:pt x="4760632" y="58046"/>
                    </a:lnTo>
                    <a:lnTo>
                      <a:pt x="4707356" y="30446"/>
                    </a:lnTo>
                    <a:lnTo>
                      <a:pt x="4703395" y="28951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17">
                <a:extLst>
                  <a:ext uri="{FF2B5EF4-FFF2-40B4-BE49-F238E27FC236}">
                    <a16:creationId xmlns:a16="http://schemas.microsoft.com/office/drawing/2014/main" id="{95A22C0D-C0C4-46B6-9C6F-23435D677CEC}"/>
                  </a:ext>
                </a:extLst>
              </p:cNvPr>
              <p:cNvSpPr/>
              <p:nvPr/>
            </p:nvSpPr>
            <p:spPr>
              <a:xfrm>
                <a:off x="9777745" y="7473891"/>
                <a:ext cx="206184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2061845" h="775334">
                    <a:moveTo>
                      <a:pt x="2061413" y="0"/>
                    </a:moveTo>
                    <a:lnTo>
                      <a:pt x="387422" y="0"/>
                    </a:lnTo>
                    <a:lnTo>
                      <a:pt x="355647" y="1284"/>
                    </a:lnTo>
                    <a:lnTo>
                      <a:pt x="294319" y="11259"/>
                    </a:lnTo>
                    <a:lnTo>
                      <a:pt x="236618" y="30444"/>
                    </a:lnTo>
                    <a:lnTo>
                      <a:pt x="183342" y="58043"/>
                    </a:lnTo>
                    <a:lnTo>
                      <a:pt x="135290" y="93257"/>
                    </a:lnTo>
                    <a:lnTo>
                      <a:pt x="93257" y="135290"/>
                    </a:lnTo>
                    <a:lnTo>
                      <a:pt x="58043" y="183342"/>
                    </a:lnTo>
                    <a:lnTo>
                      <a:pt x="30444" y="236618"/>
                    </a:lnTo>
                    <a:lnTo>
                      <a:pt x="11259" y="294319"/>
                    </a:lnTo>
                    <a:lnTo>
                      <a:pt x="1284" y="355647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4" y="538227"/>
                    </a:lnTo>
                    <a:lnTo>
                      <a:pt x="58043" y="591502"/>
                    </a:lnTo>
                    <a:lnTo>
                      <a:pt x="93257" y="639555"/>
                    </a:lnTo>
                    <a:lnTo>
                      <a:pt x="135290" y="681587"/>
                    </a:lnTo>
                    <a:lnTo>
                      <a:pt x="183342" y="716801"/>
                    </a:lnTo>
                    <a:lnTo>
                      <a:pt x="236618" y="744400"/>
                    </a:lnTo>
                    <a:lnTo>
                      <a:pt x="294319" y="763586"/>
                    </a:lnTo>
                    <a:lnTo>
                      <a:pt x="355647" y="773561"/>
                    </a:lnTo>
                    <a:lnTo>
                      <a:pt x="387422" y="774845"/>
                    </a:lnTo>
                    <a:lnTo>
                      <a:pt x="2061413" y="774845"/>
                    </a:lnTo>
                    <a:lnTo>
                      <a:pt x="2061413" y="0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5BF974B-D154-4964-9E12-BFA7D406A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150934" y="4620906"/>
              <a:ext cx="840416" cy="281229"/>
            </a:xfrm>
            <a:prstGeom prst="rect">
              <a:avLst/>
            </a:prstGeom>
          </p:spPr>
        </p:pic>
      </p:grpSp>
      <p:sp>
        <p:nvSpPr>
          <p:cNvPr id="31" name="object 119">
            <a:extLst>
              <a:ext uri="{FF2B5EF4-FFF2-40B4-BE49-F238E27FC236}">
                <a16:creationId xmlns:a16="http://schemas.microsoft.com/office/drawing/2014/main" id="{EFD7248B-C01D-47AE-9214-A4E3A33F5454}"/>
              </a:ext>
            </a:extLst>
          </p:cNvPr>
          <p:cNvSpPr/>
          <p:nvPr/>
        </p:nvSpPr>
        <p:spPr>
          <a:xfrm>
            <a:off x="6884330" y="3856897"/>
            <a:ext cx="1346317" cy="57878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C2D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DDAB22-E071-4125-AA40-CF8A1AFDB603}"/>
              </a:ext>
            </a:extLst>
          </p:cNvPr>
          <p:cNvSpPr txBox="1"/>
          <p:nvPr/>
        </p:nvSpPr>
        <p:spPr>
          <a:xfrm>
            <a:off x="7197214" y="4542201"/>
            <a:ext cx="1730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56~57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쪽</a:t>
            </a:r>
            <a:endParaRPr lang="ko-KR" altLang="en-US" sz="2400" b="1" spc="-150" dirty="0">
              <a:solidFill>
                <a:srgbClr val="8F654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8E9D76B-3D9C-42CB-9E59-7DCD46ADAD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44" y="1589"/>
            <a:ext cx="5005632" cy="27966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7D3CEF-0E36-2684-0229-4FA72AF8EB5A}"/>
              </a:ext>
            </a:extLst>
          </p:cNvPr>
          <p:cNvSpPr txBox="1"/>
          <p:nvPr/>
        </p:nvSpPr>
        <p:spPr>
          <a:xfrm>
            <a:off x="3687096" y="2083144"/>
            <a:ext cx="74135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latin typeface="맑은 고딕" panose="020B0503020000020004" pitchFamily="50" charset="-127"/>
              </a:rPr>
              <a:t>특징 살려 노래 부르기</a:t>
            </a:r>
            <a:endParaRPr lang="ko-KR" altLang="en-US" sz="4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5E57F71-AC08-4E05-A861-B0D6E44605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0353" y="3229530"/>
            <a:ext cx="528329" cy="551070"/>
          </a:xfrm>
          <a:prstGeom prst="rect">
            <a:avLst/>
          </a:prstGeom>
        </p:spPr>
      </p:pic>
      <p:sp>
        <p:nvSpPr>
          <p:cNvPr id="3" name="사각형: 둥근 모서리 2">
            <a:hlinkClick r:id="rId14" action="ppaction://hlinksldjump"/>
            <a:extLst>
              <a:ext uri="{FF2B5EF4-FFF2-40B4-BE49-F238E27FC236}">
                <a16:creationId xmlns:a16="http://schemas.microsoft.com/office/drawing/2014/main" id="{77DAB624-0F08-FA60-5D49-20CA9273A65A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102756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6B7C-E181-14F5-3049-3181BA1C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B2CD9E-3F0B-454C-B473-AD8111D5F012}"/>
              </a:ext>
            </a:extLst>
          </p:cNvPr>
          <p:cNvSpPr/>
          <p:nvPr/>
        </p:nvSpPr>
        <p:spPr>
          <a:xfrm>
            <a:off x="2466998" y="3049301"/>
            <a:ext cx="4162402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bject 30">
            <a:extLst>
              <a:ext uri="{FF2B5EF4-FFF2-40B4-BE49-F238E27FC236}">
                <a16:creationId xmlns:a16="http://schemas.microsoft.com/office/drawing/2014/main" id="{097C09F9-BCD8-44BB-A90B-4DA2D11B3D8D}"/>
              </a:ext>
            </a:extLst>
          </p:cNvPr>
          <p:cNvSpPr/>
          <p:nvPr/>
        </p:nvSpPr>
        <p:spPr>
          <a:xfrm>
            <a:off x="150222" y="4608576"/>
            <a:ext cx="1685286" cy="17170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A63248B-0315-44F5-9057-5D2670BAF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41" y="2963484"/>
            <a:ext cx="300764" cy="273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C5F17FE-A1A5-427E-9209-8276170DDC4E}"/>
              </a:ext>
            </a:extLst>
          </p:cNvPr>
          <p:cNvSpPr txBox="1"/>
          <p:nvPr/>
        </p:nvSpPr>
        <p:spPr>
          <a:xfrm>
            <a:off x="2335141" y="2726029"/>
            <a:ext cx="7851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ko-KR" altLang="en-US" sz="4000" b="1" spc="-150" dirty="0">
                <a:latin typeface="맑은 고딕" panose="020B0503020000020004" pitchFamily="50" charset="-127"/>
              </a:rPr>
              <a:t>음악의 특징을 살려 재미있게 노래 불러 봅시다</a:t>
            </a:r>
            <a:r>
              <a:rPr lang="en-US" altLang="ko-KR" sz="4000" b="1" spc="-150" dirty="0">
                <a:latin typeface="맑은 고딕" panose="020B0503020000020004" pitchFamily="50" charset="-127"/>
              </a:rPr>
              <a:t>.</a:t>
            </a:r>
            <a:endParaRPr lang="ko-KR" altLang="en-US" sz="4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81C0EDB-82CE-A9BC-4C04-F3AD874A0359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7" name="사각형: 둥근 모서리 6">
              <a:hlinkClick r:id="rId5" action="ppaction://hlinksldjump"/>
              <a:extLst>
                <a:ext uri="{FF2B5EF4-FFF2-40B4-BE49-F238E27FC236}">
                  <a16:creationId xmlns:a16="http://schemas.microsoft.com/office/drawing/2014/main" id="{9789F1D8-5C22-08CF-7986-0FE896F45ADC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6" action="ppaction://hlinksldjump"/>
              <a:extLst>
                <a:ext uri="{FF2B5EF4-FFF2-40B4-BE49-F238E27FC236}">
                  <a16:creationId xmlns:a16="http://schemas.microsoft.com/office/drawing/2014/main" id="{E3E35EF1-1EC5-793E-8D0F-820C40A3F9A5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3" name="사각형: 둥근 모서리 12">
              <a:hlinkClick r:id="rId7" action="ppaction://hlinksldjump"/>
              <a:extLst>
                <a:ext uri="{FF2B5EF4-FFF2-40B4-BE49-F238E27FC236}">
                  <a16:creationId xmlns:a16="http://schemas.microsoft.com/office/drawing/2014/main" id="{081B32C9-59AF-50EB-1198-FA596DA17DC7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4" name="사각형: 둥근 모서리 13">
              <a:hlinkClick r:id="rId8" action="ppaction://hlinksldjump"/>
              <a:extLst>
                <a:ext uri="{FF2B5EF4-FFF2-40B4-BE49-F238E27FC236}">
                  <a16:creationId xmlns:a16="http://schemas.microsoft.com/office/drawing/2014/main" id="{55F42F0D-2766-0779-C402-748A9FC62A54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6" name="사각형: 둥근 모서리 15">
              <a:hlinkClick r:id="rId9" action="ppaction://hlinksldjump"/>
              <a:extLst>
                <a:ext uri="{FF2B5EF4-FFF2-40B4-BE49-F238E27FC236}">
                  <a16:creationId xmlns:a16="http://schemas.microsoft.com/office/drawing/2014/main" id="{D5575195-0C91-30AA-8B22-F2926DE8B7B9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7" name="사각형: 둥근 모서리 16">
              <a:hlinkClick r:id="rId10" action="ppaction://hlinksldjump"/>
              <a:extLst>
                <a:ext uri="{FF2B5EF4-FFF2-40B4-BE49-F238E27FC236}">
                  <a16:creationId xmlns:a16="http://schemas.microsoft.com/office/drawing/2014/main" id="{43835892-4BA2-1264-EEB6-04B658B8F7F1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8" name="사각형: 둥근 모서리 17">
              <a:hlinkClick r:id="rId11" action="ppaction://hlinksldjump"/>
              <a:extLst>
                <a:ext uri="{FF2B5EF4-FFF2-40B4-BE49-F238E27FC236}">
                  <a16:creationId xmlns:a16="http://schemas.microsoft.com/office/drawing/2014/main" id="{3B967CEA-D5E7-FC67-0381-565E57588978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8BA8E8F-E39B-D257-E9DE-1D75E869BE7A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9873AD73-ACB0-ACB4-DDB2-055B118086D6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5A733C41-30A9-4E97-984A-1471D1445AFC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7" name="사각형: 둥근 모서리 26">
            <a:hlinkClick r:id="rId12" action="ppaction://hlinksldjump"/>
            <a:extLst>
              <a:ext uri="{FF2B5EF4-FFF2-40B4-BE49-F238E27FC236}">
                <a16:creationId xmlns:a16="http://schemas.microsoft.com/office/drawing/2014/main" id="{5C49CCEB-6580-61BF-71B5-0C6B1FB57BF4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256589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솜사탕을 먹어 본 경험을 나누어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C36FC52-CC8E-40E5-9FA6-E802356D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9" y="1242063"/>
            <a:ext cx="12170730" cy="5331933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E805494-E693-413C-BC6C-8300B988D9A9}"/>
              </a:ext>
            </a:extLst>
          </p:cNvPr>
          <p:cNvGrpSpPr/>
          <p:nvPr/>
        </p:nvGrpSpPr>
        <p:grpSpPr>
          <a:xfrm>
            <a:off x="1180" y="1250507"/>
            <a:ext cx="12192000" cy="5331933"/>
            <a:chOff x="1180" y="1250507"/>
            <a:chExt cx="12192000" cy="5331933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10D5F0E-8100-4DD3-9653-A52810AE3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0" y="1250507"/>
              <a:ext cx="12192000" cy="5331933"/>
            </a:xfrm>
            <a:prstGeom prst="rect">
              <a:avLst/>
            </a:prstGeom>
          </p:spPr>
        </p:pic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0B220A34-005F-49BE-AD50-66FCED5EFA00}"/>
                </a:ext>
              </a:extLst>
            </p:cNvPr>
            <p:cNvGrpSpPr/>
            <p:nvPr/>
          </p:nvGrpSpPr>
          <p:grpSpPr>
            <a:xfrm>
              <a:off x="1652588" y="2282553"/>
              <a:ext cx="2899212" cy="1977154"/>
              <a:chOff x="2504889" y="3518219"/>
              <a:chExt cx="4804410" cy="3276427"/>
            </a:xfrm>
          </p:grpSpPr>
          <p:sp>
            <p:nvSpPr>
              <p:cNvPr id="48" name="object 6">
                <a:extLst>
                  <a:ext uri="{FF2B5EF4-FFF2-40B4-BE49-F238E27FC236}">
                    <a16:creationId xmlns:a16="http://schemas.microsoft.com/office/drawing/2014/main" id="{2A66D1D8-19EC-40AE-8EEA-A06D10719FA6}"/>
                  </a:ext>
                </a:extLst>
              </p:cNvPr>
              <p:cNvSpPr/>
              <p:nvPr/>
            </p:nvSpPr>
            <p:spPr>
              <a:xfrm>
                <a:off x="2504889" y="3518219"/>
                <a:ext cx="4804410" cy="2806065"/>
              </a:xfrm>
              <a:custGeom>
                <a:avLst/>
                <a:gdLst/>
                <a:ahLst/>
                <a:cxnLst/>
                <a:rect l="l" t="t" r="r" b="b"/>
                <a:pathLst>
                  <a:path w="4804409" h="2806065">
                    <a:moveTo>
                      <a:pt x="3756702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1758407"/>
                    </a:lnTo>
                    <a:lnTo>
                      <a:pt x="3488" y="1843960"/>
                    </a:lnTo>
                    <a:lnTo>
                      <a:pt x="13769" y="1927669"/>
                    </a:lnTo>
                    <a:lnTo>
                      <a:pt x="30568" y="2009256"/>
                    </a:lnTo>
                    <a:lnTo>
                      <a:pt x="53610" y="2088449"/>
                    </a:lnTo>
                    <a:lnTo>
                      <a:pt x="82621" y="2164972"/>
                    </a:lnTo>
                    <a:lnTo>
                      <a:pt x="117326" y="2238549"/>
                    </a:lnTo>
                    <a:lnTo>
                      <a:pt x="157449" y="2308907"/>
                    </a:lnTo>
                    <a:lnTo>
                      <a:pt x="202716" y="2375770"/>
                    </a:lnTo>
                    <a:lnTo>
                      <a:pt x="252852" y="2438864"/>
                    </a:lnTo>
                    <a:lnTo>
                      <a:pt x="307582" y="2497913"/>
                    </a:lnTo>
                    <a:lnTo>
                      <a:pt x="366631" y="2552643"/>
                    </a:lnTo>
                    <a:lnTo>
                      <a:pt x="429725" y="2602779"/>
                    </a:lnTo>
                    <a:lnTo>
                      <a:pt x="496588" y="2648046"/>
                    </a:lnTo>
                    <a:lnTo>
                      <a:pt x="566946" y="2688169"/>
                    </a:lnTo>
                    <a:lnTo>
                      <a:pt x="640523" y="2722873"/>
                    </a:lnTo>
                    <a:lnTo>
                      <a:pt x="717046" y="2751884"/>
                    </a:lnTo>
                    <a:lnTo>
                      <a:pt x="796238" y="2774927"/>
                    </a:lnTo>
                    <a:lnTo>
                      <a:pt x="877826" y="2791726"/>
                    </a:lnTo>
                    <a:lnTo>
                      <a:pt x="961534" y="2802007"/>
                    </a:lnTo>
                    <a:lnTo>
                      <a:pt x="1047088" y="2805495"/>
                    </a:lnTo>
                    <a:lnTo>
                      <a:pt x="3756702" y="2805495"/>
                    </a:lnTo>
                    <a:lnTo>
                      <a:pt x="3842256" y="2802007"/>
                    </a:lnTo>
                    <a:lnTo>
                      <a:pt x="3925964" y="2791726"/>
                    </a:lnTo>
                    <a:lnTo>
                      <a:pt x="4007552" y="2774927"/>
                    </a:lnTo>
                    <a:lnTo>
                      <a:pt x="4086744" y="2751884"/>
                    </a:lnTo>
                    <a:lnTo>
                      <a:pt x="4163267" y="2722873"/>
                    </a:lnTo>
                    <a:lnTo>
                      <a:pt x="4236844" y="2688169"/>
                    </a:lnTo>
                    <a:lnTo>
                      <a:pt x="4307202" y="2648046"/>
                    </a:lnTo>
                    <a:lnTo>
                      <a:pt x="4374065" y="2602779"/>
                    </a:lnTo>
                    <a:lnTo>
                      <a:pt x="4437159" y="2552643"/>
                    </a:lnTo>
                    <a:lnTo>
                      <a:pt x="4496208" y="2497913"/>
                    </a:lnTo>
                    <a:lnTo>
                      <a:pt x="4550938" y="2438864"/>
                    </a:lnTo>
                    <a:lnTo>
                      <a:pt x="4601074" y="2375770"/>
                    </a:lnTo>
                    <a:lnTo>
                      <a:pt x="4646341" y="2308907"/>
                    </a:lnTo>
                    <a:lnTo>
                      <a:pt x="4686464" y="2238549"/>
                    </a:lnTo>
                    <a:lnTo>
                      <a:pt x="4721169" y="2164972"/>
                    </a:lnTo>
                    <a:lnTo>
                      <a:pt x="4750179" y="2088449"/>
                    </a:lnTo>
                    <a:lnTo>
                      <a:pt x="4773222" y="2009256"/>
                    </a:lnTo>
                    <a:lnTo>
                      <a:pt x="4790021" y="1927669"/>
                    </a:lnTo>
                    <a:lnTo>
                      <a:pt x="4800302" y="1843960"/>
                    </a:lnTo>
                    <a:lnTo>
                      <a:pt x="4803790" y="1758407"/>
                    </a:lnTo>
                    <a:lnTo>
                      <a:pt x="4803790" y="1047088"/>
                    </a:lnTo>
                    <a:lnTo>
                      <a:pt x="4800302" y="961534"/>
                    </a:lnTo>
                    <a:lnTo>
                      <a:pt x="4790021" y="877826"/>
                    </a:lnTo>
                    <a:lnTo>
                      <a:pt x="4773222" y="796238"/>
                    </a:lnTo>
                    <a:lnTo>
                      <a:pt x="4750179" y="717046"/>
                    </a:lnTo>
                    <a:lnTo>
                      <a:pt x="4721169" y="640523"/>
                    </a:lnTo>
                    <a:lnTo>
                      <a:pt x="4686464" y="566946"/>
                    </a:lnTo>
                    <a:lnTo>
                      <a:pt x="4646341" y="496588"/>
                    </a:lnTo>
                    <a:lnTo>
                      <a:pt x="4601074" y="429725"/>
                    </a:lnTo>
                    <a:lnTo>
                      <a:pt x="4550938" y="366631"/>
                    </a:lnTo>
                    <a:lnTo>
                      <a:pt x="4496208" y="307582"/>
                    </a:lnTo>
                    <a:lnTo>
                      <a:pt x="4437159" y="252852"/>
                    </a:lnTo>
                    <a:lnTo>
                      <a:pt x="4374065" y="202716"/>
                    </a:lnTo>
                    <a:lnTo>
                      <a:pt x="4307202" y="157449"/>
                    </a:lnTo>
                    <a:lnTo>
                      <a:pt x="4236844" y="117326"/>
                    </a:lnTo>
                    <a:lnTo>
                      <a:pt x="4163267" y="82621"/>
                    </a:lnTo>
                    <a:lnTo>
                      <a:pt x="4086744" y="53610"/>
                    </a:lnTo>
                    <a:lnTo>
                      <a:pt x="4007552" y="30568"/>
                    </a:lnTo>
                    <a:lnTo>
                      <a:pt x="3925964" y="13769"/>
                    </a:lnTo>
                    <a:lnTo>
                      <a:pt x="3842256" y="3488"/>
                    </a:lnTo>
                    <a:lnTo>
                      <a:pt x="3756702" y="0"/>
                    </a:lnTo>
                    <a:close/>
                  </a:path>
                </a:pathLst>
              </a:custGeom>
              <a:solidFill>
                <a:srgbClr val="DAF2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7">
                <a:extLst>
                  <a:ext uri="{FF2B5EF4-FFF2-40B4-BE49-F238E27FC236}">
                    <a16:creationId xmlns:a16="http://schemas.microsoft.com/office/drawing/2014/main" id="{EFA144B6-715D-4FCC-BED0-EFA227035256}"/>
                  </a:ext>
                </a:extLst>
              </p:cNvPr>
              <p:cNvSpPr/>
              <p:nvPr/>
            </p:nvSpPr>
            <p:spPr>
              <a:xfrm>
                <a:off x="5227958" y="6232671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60" h="561975">
                    <a:moveTo>
                      <a:pt x="0" y="0"/>
                    </a:moveTo>
                    <a:lnTo>
                      <a:pt x="124313" y="127695"/>
                    </a:lnTo>
                    <a:lnTo>
                      <a:pt x="177845" y="182000"/>
                    </a:lnTo>
                    <a:lnTo>
                      <a:pt x="226514" y="230506"/>
                    </a:lnTo>
                    <a:lnTo>
                      <a:pt x="270985" y="273634"/>
                    </a:lnTo>
                    <a:lnTo>
                      <a:pt x="311920" y="311803"/>
                    </a:lnTo>
                    <a:lnTo>
                      <a:pt x="349987" y="345437"/>
                    </a:lnTo>
                    <a:lnTo>
                      <a:pt x="385848" y="374955"/>
                    </a:lnTo>
                    <a:lnTo>
                      <a:pt x="420168" y="400778"/>
                    </a:lnTo>
                    <a:lnTo>
                      <a:pt x="453613" y="423328"/>
                    </a:lnTo>
                    <a:lnTo>
                      <a:pt x="486846" y="443026"/>
                    </a:lnTo>
                    <a:lnTo>
                      <a:pt x="555335" y="475550"/>
                    </a:lnTo>
                    <a:lnTo>
                      <a:pt x="591921" y="489218"/>
                    </a:lnTo>
                    <a:lnTo>
                      <a:pt x="630954" y="501718"/>
                    </a:lnTo>
                    <a:lnTo>
                      <a:pt x="673097" y="513471"/>
                    </a:lnTo>
                    <a:lnTo>
                      <a:pt x="719017" y="524899"/>
                    </a:lnTo>
                    <a:lnTo>
                      <a:pt x="769377" y="536422"/>
                    </a:lnTo>
                    <a:lnTo>
                      <a:pt x="886077" y="561438"/>
                    </a:lnTo>
                    <a:lnTo>
                      <a:pt x="875762" y="554216"/>
                    </a:lnTo>
                    <a:lnTo>
                      <a:pt x="866345" y="547354"/>
                    </a:lnTo>
                    <a:lnTo>
                      <a:pt x="833995" y="515639"/>
                    </a:lnTo>
                    <a:lnTo>
                      <a:pt x="810173" y="476355"/>
                    </a:lnTo>
                    <a:lnTo>
                      <a:pt x="791746" y="436886"/>
                    </a:lnTo>
                    <a:lnTo>
                      <a:pt x="769569" y="383121"/>
                    </a:lnTo>
                    <a:lnTo>
                      <a:pt x="742132" y="311803"/>
                    </a:lnTo>
                    <a:lnTo>
                      <a:pt x="726058" y="268785"/>
                    </a:lnTo>
                    <a:lnTo>
                      <a:pt x="708088" y="220116"/>
                    </a:lnTo>
                    <a:lnTo>
                      <a:pt x="688078" y="165513"/>
                    </a:lnTo>
                    <a:lnTo>
                      <a:pt x="641205" y="36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AF2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8A27104-0CBF-4DD6-BC95-964D0F937CFD}"/>
                </a:ext>
              </a:extLst>
            </p:cNvPr>
            <p:cNvGrpSpPr/>
            <p:nvPr/>
          </p:nvGrpSpPr>
          <p:grpSpPr>
            <a:xfrm>
              <a:off x="7446307" y="2324856"/>
              <a:ext cx="4415493" cy="1970400"/>
              <a:chOff x="6201707" y="2108956"/>
              <a:chExt cx="4415493" cy="1970400"/>
            </a:xfrm>
          </p:grpSpPr>
          <p:sp>
            <p:nvSpPr>
              <p:cNvPr id="46" name="object 14">
                <a:extLst>
                  <a:ext uri="{FF2B5EF4-FFF2-40B4-BE49-F238E27FC236}">
                    <a16:creationId xmlns:a16="http://schemas.microsoft.com/office/drawing/2014/main" id="{88D38CF9-B820-4629-96C2-093055FFE0EA}"/>
                  </a:ext>
                </a:extLst>
              </p:cNvPr>
              <p:cNvSpPr/>
              <p:nvPr/>
            </p:nvSpPr>
            <p:spPr>
              <a:xfrm>
                <a:off x="6201707" y="2108956"/>
                <a:ext cx="4415493" cy="1693315"/>
              </a:xfrm>
              <a:custGeom>
                <a:avLst/>
                <a:gdLst/>
                <a:ahLst/>
                <a:cxnLst/>
                <a:rect l="l" t="t" r="r" b="b"/>
                <a:pathLst>
                  <a:path w="7317105" h="2806065">
                    <a:moveTo>
                      <a:pt x="6269714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1758407"/>
                    </a:lnTo>
                    <a:lnTo>
                      <a:pt x="3488" y="1843960"/>
                    </a:lnTo>
                    <a:lnTo>
                      <a:pt x="13769" y="1927669"/>
                    </a:lnTo>
                    <a:lnTo>
                      <a:pt x="30568" y="2009256"/>
                    </a:lnTo>
                    <a:lnTo>
                      <a:pt x="53610" y="2088449"/>
                    </a:lnTo>
                    <a:lnTo>
                      <a:pt x="82621" y="2164972"/>
                    </a:lnTo>
                    <a:lnTo>
                      <a:pt x="117326" y="2238549"/>
                    </a:lnTo>
                    <a:lnTo>
                      <a:pt x="157449" y="2308907"/>
                    </a:lnTo>
                    <a:lnTo>
                      <a:pt x="202716" y="2375770"/>
                    </a:lnTo>
                    <a:lnTo>
                      <a:pt x="252852" y="2438864"/>
                    </a:lnTo>
                    <a:lnTo>
                      <a:pt x="307582" y="2497913"/>
                    </a:lnTo>
                    <a:lnTo>
                      <a:pt x="366631" y="2552643"/>
                    </a:lnTo>
                    <a:lnTo>
                      <a:pt x="429725" y="2602779"/>
                    </a:lnTo>
                    <a:lnTo>
                      <a:pt x="496588" y="2648046"/>
                    </a:lnTo>
                    <a:lnTo>
                      <a:pt x="566946" y="2688169"/>
                    </a:lnTo>
                    <a:lnTo>
                      <a:pt x="640523" y="2722873"/>
                    </a:lnTo>
                    <a:lnTo>
                      <a:pt x="717046" y="2751884"/>
                    </a:lnTo>
                    <a:lnTo>
                      <a:pt x="796238" y="2774927"/>
                    </a:lnTo>
                    <a:lnTo>
                      <a:pt x="877826" y="2791726"/>
                    </a:lnTo>
                    <a:lnTo>
                      <a:pt x="961534" y="2802007"/>
                    </a:lnTo>
                    <a:lnTo>
                      <a:pt x="1047088" y="2805495"/>
                    </a:lnTo>
                    <a:lnTo>
                      <a:pt x="6269714" y="2805495"/>
                    </a:lnTo>
                    <a:lnTo>
                      <a:pt x="6355268" y="2802007"/>
                    </a:lnTo>
                    <a:lnTo>
                      <a:pt x="6438976" y="2791726"/>
                    </a:lnTo>
                    <a:lnTo>
                      <a:pt x="6520564" y="2774927"/>
                    </a:lnTo>
                    <a:lnTo>
                      <a:pt x="6599757" y="2751884"/>
                    </a:lnTo>
                    <a:lnTo>
                      <a:pt x="6676279" y="2722873"/>
                    </a:lnTo>
                    <a:lnTo>
                      <a:pt x="6749857" y="2688169"/>
                    </a:lnTo>
                    <a:lnTo>
                      <a:pt x="6820215" y="2648046"/>
                    </a:lnTo>
                    <a:lnTo>
                      <a:pt x="6887078" y="2602779"/>
                    </a:lnTo>
                    <a:lnTo>
                      <a:pt x="6950171" y="2552643"/>
                    </a:lnTo>
                    <a:lnTo>
                      <a:pt x="7009221" y="2497913"/>
                    </a:lnTo>
                    <a:lnTo>
                      <a:pt x="7063951" y="2438864"/>
                    </a:lnTo>
                    <a:lnTo>
                      <a:pt x="7114087" y="2375770"/>
                    </a:lnTo>
                    <a:lnTo>
                      <a:pt x="7159353" y="2308907"/>
                    </a:lnTo>
                    <a:lnTo>
                      <a:pt x="7199477" y="2238549"/>
                    </a:lnTo>
                    <a:lnTo>
                      <a:pt x="7234181" y="2164972"/>
                    </a:lnTo>
                    <a:lnTo>
                      <a:pt x="7263192" y="2088449"/>
                    </a:lnTo>
                    <a:lnTo>
                      <a:pt x="7286234" y="2009256"/>
                    </a:lnTo>
                    <a:lnTo>
                      <a:pt x="7303034" y="1927669"/>
                    </a:lnTo>
                    <a:lnTo>
                      <a:pt x="7313315" y="1843960"/>
                    </a:lnTo>
                    <a:lnTo>
                      <a:pt x="7316803" y="1758407"/>
                    </a:lnTo>
                    <a:lnTo>
                      <a:pt x="7316803" y="1047088"/>
                    </a:lnTo>
                    <a:lnTo>
                      <a:pt x="7313315" y="961534"/>
                    </a:lnTo>
                    <a:lnTo>
                      <a:pt x="7303034" y="877826"/>
                    </a:lnTo>
                    <a:lnTo>
                      <a:pt x="7286234" y="796238"/>
                    </a:lnTo>
                    <a:lnTo>
                      <a:pt x="7263192" y="717046"/>
                    </a:lnTo>
                    <a:lnTo>
                      <a:pt x="7234181" y="640523"/>
                    </a:lnTo>
                    <a:lnTo>
                      <a:pt x="7199477" y="566946"/>
                    </a:lnTo>
                    <a:lnTo>
                      <a:pt x="7159353" y="496588"/>
                    </a:lnTo>
                    <a:lnTo>
                      <a:pt x="7114087" y="429725"/>
                    </a:lnTo>
                    <a:lnTo>
                      <a:pt x="7063951" y="366631"/>
                    </a:lnTo>
                    <a:lnTo>
                      <a:pt x="7009221" y="307582"/>
                    </a:lnTo>
                    <a:lnTo>
                      <a:pt x="6950171" y="252852"/>
                    </a:lnTo>
                    <a:lnTo>
                      <a:pt x="6887078" y="202716"/>
                    </a:lnTo>
                    <a:lnTo>
                      <a:pt x="6820215" y="157449"/>
                    </a:lnTo>
                    <a:lnTo>
                      <a:pt x="6749857" y="117326"/>
                    </a:lnTo>
                    <a:lnTo>
                      <a:pt x="6676279" y="82621"/>
                    </a:lnTo>
                    <a:lnTo>
                      <a:pt x="6599757" y="53610"/>
                    </a:lnTo>
                    <a:lnTo>
                      <a:pt x="6520564" y="30568"/>
                    </a:lnTo>
                    <a:lnTo>
                      <a:pt x="6438976" y="13769"/>
                    </a:lnTo>
                    <a:lnTo>
                      <a:pt x="6355268" y="3488"/>
                    </a:lnTo>
                    <a:lnTo>
                      <a:pt x="6269714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15">
                <a:extLst>
                  <a:ext uri="{FF2B5EF4-FFF2-40B4-BE49-F238E27FC236}">
                    <a16:creationId xmlns:a16="http://schemas.microsoft.com/office/drawing/2014/main" id="{6FE5030D-67E5-43B6-856F-FECDCD109042}"/>
                  </a:ext>
                </a:extLst>
              </p:cNvPr>
              <p:cNvSpPr/>
              <p:nvPr/>
            </p:nvSpPr>
            <p:spPr>
              <a:xfrm>
                <a:off x="7176865" y="3740233"/>
                <a:ext cx="534933" cy="339123"/>
              </a:xfrm>
              <a:custGeom>
                <a:avLst/>
                <a:gdLst/>
                <a:ahLst/>
                <a:cxnLst/>
                <a:rect l="l" t="t" r="r" b="b"/>
                <a:pathLst>
                  <a:path w="886459" h="561975">
                    <a:moveTo>
                      <a:pt x="886077" y="0"/>
                    </a:moveTo>
                    <a:lnTo>
                      <a:pt x="244872" y="36930"/>
                    </a:lnTo>
                    <a:lnTo>
                      <a:pt x="197999" y="165513"/>
                    </a:lnTo>
                    <a:lnTo>
                      <a:pt x="177989" y="220116"/>
                    </a:lnTo>
                    <a:lnTo>
                      <a:pt x="160018" y="268785"/>
                    </a:lnTo>
                    <a:lnTo>
                      <a:pt x="143904" y="311913"/>
                    </a:lnTo>
                    <a:lnTo>
                      <a:pt x="129461" y="349894"/>
                    </a:lnTo>
                    <a:lnTo>
                      <a:pt x="104858" y="411987"/>
                    </a:lnTo>
                    <a:lnTo>
                      <a:pt x="84740" y="458211"/>
                    </a:lnTo>
                    <a:lnTo>
                      <a:pt x="59758" y="504676"/>
                    </a:lnTo>
                    <a:lnTo>
                      <a:pt x="28433" y="540459"/>
                    </a:lnTo>
                    <a:lnTo>
                      <a:pt x="0" y="561438"/>
                    </a:lnTo>
                    <a:lnTo>
                      <a:pt x="116699" y="536422"/>
                    </a:lnTo>
                    <a:lnTo>
                      <a:pt x="167059" y="524899"/>
                    </a:lnTo>
                    <a:lnTo>
                      <a:pt x="212979" y="513471"/>
                    </a:lnTo>
                    <a:lnTo>
                      <a:pt x="255123" y="501718"/>
                    </a:lnTo>
                    <a:lnTo>
                      <a:pt x="294156" y="489218"/>
                    </a:lnTo>
                    <a:lnTo>
                      <a:pt x="330742" y="475550"/>
                    </a:lnTo>
                    <a:lnTo>
                      <a:pt x="399231" y="443026"/>
                    </a:lnTo>
                    <a:lnTo>
                      <a:pt x="432464" y="423328"/>
                    </a:lnTo>
                    <a:lnTo>
                      <a:pt x="465908" y="400778"/>
                    </a:lnTo>
                    <a:lnTo>
                      <a:pt x="500229" y="374955"/>
                    </a:lnTo>
                    <a:lnTo>
                      <a:pt x="536090" y="345437"/>
                    </a:lnTo>
                    <a:lnTo>
                      <a:pt x="574156" y="311803"/>
                    </a:lnTo>
                    <a:lnTo>
                      <a:pt x="615092" y="273634"/>
                    </a:lnTo>
                    <a:lnTo>
                      <a:pt x="659562" y="230506"/>
                    </a:lnTo>
                    <a:lnTo>
                      <a:pt x="708231" y="182000"/>
                    </a:lnTo>
                    <a:lnTo>
                      <a:pt x="761764" y="127695"/>
                    </a:lnTo>
                    <a:lnTo>
                      <a:pt x="88607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56B02C3-12C3-48AE-9694-2B8B93201599}"/>
                </a:ext>
              </a:extLst>
            </p:cNvPr>
            <p:cNvSpPr txBox="1"/>
            <p:nvPr/>
          </p:nvSpPr>
          <p:spPr>
            <a:xfrm>
              <a:off x="1652588" y="2452145"/>
              <a:ext cx="2899212" cy="136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놀이공원에서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먹었는데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달콤하고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맛있었어요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81828B4-2BCC-4008-986C-B66D653E4781}"/>
                </a:ext>
              </a:extLst>
            </p:cNvPr>
            <p:cNvSpPr txBox="1"/>
            <p:nvPr/>
          </p:nvSpPr>
          <p:spPr>
            <a:xfrm>
              <a:off x="7459612" y="2480720"/>
              <a:ext cx="4398879" cy="136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공원에서 산책하다 어머니가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 주셨는데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어머니와 솜사탕을 나누어 먹으니 행복했어요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36A3571-808B-4BBF-808C-2836A74E13ED}"/>
              </a:ext>
            </a:extLst>
          </p:cNvPr>
          <p:cNvSpPr txBox="1"/>
          <p:nvPr/>
        </p:nvSpPr>
        <p:spPr>
          <a:xfrm>
            <a:off x="6012979" y="744020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그림을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787AC61-C8CC-28D9-CD5C-56D62087367E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1" name="사각형: 둥근 모서리 10">
              <a:hlinkClick r:id="rId5" action="ppaction://hlinksldjump"/>
              <a:extLst>
                <a:ext uri="{FF2B5EF4-FFF2-40B4-BE49-F238E27FC236}">
                  <a16:creationId xmlns:a16="http://schemas.microsoft.com/office/drawing/2014/main" id="{54EC1988-CB30-29D3-79BE-FC1248FDDAC1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3" name="사각형: 둥근 모서리 12">
              <a:hlinkClick r:id="rId6" action="ppaction://hlinksldjump"/>
              <a:extLst>
                <a:ext uri="{FF2B5EF4-FFF2-40B4-BE49-F238E27FC236}">
                  <a16:creationId xmlns:a16="http://schemas.microsoft.com/office/drawing/2014/main" id="{61C3E2D5-1EF3-15D0-1692-4774C07C450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4" name="사각형: 둥근 모서리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A27C0060-6DA1-F0EC-1535-48525FF2BDEE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6" name="사각형: 둥근 모서리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3F6A3068-5F43-D2B3-D4CF-2DFD7E58C73C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7" name="사각형: 둥근 모서리 16">
              <a:hlinkClick r:id="rId9" action="ppaction://hlinksldjump"/>
              <a:extLst>
                <a:ext uri="{FF2B5EF4-FFF2-40B4-BE49-F238E27FC236}">
                  <a16:creationId xmlns:a16="http://schemas.microsoft.com/office/drawing/2014/main" id="{6884252E-FD54-A13B-2519-AA4FC14BE837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1" name="사각형: 둥근 모서리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98760A21-8D48-CF1B-7CDA-4F3B16EB235A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3" name="사각형: 둥근 모서리 22">
              <a:hlinkClick r:id="rId11" action="ppaction://hlinksldjump"/>
              <a:extLst>
                <a:ext uri="{FF2B5EF4-FFF2-40B4-BE49-F238E27FC236}">
                  <a16:creationId xmlns:a16="http://schemas.microsoft.com/office/drawing/2014/main" id="{ED0ACD36-8158-294F-D478-212EDA60517B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BD61AD1-487B-79F6-2457-45B6576A5F13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89A85329-F5E9-83F5-B61C-F441C7371CE8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F7EE3B1A-A7AF-AE6F-5B5A-73771099B9B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30" name="사각형: 둥근 모서리 29">
            <a:hlinkClick r:id="rId12" action="ppaction://hlinksldjump"/>
            <a:extLst>
              <a:ext uri="{FF2B5EF4-FFF2-40B4-BE49-F238E27FC236}">
                <a16:creationId xmlns:a16="http://schemas.microsoft.com/office/drawing/2014/main" id="{22AAC9B9-B3E5-6FF7-2B03-23A4D045F240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4772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115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00" dirty="0">
                <a:latin typeface="맑은 고딕" panose="020B0503020000020004" pitchFamily="50" charset="-127"/>
              </a:rPr>
              <a:t>노랫말을 읽고 느낌을 살려 노래 불러 봅시다</a:t>
            </a:r>
            <a:r>
              <a:rPr lang="en-US" altLang="ko-KR" sz="3200" b="1" spc="-200" dirty="0">
                <a:latin typeface="맑은 고딕" panose="020B0503020000020004" pitchFamily="50" charset="-127"/>
              </a:rPr>
              <a:t>.</a:t>
            </a:r>
            <a:endParaRPr lang="en-US" altLang="ko-KR" sz="3200" b="1" spc="-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D098735-6473-42BA-82D1-D43AE6B2BC79}"/>
              </a:ext>
            </a:extLst>
          </p:cNvPr>
          <p:cNvGrpSpPr/>
          <p:nvPr/>
        </p:nvGrpSpPr>
        <p:grpSpPr>
          <a:xfrm>
            <a:off x="1316250" y="954689"/>
            <a:ext cx="10618318" cy="668148"/>
            <a:chOff x="1316250" y="770793"/>
            <a:chExt cx="10618318" cy="6681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0B5FD5-98E1-4529-8014-329239AB5510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노랫말을 읽고 떠오르는 느낌과 생각을 이야기해 보세요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2AD298E-9862-4612-8CD7-1BB898907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5C1E34E8-1BF8-49E4-A030-5F32F42F3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" y="2295780"/>
            <a:ext cx="12181365" cy="410142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9D1609F4-CB34-CE86-7238-9814BDFBF78C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7" action="ppaction://hlinksldjump"/>
              <a:extLst>
                <a:ext uri="{FF2B5EF4-FFF2-40B4-BE49-F238E27FC236}">
                  <a16:creationId xmlns:a16="http://schemas.microsoft.com/office/drawing/2014/main" id="{A21D4830-59CD-225E-771D-675B3E6D6389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8" action="ppaction://hlinksldjump"/>
              <a:extLst>
                <a:ext uri="{FF2B5EF4-FFF2-40B4-BE49-F238E27FC236}">
                  <a16:creationId xmlns:a16="http://schemas.microsoft.com/office/drawing/2014/main" id="{E1A1E41A-5B2E-3001-F351-C53222EAEDD9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" name="사각형: 둥근 모서리 4">
              <a:hlinkClick r:id="rId9" action="ppaction://hlinksldjump"/>
              <a:extLst>
                <a:ext uri="{FF2B5EF4-FFF2-40B4-BE49-F238E27FC236}">
                  <a16:creationId xmlns:a16="http://schemas.microsoft.com/office/drawing/2014/main" id="{AF743C2E-F58B-952D-3036-5A1BD57645E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6" name="사각형: 둥근 모서리 5">
              <a:hlinkClick r:id="rId10" action="ppaction://hlinksldjump"/>
              <a:extLst>
                <a:ext uri="{FF2B5EF4-FFF2-40B4-BE49-F238E27FC236}">
                  <a16:creationId xmlns:a16="http://schemas.microsoft.com/office/drawing/2014/main" id="{D206E80A-EC65-E464-2712-79CACEA329EB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7" name="사각형: 둥근 모서리 6">
              <a:hlinkClick r:id="rId11" action="ppaction://hlinksldjump"/>
              <a:extLst>
                <a:ext uri="{FF2B5EF4-FFF2-40B4-BE49-F238E27FC236}">
                  <a16:creationId xmlns:a16="http://schemas.microsoft.com/office/drawing/2014/main" id="{43AE8905-68CB-18D8-41B4-430C8185A739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8" name="사각형: 둥근 모서리 7">
              <a:hlinkClick r:id="rId12" action="ppaction://hlinksldjump"/>
              <a:extLst>
                <a:ext uri="{FF2B5EF4-FFF2-40B4-BE49-F238E27FC236}">
                  <a16:creationId xmlns:a16="http://schemas.microsoft.com/office/drawing/2014/main" id="{679DA271-6E1D-5EF8-90C1-C241693F4864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9" name="사각형: 둥근 모서리 8">
              <a:hlinkClick r:id="rId13" action="ppaction://hlinksldjump"/>
              <a:extLst>
                <a:ext uri="{FF2B5EF4-FFF2-40B4-BE49-F238E27FC236}">
                  <a16:creationId xmlns:a16="http://schemas.microsoft.com/office/drawing/2014/main" id="{E612C1EE-4120-37EC-2AE4-87FC6690FFB9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EC4A9CB-7446-8E05-39B9-E45E3AB57322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EC9F243D-6DD9-7496-6D9A-EC66409A3769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587F9BEA-F44C-41A6-F68F-792656DE9323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4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5" name="사각형: 둥근 모서리 14">
            <a:hlinkClick r:id="rId14" action="ppaction://hlinksldjump"/>
            <a:extLst>
              <a:ext uri="{FF2B5EF4-FFF2-40B4-BE49-F238E27FC236}">
                <a16:creationId xmlns:a16="http://schemas.microsoft.com/office/drawing/2014/main" id="{C233D691-D0E8-BD52-FFF3-5DA8F195A1A3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solidFill>
            <a:srgbClr val="E28508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활동</a:t>
            </a:r>
          </a:p>
        </p:txBody>
      </p:sp>
      <p:pic>
        <p:nvPicPr>
          <p:cNvPr id="16" name="3_3_3T_3">
            <a:hlinkClick r:id="" action="ppaction://media"/>
            <a:extLst>
              <a:ext uri="{FF2B5EF4-FFF2-40B4-BE49-F238E27FC236}">
                <a16:creationId xmlns:a16="http://schemas.microsoft.com/office/drawing/2014/main" id="{46DD66B0-4950-138B-0163-CE3125F388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314063" y="1027288"/>
            <a:ext cx="810524" cy="8105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311B2EE-FC4E-E039-6FDF-E025143959E6}"/>
              </a:ext>
            </a:extLst>
          </p:cNvPr>
          <p:cNvSpPr txBox="1"/>
          <p:nvPr/>
        </p:nvSpPr>
        <p:spPr>
          <a:xfrm>
            <a:off x="10276559" y="1778301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노랫말</a:t>
            </a:r>
          </a:p>
        </p:txBody>
      </p:sp>
    </p:spTree>
    <p:extLst>
      <p:ext uri="{BB962C8B-B14F-4D97-AF65-F5344CB8AC3E}">
        <p14:creationId xmlns:p14="http://schemas.microsoft.com/office/powerpoint/2010/main" val="372571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3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79E72A9B-81BE-46A4-B18D-2ABFC2842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635" y="-15167"/>
            <a:ext cx="12192000" cy="6464263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74B1AD2F-74B1-6F6E-A298-A15358075448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6" name="사각형: 둥근 모서리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CEAFF13A-8256-FD7C-FFA3-2D650CAB4F6A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7" name="사각형: 둥근 모서리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2A619677-C4B8-F065-5CEF-C436CB45E042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8" name="사각형: 둥근 모서리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F57AF354-72F5-3992-050E-EFD906D17EB3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9" name="사각형: 둥근 모서리 18">
              <a:hlinkClick r:id="rId8" action="ppaction://hlinksldjump"/>
              <a:extLst>
                <a:ext uri="{FF2B5EF4-FFF2-40B4-BE49-F238E27FC236}">
                  <a16:creationId xmlns:a16="http://schemas.microsoft.com/office/drawing/2014/main" id="{EFC8D8D2-3EA2-CF5C-6518-88AF3B97AE6F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0" name="사각형: 둥근 모서리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33649D90-E522-4545-8B5A-69E46BD17329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1" name="사각형: 둥근 모서리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49DAA4CB-7E71-707C-85FF-61064365FF74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2" name="사각형: 둥근 모서리 21">
              <a:hlinkClick r:id="rId11" action="ppaction://hlinksldjump"/>
              <a:extLst>
                <a:ext uri="{FF2B5EF4-FFF2-40B4-BE49-F238E27FC236}">
                  <a16:creationId xmlns:a16="http://schemas.microsoft.com/office/drawing/2014/main" id="{77C8DA99-5884-2129-D8C8-E27B410A9334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4623395-55E3-D345-3C73-24A12A3F8420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905B8C83-C66E-BA64-1BE3-1A1104EEF29B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0BDF32D2-60F7-7D44-6CDD-87AD48E6EE76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5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6" name="사각형: 둥근 모서리 25">
            <a:hlinkClick r:id="rId12" action="ppaction://hlinksldjump"/>
            <a:extLst>
              <a:ext uri="{FF2B5EF4-FFF2-40B4-BE49-F238E27FC236}">
                <a16:creationId xmlns:a16="http://schemas.microsoft.com/office/drawing/2014/main" id="{0332FCCA-5666-E40B-3712-CC22C2507A92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72082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9F33F1-583B-4A1B-A511-B187AACFC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2565"/>
            <a:ext cx="12192000" cy="46836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F4E21B-00B1-4B94-A3BD-7676326FA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281" y="3414649"/>
            <a:ext cx="542200" cy="540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CC3378-6B79-427D-A8CF-1D69742D5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131" y="4716399"/>
            <a:ext cx="542200" cy="540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839F07E-4F44-4BF3-93CB-7A6682589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232" y="2819043"/>
            <a:ext cx="542200" cy="5400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E7FF6CF-D4EA-4313-83C2-EB18D63207DF}"/>
              </a:ext>
            </a:extLst>
          </p:cNvPr>
          <p:cNvGrpSpPr/>
          <p:nvPr/>
        </p:nvGrpSpPr>
        <p:grpSpPr>
          <a:xfrm>
            <a:off x="1110960" y="2219133"/>
            <a:ext cx="6021952" cy="3618187"/>
            <a:chOff x="1120344" y="2235098"/>
            <a:chExt cx="6021952" cy="3618187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2E5677A-67B2-40BF-AF02-40B6D4058333}"/>
                </a:ext>
              </a:extLst>
            </p:cNvPr>
            <p:cNvGrpSpPr/>
            <p:nvPr/>
          </p:nvGrpSpPr>
          <p:grpSpPr>
            <a:xfrm>
              <a:off x="1120344" y="2235098"/>
              <a:ext cx="6021952" cy="3618187"/>
              <a:chOff x="1936730" y="3616507"/>
              <a:chExt cx="9760117" cy="5864199"/>
            </a:xfrm>
          </p:grpSpPr>
          <p:sp>
            <p:nvSpPr>
              <p:cNvPr id="38" name="bk object 23">
                <a:extLst>
                  <a:ext uri="{FF2B5EF4-FFF2-40B4-BE49-F238E27FC236}">
                    <a16:creationId xmlns:a16="http://schemas.microsoft.com/office/drawing/2014/main" id="{8DED0F27-FB18-4BD1-BD16-9C03766FC2AB}"/>
                  </a:ext>
                </a:extLst>
              </p:cNvPr>
              <p:cNvSpPr/>
              <p:nvPr/>
            </p:nvSpPr>
            <p:spPr>
              <a:xfrm>
                <a:off x="6339042" y="6590392"/>
                <a:ext cx="2990258" cy="2890314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bk object 24">
                <a:extLst>
                  <a:ext uri="{FF2B5EF4-FFF2-40B4-BE49-F238E27FC236}">
                    <a16:creationId xmlns:a16="http://schemas.microsoft.com/office/drawing/2014/main" id="{A45DEC87-339C-4340-869D-254BFEFC3334}"/>
                  </a:ext>
                </a:extLst>
              </p:cNvPr>
              <p:cNvSpPr/>
              <p:nvPr/>
            </p:nvSpPr>
            <p:spPr>
              <a:xfrm>
                <a:off x="8821898" y="3616507"/>
                <a:ext cx="2874949" cy="2890314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bk object 26">
                <a:extLst>
                  <a:ext uri="{FF2B5EF4-FFF2-40B4-BE49-F238E27FC236}">
                    <a16:creationId xmlns:a16="http://schemas.microsoft.com/office/drawing/2014/main" id="{FB08D415-B853-4AC1-AE5B-E737DA2D03F9}"/>
                  </a:ext>
                </a:extLst>
              </p:cNvPr>
              <p:cNvSpPr/>
              <p:nvPr userDrawn="1"/>
            </p:nvSpPr>
            <p:spPr>
              <a:xfrm>
                <a:off x="1936730" y="4604011"/>
                <a:ext cx="3005632" cy="2913387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5DE1ACA-C218-487A-B27D-83316F185DB8}"/>
                </a:ext>
              </a:extLst>
            </p:cNvPr>
            <p:cNvSpPr txBox="1"/>
            <p:nvPr/>
          </p:nvSpPr>
          <p:spPr>
            <a:xfrm>
              <a:off x="1148919" y="3494145"/>
              <a:ext cx="1756206" cy="489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휘익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06AB094-FF3A-427F-9DF4-946AC02E5FC4}"/>
                </a:ext>
              </a:extLst>
            </p:cNvPr>
            <p:cNvSpPr txBox="1"/>
            <p:nvPr/>
          </p:nvSpPr>
          <p:spPr>
            <a:xfrm>
              <a:off x="3880937" y="4741845"/>
              <a:ext cx="1756206" cy="489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말랑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A181FD7-A5EA-43B7-9B7F-66801E64871E}"/>
                </a:ext>
              </a:extLst>
            </p:cNvPr>
            <p:cNvSpPr txBox="1"/>
            <p:nvPr/>
          </p:nvSpPr>
          <p:spPr>
            <a:xfrm>
              <a:off x="5386090" y="2844489"/>
              <a:ext cx="1756206" cy="489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동글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115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00" dirty="0">
                <a:latin typeface="맑은 고딕" panose="020B0503020000020004" pitchFamily="50" charset="-127"/>
              </a:rPr>
              <a:t>       부분에 어울리는 말을 넣어 노래 불러 봅시다</a:t>
            </a:r>
            <a:r>
              <a:rPr lang="en-US" altLang="ko-KR" sz="3200" b="1" spc="-200" dirty="0">
                <a:latin typeface="맑은 고딕" panose="020B0503020000020004" pitchFamily="50" charset="-127"/>
              </a:rPr>
              <a:t>.</a:t>
            </a:r>
            <a:endParaRPr lang="en-US" altLang="ko-KR" sz="3200" b="1" spc="-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D098735-6473-42BA-82D1-D43AE6B2BC79}"/>
              </a:ext>
            </a:extLst>
          </p:cNvPr>
          <p:cNvGrpSpPr/>
          <p:nvPr/>
        </p:nvGrpSpPr>
        <p:grpSpPr>
          <a:xfrm>
            <a:off x="1316250" y="1064417"/>
            <a:ext cx="10618318" cy="668148"/>
            <a:chOff x="1316250" y="770793"/>
            <a:chExt cx="10618318" cy="6681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0B5FD5-98E1-4529-8014-329239AB5510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솜사탕에 어울리는 느낌을 나타내는 말을 생각해 보세요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2AD298E-9862-4612-8CD7-1BB898907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9D34857-AD8F-4D73-B070-0F96B4477D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4262" y="684191"/>
            <a:ext cx="3174826" cy="324000"/>
          </a:xfrm>
          <a:prstGeom prst="rect">
            <a:avLst/>
          </a:prstGeom>
        </p:spPr>
      </p:pic>
      <p:sp>
        <p:nvSpPr>
          <p:cNvPr id="29" name="object 16">
            <a:extLst>
              <a:ext uri="{FF2B5EF4-FFF2-40B4-BE49-F238E27FC236}">
                <a16:creationId xmlns:a16="http://schemas.microsoft.com/office/drawing/2014/main" id="{67DD0986-ACCC-4A80-9E2E-FAB6DFF474BB}"/>
              </a:ext>
            </a:extLst>
          </p:cNvPr>
          <p:cNvSpPr/>
          <p:nvPr/>
        </p:nvSpPr>
        <p:spPr>
          <a:xfrm>
            <a:off x="1288818" y="114354"/>
            <a:ext cx="719424" cy="4817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E586F45-F533-C015-75AE-BA1DA86B769F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11" action="ppaction://hlinksldjump"/>
              <a:extLst>
                <a:ext uri="{FF2B5EF4-FFF2-40B4-BE49-F238E27FC236}">
                  <a16:creationId xmlns:a16="http://schemas.microsoft.com/office/drawing/2014/main" id="{26BE98EB-20A7-F9EB-B3E1-E2788BE3234C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12" action="ppaction://hlinksldjump"/>
              <a:extLst>
                <a:ext uri="{FF2B5EF4-FFF2-40B4-BE49-F238E27FC236}">
                  <a16:creationId xmlns:a16="http://schemas.microsoft.com/office/drawing/2014/main" id="{7F654373-DC14-EB16-71CB-93D4AEB2D01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9" name="사각형: 둥근 모서리 8">
              <a:hlinkClick r:id="rId13" action="ppaction://hlinksldjump"/>
              <a:extLst>
                <a:ext uri="{FF2B5EF4-FFF2-40B4-BE49-F238E27FC236}">
                  <a16:creationId xmlns:a16="http://schemas.microsoft.com/office/drawing/2014/main" id="{3D83FB8B-3E87-0433-A048-615233F7D6AC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0" name="사각형: 둥근 모서리 9">
              <a:hlinkClick r:id="rId14" action="ppaction://hlinksldjump"/>
              <a:extLst>
                <a:ext uri="{FF2B5EF4-FFF2-40B4-BE49-F238E27FC236}">
                  <a16:creationId xmlns:a16="http://schemas.microsoft.com/office/drawing/2014/main" id="{2942E750-BD02-772E-7018-45E97106F44E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1" name="사각형: 둥근 모서리 10">
              <a:hlinkClick r:id="rId15" action="ppaction://hlinksldjump"/>
              <a:extLst>
                <a:ext uri="{FF2B5EF4-FFF2-40B4-BE49-F238E27FC236}">
                  <a16:creationId xmlns:a16="http://schemas.microsoft.com/office/drawing/2014/main" id="{3D52C369-BB5F-3965-6204-4A58916C0E72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2" name="사각형: 둥근 모서리 11">
              <a:hlinkClick r:id="rId16" action="ppaction://hlinksldjump"/>
              <a:extLst>
                <a:ext uri="{FF2B5EF4-FFF2-40B4-BE49-F238E27FC236}">
                  <a16:creationId xmlns:a16="http://schemas.microsoft.com/office/drawing/2014/main" id="{7F6F4539-CAD1-CF84-CCD6-467E8F965B81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3" name="사각형: 둥근 모서리 12">
              <a:hlinkClick r:id="rId17" action="ppaction://hlinksldjump"/>
              <a:extLst>
                <a:ext uri="{FF2B5EF4-FFF2-40B4-BE49-F238E27FC236}">
                  <a16:creationId xmlns:a16="http://schemas.microsoft.com/office/drawing/2014/main" id="{9F35EB78-E5FD-C8F7-E9A7-C083590A2E03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AEEC2DC-DE0D-70A9-F21E-EBF5AA559DD3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A2597140-6BE6-B497-832C-B140E499EB42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8325680B-E895-2AFD-BB11-65E74EF0B26C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6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9" name="사각형: 둥근 모서리 18">
            <a:hlinkClick r:id="rId18" action="ppaction://hlinksldjump"/>
            <a:extLst>
              <a:ext uri="{FF2B5EF4-FFF2-40B4-BE49-F238E27FC236}">
                <a16:creationId xmlns:a16="http://schemas.microsoft.com/office/drawing/2014/main" id="{29EB4F91-FF50-3AF1-3A14-B5DC992F076E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sp>
        <p:nvSpPr>
          <p:cNvPr id="20" name="직사각형 19">
            <a:hlinkClick r:id="rId15" action="ppaction://hlinksldjump"/>
            <a:extLst>
              <a:ext uri="{FF2B5EF4-FFF2-40B4-BE49-F238E27FC236}">
                <a16:creationId xmlns:a16="http://schemas.microsoft.com/office/drawing/2014/main" id="{EB54EC6F-48CB-CB1C-EAF6-295751DA1F5D}"/>
              </a:ext>
            </a:extLst>
          </p:cNvPr>
          <p:cNvSpPr/>
          <p:nvPr/>
        </p:nvSpPr>
        <p:spPr>
          <a:xfrm>
            <a:off x="8574262" y="684191"/>
            <a:ext cx="1955852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hlinkClick r:id="rId19" action="ppaction://hlinksldjump"/>
            <a:extLst>
              <a:ext uri="{FF2B5EF4-FFF2-40B4-BE49-F238E27FC236}">
                <a16:creationId xmlns:a16="http://schemas.microsoft.com/office/drawing/2014/main" id="{02973C70-1064-EF9E-AAF4-418D660AB844}"/>
              </a:ext>
            </a:extLst>
          </p:cNvPr>
          <p:cNvSpPr/>
          <p:nvPr/>
        </p:nvSpPr>
        <p:spPr>
          <a:xfrm>
            <a:off x="10530114" y="684191"/>
            <a:ext cx="1218974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23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115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00" dirty="0">
                <a:latin typeface="맑은 고딕" panose="020B0503020000020004" pitchFamily="50" charset="-127"/>
              </a:rPr>
              <a:t>       부분에 어울리는 말을 넣어 노래 불러 봅시다</a:t>
            </a:r>
            <a:r>
              <a:rPr lang="en-US" altLang="ko-KR" sz="3200" b="1" spc="-200" dirty="0">
                <a:latin typeface="맑은 고딕" panose="020B0503020000020004" pitchFamily="50" charset="-127"/>
              </a:rPr>
              <a:t>.</a:t>
            </a:r>
            <a:endParaRPr lang="en-US" altLang="ko-KR" sz="3200" b="1" spc="-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D098735-6473-42BA-82D1-D43AE6B2BC79}"/>
              </a:ext>
            </a:extLst>
          </p:cNvPr>
          <p:cNvGrpSpPr/>
          <p:nvPr/>
        </p:nvGrpSpPr>
        <p:grpSpPr>
          <a:xfrm>
            <a:off x="1316250" y="1064417"/>
            <a:ext cx="10618318" cy="668148"/>
            <a:chOff x="1316250" y="770793"/>
            <a:chExt cx="10618318" cy="6681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0B5FD5-98E1-4529-8014-329239AB5510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어울리는 말을 넣어 노래 불러 보세요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2AD298E-9862-4612-8CD7-1BB898907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sp>
        <p:nvSpPr>
          <p:cNvPr id="29" name="object 16">
            <a:extLst>
              <a:ext uri="{FF2B5EF4-FFF2-40B4-BE49-F238E27FC236}">
                <a16:creationId xmlns:a16="http://schemas.microsoft.com/office/drawing/2014/main" id="{67DD0986-ACCC-4A80-9E2E-FAB6DFF474BB}"/>
              </a:ext>
            </a:extLst>
          </p:cNvPr>
          <p:cNvSpPr/>
          <p:nvPr/>
        </p:nvSpPr>
        <p:spPr>
          <a:xfrm>
            <a:off x="1288818" y="114354"/>
            <a:ext cx="719424" cy="4817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9E3DD3-8436-418B-B6CD-C1FD782E11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4037" y="689410"/>
            <a:ext cx="3195051" cy="324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D1ADF5-E424-4AB4-8EC1-A11C741CE8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6487" y="2241312"/>
            <a:ext cx="7458075" cy="3851078"/>
          </a:xfrm>
          <a:prstGeom prst="rect">
            <a:avLst/>
          </a:prstGeom>
        </p:spPr>
      </p:pic>
      <p:pic>
        <p:nvPicPr>
          <p:cNvPr id="2" name="3-3-3-01 솜사탕(학생 창)">
            <a:hlinkClick r:id="" action="ppaction://media"/>
            <a:extLst>
              <a:ext uri="{FF2B5EF4-FFF2-40B4-BE49-F238E27FC236}">
                <a16:creationId xmlns:a16="http://schemas.microsoft.com/office/drawing/2014/main" id="{D031A3E3-70AF-4834-855A-395CA14465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056600" y="1161819"/>
            <a:ext cx="730800" cy="730800"/>
          </a:xfrm>
          <a:prstGeom prst="rect">
            <a:avLst/>
          </a:prstGeom>
        </p:spPr>
      </p:pic>
      <p:pic>
        <p:nvPicPr>
          <p:cNvPr id="3" name="3-3-3-02 솜사탕(반주)">
            <a:hlinkClick r:id="" action="ppaction://media"/>
            <a:extLst>
              <a:ext uri="{FF2B5EF4-FFF2-40B4-BE49-F238E27FC236}">
                <a16:creationId xmlns:a16="http://schemas.microsoft.com/office/drawing/2014/main" id="{24C54ABA-1177-42F5-9A79-A5040A7A397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875750" y="1161819"/>
            <a:ext cx="730800" cy="730800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2305EBBC-D6A8-44A2-B482-94382EAC197A}"/>
              </a:ext>
            </a:extLst>
          </p:cNvPr>
          <p:cNvGrpSpPr/>
          <p:nvPr/>
        </p:nvGrpSpPr>
        <p:grpSpPr>
          <a:xfrm>
            <a:off x="10027722" y="1892619"/>
            <a:ext cx="1519356" cy="288147"/>
            <a:chOff x="9904457" y="5963694"/>
            <a:chExt cx="1519356" cy="28814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343318-4B4F-40BB-806A-DC2D7CC26D05}"/>
                </a:ext>
              </a:extLst>
            </p:cNvPr>
            <p:cNvSpPr txBox="1"/>
            <p:nvPr/>
          </p:nvSpPr>
          <p:spPr>
            <a:xfrm>
              <a:off x="10677650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반주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A9B66A-E777-424B-9C29-774FD251D735}"/>
                </a:ext>
              </a:extLst>
            </p:cNvPr>
            <p:cNvSpPr txBox="1"/>
            <p:nvPr/>
          </p:nvSpPr>
          <p:spPr>
            <a:xfrm>
              <a:off x="9904457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노래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0A389CA-F08C-8CB8-9AE5-0B15F8FAD4D1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8" name="사각형: 둥근 모서리 7">
              <a:hlinkClick r:id="rId12" action="ppaction://hlinksldjump"/>
              <a:extLst>
                <a:ext uri="{FF2B5EF4-FFF2-40B4-BE49-F238E27FC236}">
                  <a16:creationId xmlns:a16="http://schemas.microsoft.com/office/drawing/2014/main" id="{3A5180C5-6DCB-72F6-A521-C819643AD8E9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0" name="사각형: 둥근 모서리 9">
              <a:hlinkClick r:id="rId13" action="ppaction://hlinksldjump"/>
              <a:extLst>
                <a:ext uri="{FF2B5EF4-FFF2-40B4-BE49-F238E27FC236}">
                  <a16:creationId xmlns:a16="http://schemas.microsoft.com/office/drawing/2014/main" id="{B704A366-4E12-4614-9DEF-C519486F2389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2" name="사각형: 둥근 모서리 11">
              <a:hlinkClick r:id="rId14" action="ppaction://hlinksldjump"/>
              <a:extLst>
                <a:ext uri="{FF2B5EF4-FFF2-40B4-BE49-F238E27FC236}">
                  <a16:creationId xmlns:a16="http://schemas.microsoft.com/office/drawing/2014/main" id="{42853668-7B5B-0060-3B4C-7D5C55B076A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3" name="사각형: 둥근 모서리 12">
              <a:hlinkClick r:id="rId15" action="ppaction://hlinksldjump"/>
              <a:extLst>
                <a:ext uri="{FF2B5EF4-FFF2-40B4-BE49-F238E27FC236}">
                  <a16:creationId xmlns:a16="http://schemas.microsoft.com/office/drawing/2014/main" id="{8103CC87-B6FD-A193-AF44-29417CA265C3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4" name="사각형: 둥근 모서리 13">
              <a:hlinkClick r:id="rId16" action="ppaction://hlinksldjump"/>
              <a:extLst>
                <a:ext uri="{FF2B5EF4-FFF2-40B4-BE49-F238E27FC236}">
                  <a16:creationId xmlns:a16="http://schemas.microsoft.com/office/drawing/2014/main" id="{1240C3F9-08FF-E674-3646-FD250EF55A77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5" name="사각형: 둥근 모서리 14">
              <a:hlinkClick r:id="rId17" action="ppaction://hlinksldjump"/>
              <a:extLst>
                <a:ext uri="{FF2B5EF4-FFF2-40B4-BE49-F238E27FC236}">
                  <a16:creationId xmlns:a16="http://schemas.microsoft.com/office/drawing/2014/main" id="{18FE0356-645C-3224-355E-7547819D33FA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6" name="사각형: 둥근 모서리 15">
              <a:hlinkClick r:id="rId18" action="ppaction://hlinksldjump"/>
              <a:extLst>
                <a:ext uri="{FF2B5EF4-FFF2-40B4-BE49-F238E27FC236}">
                  <a16:creationId xmlns:a16="http://schemas.microsoft.com/office/drawing/2014/main" id="{4B49E337-68D2-2AA9-4A0B-91B1B6697FE9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0865620-5416-D91D-24C4-3F4C1704EE1B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23E7936C-5A2F-173B-759D-440DA00A1202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6ED6BD0B-0514-D2A4-BC25-385A5F2E3FE2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6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39" name="사각형: 둥근 모서리 38">
            <a:hlinkClick r:id="rId19" action="ppaction://hlinksldjump"/>
            <a:extLst>
              <a:ext uri="{FF2B5EF4-FFF2-40B4-BE49-F238E27FC236}">
                <a16:creationId xmlns:a16="http://schemas.microsoft.com/office/drawing/2014/main" id="{E1CF859B-1039-350D-6729-7F0EA9181ECD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sp>
        <p:nvSpPr>
          <p:cNvPr id="40" name="직사각형 39">
            <a:hlinkClick r:id="rId16" action="ppaction://hlinksldjump"/>
            <a:extLst>
              <a:ext uri="{FF2B5EF4-FFF2-40B4-BE49-F238E27FC236}">
                <a16:creationId xmlns:a16="http://schemas.microsoft.com/office/drawing/2014/main" id="{88C719AA-530E-4326-8D5E-616B7BF4BAE8}"/>
              </a:ext>
            </a:extLst>
          </p:cNvPr>
          <p:cNvSpPr/>
          <p:nvPr/>
        </p:nvSpPr>
        <p:spPr>
          <a:xfrm>
            <a:off x="8574262" y="684191"/>
            <a:ext cx="1955852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hlinkClick r:id="rId20" action="ppaction://hlinksldjump"/>
            <a:extLst>
              <a:ext uri="{FF2B5EF4-FFF2-40B4-BE49-F238E27FC236}">
                <a16:creationId xmlns:a16="http://schemas.microsoft.com/office/drawing/2014/main" id="{00E7426B-F814-F2F5-9A77-7745792B8702}"/>
              </a:ext>
            </a:extLst>
          </p:cNvPr>
          <p:cNvSpPr/>
          <p:nvPr/>
        </p:nvSpPr>
        <p:spPr>
          <a:xfrm>
            <a:off x="10530114" y="684191"/>
            <a:ext cx="1218974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03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6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D1B028-E8EA-4210-9CB6-F87D29400E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1832" y="966449"/>
            <a:ext cx="4827385" cy="54912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115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00" dirty="0">
                <a:latin typeface="맑은 고딕" panose="020B0503020000020004" pitchFamily="50" charset="-127"/>
              </a:rPr>
              <a:t>음악의 특징을 살려 노래 불러 봅시다</a:t>
            </a:r>
            <a:r>
              <a:rPr lang="en-US" altLang="ko-KR" sz="3200" b="1" spc="-200" dirty="0">
                <a:latin typeface="맑은 고딕" panose="020B0503020000020004" pitchFamily="50" charset="-127"/>
              </a:rPr>
              <a:t>.</a:t>
            </a:r>
            <a:endParaRPr lang="en-US" altLang="ko-KR" sz="3200" b="1" spc="-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7060A-89DF-4AD8-98AB-535EC2FA7679}"/>
              </a:ext>
            </a:extLst>
          </p:cNvPr>
          <p:cNvSpPr txBox="1"/>
          <p:nvPr/>
        </p:nvSpPr>
        <p:spPr>
          <a:xfrm>
            <a:off x="6012979" y="744020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대관람차를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3-3-3-01 솜사탕(학생 창)">
            <a:hlinkClick r:id="" action="ppaction://media"/>
            <a:extLst>
              <a:ext uri="{FF2B5EF4-FFF2-40B4-BE49-F238E27FC236}">
                <a16:creationId xmlns:a16="http://schemas.microsoft.com/office/drawing/2014/main" id="{B4FFFA9A-B04D-498F-8020-5C7C0F6277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056600" y="1161819"/>
            <a:ext cx="730800" cy="730800"/>
          </a:xfrm>
          <a:prstGeom prst="rect">
            <a:avLst/>
          </a:prstGeom>
        </p:spPr>
      </p:pic>
      <p:pic>
        <p:nvPicPr>
          <p:cNvPr id="17" name="3-3-3-02 솜사탕(반주)">
            <a:hlinkClick r:id="" action="ppaction://media"/>
            <a:extLst>
              <a:ext uri="{FF2B5EF4-FFF2-40B4-BE49-F238E27FC236}">
                <a16:creationId xmlns:a16="http://schemas.microsoft.com/office/drawing/2014/main" id="{B9425DA1-E0C3-4D02-AD5E-A7C0EA0EBF4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875750" y="1161819"/>
            <a:ext cx="730800" cy="7308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393DA5D8-FE79-4576-A23C-DB49448BC672}"/>
              </a:ext>
            </a:extLst>
          </p:cNvPr>
          <p:cNvGrpSpPr/>
          <p:nvPr/>
        </p:nvGrpSpPr>
        <p:grpSpPr>
          <a:xfrm>
            <a:off x="10027722" y="1892619"/>
            <a:ext cx="1519356" cy="288147"/>
            <a:chOff x="9904457" y="5963694"/>
            <a:chExt cx="1519356" cy="28814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CC3831-F76A-439F-AC72-538AD4BF6D9C}"/>
                </a:ext>
              </a:extLst>
            </p:cNvPr>
            <p:cNvSpPr txBox="1"/>
            <p:nvPr/>
          </p:nvSpPr>
          <p:spPr>
            <a:xfrm>
              <a:off x="10677650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반주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37D0DD-1500-42FB-9817-B1AE47451153}"/>
                </a:ext>
              </a:extLst>
            </p:cNvPr>
            <p:cNvSpPr txBox="1"/>
            <p:nvPr/>
          </p:nvSpPr>
          <p:spPr>
            <a:xfrm>
              <a:off x="9904457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노래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7AECBF2-1E7C-294B-11B0-D4DD76AFD05C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9" action="ppaction://hlinksldjump"/>
              <a:extLst>
                <a:ext uri="{FF2B5EF4-FFF2-40B4-BE49-F238E27FC236}">
                  <a16:creationId xmlns:a16="http://schemas.microsoft.com/office/drawing/2014/main" id="{88A0C615-BF62-2974-F7B0-A9DBFB4DA5C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10" action="ppaction://hlinksldjump"/>
              <a:extLst>
                <a:ext uri="{FF2B5EF4-FFF2-40B4-BE49-F238E27FC236}">
                  <a16:creationId xmlns:a16="http://schemas.microsoft.com/office/drawing/2014/main" id="{255F8395-3780-FE6D-7BD7-8DF2C8FE85E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1" action="ppaction://hlinksldjump"/>
              <a:extLst>
                <a:ext uri="{FF2B5EF4-FFF2-40B4-BE49-F238E27FC236}">
                  <a16:creationId xmlns:a16="http://schemas.microsoft.com/office/drawing/2014/main" id="{A7B182F5-4289-4FEA-2782-546AEC8014E2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2" action="ppaction://hlinksldjump"/>
              <a:extLst>
                <a:ext uri="{FF2B5EF4-FFF2-40B4-BE49-F238E27FC236}">
                  <a16:creationId xmlns:a16="http://schemas.microsoft.com/office/drawing/2014/main" id="{6F088668-C8F8-AB6A-1566-A9E5133EB1CB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13" action="ppaction://hlinksldjump"/>
              <a:extLst>
                <a:ext uri="{FF2B5EF4-FFF2-40B4-BE49-F238E27FC236}">
                  <a16:creationId xmlns:a16="http://schemas.microsoft.com/office/drawing/2014/main" id="{27FEE520-B913-4FFE-6792-DB4189FC9296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14" action="ppaction://hlinksldjump"/>
              <a:extLst>
                <a:ext uri="{FF2B5EF4-FFF2-40B4-BE49-F238E27FC236}">
                  <a16:creationId xmlns:a16="http://schemas.microsoft.com/office/drawing/2014/main" id="{784B5DF3-A182-658C-3372-7104155488C3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5" action="ppaction://hlinksldjump"/>
              <a:extLst>
                <a:ext uri="{FF2B5EF4-FFF2-40B4-BE49-F238E27FC236}">
                  <a16:creationId xmlns:a16="http://schemas.microsoft.com/office/drawing/2014/main" id="{F26E6B9D-A6B6-DC0D-5356-E859EC2259CD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3776ACC-06EF-FD5F-AB50-B09D7F3AC863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005D19E6-690C-1E57-DA4E-88CEBCBB481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7937791B-0F6A-F848-3A23-C0B9CB0A6C82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4" name="사각형: 둥근 모서리 13">
            <a:hlinkClick r:id="rId16" action="ppaction://hlinksldjump"/>
            <a:extLst>
              <a:ext uri="{FF2B5EF4-FFF2-40B4-BE49-F238E27FC236}">
                <a16:creationId xmlns:a16="http://schemas.microsoft.com/office/drawing/2014/main" id="{7CA0F6AE-D182-6544-2793-7921556DB475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sp>
        <p:nvSpPr>
          <p:cNvPr id="15" name="직사각형 14">
            <a:hlinkClick r:id="rId17" action="ppaction://hlinksldjump"/>
            <a:extLst>
              <a:ext uri="{FF2B5EF4-FFF2-40B4-BE49-F238E27FC236}">
                <a16:creationId xmlns:a16="http://schemas.microsoft.com/office/drawing/2014/main" id="{0F3194BF-AFE8-C040-96CD-639BD1E10EAF}"/>
              </a:ext>
            </a:extLst>
          </p:cNvPr>
          <p:cNvSpPr/>
          <p:nvPr/>
        </p:nvSpPr>
        <p:spPr>
          <a:xfrm>
            <a:off x="5300079" y="991105"/>
            <a:ext cx="1518557" cy="1420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hlinkClick r:id="rId18" action="ppaction://hlinksldjump"/>
            <a:extLst>
              <a:ext uri="{FF2B5EF4-FFF2-40B4-BE49-F238E27FC236}">
                <a16:creationId xmlns:a16="http://schemas.microsoft.com/office/drawing/2014/main" id="{5EC9657A-DBDB-5197-8FE7-783909A43687}"/>
              </a:ext>
            </a:extLst>
          </p:cNvPr>
          <p:cNvSpPr/>
          <p:nvPr/>
        </p:nvSpPr>
        <p:spPr>
          <a:xfrm>
            <a:off x="3722050" y="1840191"/>
            <a:ext cx="1518557" cy="1420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hlinkClick r:id="rId19" action="ppaction://hlinksldjump"/>
            <a:extLst>
              <a:ext uri="{FF2B5EF4-FFF2-40B4-BE49-F238E27FC236}">
                <a16:creationId xmlns:a16="http://schemas.microsoft.com/office/drawing/2014/main" id="{2B667D2E-AF35-2626-24D1-FB84046AF70A}"/>
              </a:ext>
            </a:extLst>
          </p:cNvPr>
          <p:cNvSpPr/>
          <p:nvPr/>
        </p:nvSpPr>
        <p:spPr>
          <a:xfrm>
            <a:off x="3722050" y="3581139"/>
            <a:ext cx="1518557" cy="1420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hlinkClick r:id="rId20" action="ppaction://hlinksldjump"/>
            <a:extLst>
              <a:ext uri="{FF2B5EF4-FFF2-40B4-BE49-F238E27FC236}">
                <a16:creationId xmlns:a16="http://schemas.microsoft.com/office/drawing/2014/main" id="{9D987D8E-9A17-295F-3715-FE27EBBA047B}"/>
              </a:ext>
            </a:extLst>
          </p:cNvPr>
          <p:cNvSpPr/>
          <p:nvPr/>
        </p:nvSpPr>
        <p:spPr>
          <a:xfrm>
            <a:off x="5274890" y="4356959"/>
            <a:ext cx="1518557" cy="1420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hlinkClick r:id="rId21" action="ppaction://hlinksldjump"/>
            <a:extLst>
              <a:ext uri="{FF2B5EF4-FFF2-40B4-BE49-F238E27FC236}">
                <a16:creationId xmlns:a16="http://schemas.microsoft.com/office/drawing/2014/main" id="{AD143D9B-CF9F-74ED-77FE-C0FF60318C9B}"/>
              </a:ext>
            </a:extLst>
          </p:cNvPr>
          <p:cNvSpPr/>
          <p:nvPr/>
        </p:nvSpPr>
        <p:spPr>
          <a:xfrm>
            <a:off x="6897053" y="3429000"/>
            <a:ext cx="1518557" cy="1420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hlinkClick r:id="rId22" action="ppaction://hlinksldjump"/>
            <a:extLst>
              <a:ext uri="{FF2B5EF4-FFF2-40B4-BE49-F238E27FC236}">
                <a16:creationId xmlns:a16="http://schemas.microsoft.com/office/drawing/2014/main" id="{0EA351C1-9C24-5B7A-6CAB-ED494192ACF2}"/>
              </a:ext>
            </a:extLst>
          </p:cNvPr>
          <p:cNvSpPr/>
          <p:nvPr/>
        </p:nvSpPr>
        <p:spPr>
          <a:xfrm>
            <a:off x="6951395" y="1954491"/>
            <a:ext cx="1518557" cy="1420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hlinkClick r:id="rId23" action="ppaction://hlinksldjump"/>
            <a:extLst>
              <a:ext uri="{FF2B5EF4-FFF2-40B4-BE49-F238E27FC236}">
                <a16:creationId xmlns:a16="http://schemas.microsoft.com/office/drawing/2014/main" id="{0AD21C38-311D-28EE-3F39-91B170E93B03}"/>
              </a:ext>
            </a:extLst>
          </p:cNvPr>
          <p:cNvSpPr/>
          <p:nvPr/>
        </p:nvSpPr>
        <p:spPr>
          <a:xfrm>
            <a:off x="9022647" y="2453545"/>
            <a:ext cx="3099031" cy="409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47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0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660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F69492C-9236-4C66-BAFA-68BC1CF6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137" y="457932"/>
            <a:ext cx="5967726" cy="542851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E30C0E-2931-44D3-BEE9-25EB87555911}"/>
              </a:ext>
            </a:extLst>
          </p:cNvPr>
          <p:cNvGrpSpPr/>
          <p:nvPr/>
        </p:nvGrpSpPr>
        <p:grpSpPr>
          <a:xfrm>
            <a:off x="3960635" y="5074556"/>
            <a:ext cx="4268965" cy="649044"/>
            <a:chOff x="3960635" y="5074556"/>
            <a:chExt cx="4268965" cy="649044"/>
          </a:xfrm>
        </p:grpSpPr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0F8AA4CD-C275-445E-8CA6-FC30D1580573}"/>
                </a:ext>
              </a:extLst>
            </p:cNvPr>
            <p:cNvSpPr/>
            <p:nvPr/>
          </p:nvSpPr>
          <p:spPr>
            <a:xfrm>
              <a:off x="3960635" y="5074556"/>
              <a:ext cx="4268965" cy="649044"/>
            </a:xfrm>
            <a:custGeom>
              <a:avLst/>
              <a:gdLst/>
              <a:ahLst/>
              <a:cxnLst/>
              <a:rect l="l" t="t" r="r" b="b"/>
              <a:pathLst>
                <a:path w="6887209" h="1047115">
                  <a:moveTo>
                    <a:pt x="6487017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647184"/>
                  </a:lnTo>
                  <a:lnTo>
                    <a:pt x="5258" y="711829"/>
                  </a:lnTo>
                  <a:lnTo>
                    <a:pt x="20475" y="773235"/>
                  </a:lnTo>
                  <a:lnTo>
                    <a:pt x="44810" y="830562"/>
                  </a:lnTo>
                  <a:lnTo>
                    <a:pt x="77423" y="882969"/>
                  </a:lnTo>
                  <a:lnTo>
                    <a:pt x="117475" y="929618"/>
                  </a:lnTo>
                  <a:lnTo>
                    <a:pt x="164125" y="969668"/>
                  </a:lnTo>
                  <a:lnTo>
                    <a:pt x="216534" y="1002280"/>
                  </a:lnTo>
                  <a:lnTo>
                    <a:pt x="273862" y="1026613"/>
                  </a:lnTo>
                  <a:lnTo>
                    <a:pt x="335268" y="1041829"/>
                  </a:lnTo>
                  <a:lnTo>
                    <a:pt x="399914" y="1047088"/>
                  </a:lnTo>
                  <a:lnTo>
                    <a:pt x="6487017" y="1047088"/>
                  </a:lnTo>
                  <a:lnTo>
                    <a:pt x="6551662" y="1041829"/>
                  </a:lnTo>
                  <a:lnTo>
                    <a:pt x="6613068" y="1026613"/>
                  </a:lnTo>
                  <a:lnTo>
                    <a:pt x="6670394" y="1002280"/>
                  </a:lnTo>
                  <a:lnTo>
                    <a:pt x="6722802" y="969668"/>
                  </a:lnTo>
                  <a:lnTo>
                    <a:pt x="6769450" y="929618"/>
                  </a:lnTo>
                  <a:lnTo>
                    <a:pt x="6809500" y="882969"/>
                  </a:lnTo>
                  <a:lnTo>
                    <a:pt x="6842112" y="830562"/>
                  </a:lnTo>
                  <a:lnTo>
                    <a:pt x="6866446" y="773235"/>
                  </a:lnTo>
                  <a:lnTo>
                    <a:pt x="6881662" y="711829"/>
                  </a:lnTo>
                  <a:lnTo>
                    <a:pt x="6886921" y="647184"/>
                  </a:lnTo>
                  <a:lnTo>
                    <a:pt x="6886921" y="399904"/>
                  </a:lnTo>
                  <a:lnTo>
                    <a:pt x="6881662" y="335261"/>
                  </a:lnTo>
                  <a:lnTo>
                    <a:pt x="6866446" y="273856"/>
                  </a:lnTo>
                  <a:lnTo>
                    <a:pt x="6842112" y="216530"/>
                  </a:lnTo>
                  <a:lnTo>
                    <a:pt x="6809500" y="164123"/>
                  </a:lnTo>
                  <a:lnTo>
                    <a:pt x="6769450" y="117474"/>
                  </a:lnTo>
                  <a:lnTo>
                    <a:pt x="6722802" y="77423"/>
                  </a:lnTo>
                  <a:lnTo>
                    <a:pt x="6670394" y="44810"/>
                  </a:lnTo>
                  <a:lnTo>
                    <a:pt x="6613068" y="20475"/>
                  </a:lnTo>
                  <a:lnTo>
                    <a:pt x="6551662" y="5258"/>
                  </a:lnTo>
                  <a:lnTo>
                    <a:pt x="648701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142CC2F-AF67-4CF1-8EF6-0E01187AD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469" y="5148350"/>
              <a:ext cx="542200" cy="540000"/>
            </a:xfrm>
            <a:prstGeom prst="rect">
              <a:avLst/>
            </a:prstGeom>
          </p:spPr>
        </p:pic>
      </p:grpSp>
      <p:sp>
        <p:nvSpPr>
          <p:cNvPr id="20" name="object 33">
            <a:extLst>
              <a:ext uri="{FF2B5EF4-FFF2-40B4-BE49-F238E27FC236}">
                <a16:creationId xmlns:a16="http://schemas.microsoft.com/office/drawing/2014/main" id="{16B34977-43CE-404A-9D29-DD87C47C7F1A}"/>
              </a:ext>
            </a:extLst>
          </p:cNvPr>
          <p:cNvSpPr/>
          <p:nvPr/>
        </p:nvSpPr>
        <p:spPr>
          <a:xfrm>
            <a:off x="4623948" y="5147425"/>
            <a:ext cx="2961387" cy="540925"/>
          </a:xfrm>
          <a:custGeom>
            <a:avLst/>
            <a:gdLst/>
            <a:ahLst/>
            <a:cxnLst/>
            <a:rect l="l" t="t" r="r" b="b"/>
            <a:pathLst>
              <a:path w="6887209" h="1047115">
                <a:moveTo>
                  <a:pt x="6487017" y="0"/>
                </a:moveTo>
                <a:lnTo>
                  <a:pt x="399914" y="0"/>
                </a:lnTo>
                <a:lnTo>
                  <a:pt x="367239" y="1332"/>
                </a:lnTo>
                <a:lnTo>
                  <a:pt x="304108" y="11675"/>
                </a:lnTo>
                <a:lnTo>
                  <a:pt x="244635" y="31555"/>
                </a:lnTo>
                <a:lnTo>
                  <a:pt x="189662" y="60134"/>
                </a:lnTo>
                <a:lnTo>
                  <a:pt x="140028" y="96571"/>
                </a:lnTo>
                <a:lnTo>
                  <a:pt x="96572" y="140026"/>
                </a:lnTo>
                <a:lnTo>
                  <a:pt x="60135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5" y="929618"/>
                </a:lnTo>
                <a:lnTo>
                  <a:pt x="164125" y="969668"/>
                </a:lnTo>
                <a:lnTo>
                  <a:pt x="216534" y="1002280"/>
                </a:lnTo>
                <a:lnTo>
                  <a:pt x="273862" y="1026613"/>
                </a:lnTo>
                <a:lnTo>
                  <a:pt x="335268" y="1041829"/>
                </a:lnTo>
                <a:lnTo>
                  <a:pt x="399914" y="1047088"/>
                </a:lnTo>
                <a:lnTo>
                  <a:pt x="6487017" y="1047088"/>
                </a:lnTo>
                <a:lnTo>
                  <a:pt x="6551662" y="1041829"/>
                </a:lnTo>
                <a:lnTo>
                  <a:pt x="6613068" y="1026613"/>
                </a:lnTo>
                <a:lnTo>
                  <a:pt x="6670394" y="1002280"/>
                </a:lnTo>
                <a:lnTo>
                  <a:pt x="6722802" y="969668"/>
                </a:lnTo>
                <a:lnTo>
                  <a:pt x="6769450" y="929618"/>
                </a:lnTo>
                <a:lnTo>
                  <a:pt x="6809500" y="882969"/>
                </a:lnTo>
                <a:lnTo>
                  <a:pt x="6842112" y="830562"/>
                </a:lnTo>
                <a:lnTo>
                  <a:pt x="6866446" y="773235"/>
                </a:lnTo>
                <a:lnTo>
                  <a:pt x="6881662" y="711829"/>
                </a:lnTo>
                <a:lnTo>
                  <a:pt x="6886921" y="647184"/>
                </a:lnTo>
                <a:lnTo>
                  <a:pt x="6886921" y="399904"/>
                </a:lnTo>
                <a:lnTo>
                  <a:pt x="6881662" y="335261"/>
                </a:lnTo>
                <a:lnTo>
                  <a:pt x="6866446" y="273856"/>
                </a:lnTo>
                <a:lnTo>
                  <a:pt x="6842112" y="216530"/>
                </a:lnTo>
                <a:lnTo>
                  <a:pt x="6809500" y="164123"/>
                </a:lnTo>
                <a:lnTo>
                  <a:pt x="6769450" y="117474"/>
                </a:lnTo>
                <a:lnTo>
                  <a:pt x="6722802" y="77423"/>
                </a:lnTo>
                <a:lnTo>
                  <a:pt x="6670394" y="44810"/>
                </a:lnTo>
                <a:lnTo>
                  <a:pt x="6613068" y="20475"/>
                </a:lnTo>
                <a:lnTo>
                  <a:pt x="6551662" y="5258"/>
                </a:lnTo>
                <a:lnTo>
                  <a:pt x="6487017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음높이</a:t>
            </a:r>
            <a:endParaRPr sz="32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19FC812-94A8-0E80-E0DD-5302987FC2A8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5" name="사각형: 둥근 모서리 54">
              <a:hlinkClick r:id="rId4" action="ppaction://hlinksldjump"/>
              <a:extLst>
                <a:ext uri="{FF2B5EF4-FFF2-40B4-BE49-F238E27FC236}">
                  <a16:creationId xmlns:a16="http://schemas.microsoft.com/office/drawing/2014/main" id="{9A0FC6FA-8B2E-B1A9-9DC8-5D02E842C82D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6" name="사각형: 둥근 모서리 55">
              <a:hlinkClick r:id="rId5" action="ppaction://hlinksldjump"/>
              <a:extLst>
                <a:ext uri="{FF2B5EF4-FFF2-40B4-BE49-F238E27FC236}">
                  <a16:creationId xmlns:a16="http://schemas.microsoft.com/office/drawing/2014/main" id="{4791543F-846E-4EDA-E62B-A7A96B7D9B0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7" name="사각형: 둥근 모서리 56">
              <a:hlinkClick r:id="rId6" action="ppaction://hlinksldjump"/>
              <a:extLst>
                <a:ext uri="{FF2B5EF4-FFF2-40B4-BE49-F238E27FC236}">
                  <a16:creationId xmlns:a16="http://schemas.microsoft.com/office/drawing/2014/main" id="{2C5CE39C-EF0F-DB05-C21C-6EE6FCE7E3EE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58" name="사각형: 둥근 모서리 57">
              <a:hlinkClick r:id="rId7" action="ppaction://hlinksldjump"/>
              <a:extLst>
                <a:ext uri="{FF2B5EF4-FFF2-40B4-BE49-F238E27FC236}">
                  <a16:creationId xmlns:a16="http://schemas.microsoft.com/office/drawing/2014/main" id="{A7C5A6FF-DB5D-09A0-9811-488D8363CAF2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59" name="사각형: 둥근 모서리 58">
              <a:hlinkClick r:id="rId8" action="ppaction://hlinksldjump"/>
              <a:extLst>
                <a:ext uri="{FF2B5EF4-FFF2-40B4-BE49-F238E27FC236}">
                  <a16:creationId xmlns:a16="http://schemas.microsoft.com/office/drawing/2014/main" id="{C0FDA7C5-C0E5-7F1D-B2BE-7BB772DADCE4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60" name="사각형: 둥근 모서리 59">
              <a:hlinkClick r:id="rId9" action="ppaction://hlinksldjump"/>
              <a:extLst>
                <a:ext uri="{FF2B5EF4-FFF2-40B4-BE49-F238E27FC236}">
                  <a16:creationId xmlns:a16="http://schemas.microsoft.com/office/drawing/2014/main" id="{7E33D6C0-EF81-145B-BF89-A0BDE0A0F0B7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61" name="사각형: 둥근 모서리 60">
              <a:hlinkClick r:id="rId10" action="ppaction://hlinksldjump"/>
              <a:extLst>
                <a:ext uri="{FF2B5EF4-FFF2-40B4-BE49-F238E27FC236}">
                  <a16:creationId xmlns:a16="http://schemas.microsoft.com/office/drawing/2014/main" id="{708D606D-ECC5-C265-9B14-82FA7916A406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66D3CE64-241B-1F2E-0BD3-BD09933673D7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270728C5-393D-DC8C-3F53-4A1E9B7E3BB1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F5D4CE33-5D08-5751-32F3-4A2CD0FBF505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65" name="사각형: 둥근 모서리 64">
            <a:hlinkClick r:id="rId11" action="ppaction://hlinksldjump"/>
            <a:extLst>
              <a:ext uri="{FF2B5EF4-FFF2-40B4-BE49-F238E27FC236}">
                <a16:creationId xmlns:a16="http://schemas.microsoft.com/office/drawing/2014/main" id="{BB7CD802-FE28-8806-7959-02DCECD1A52E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pic>
        <p:nvPicPr>
          <p:cNvPr id="69" name="그림 68">
            <a:hlinkClick r:id="rId12" action="ppaction://hlinksldjump"/>
            <a:extLst>
              <a:ext uri="{FF2B5EF4-FFF2-40B4-BE49-F238E27FC236}">
                <a16:creationId xmlns:a16="http://schemas.microsoft.com/office/drawing/2014/main" id="{E19EE255-EDCF-B3BD-E005-4378D3A79DB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54" b="1"/>
          <a:stretch>
            <a:fillRect/>
          </a:stretch>
        </p:blipFill>
        <p:spPr>
          <a:xfrm>
            <a:off x="11232996" y="339158"/>
            <a:ext cx="626236" cy="635114"/>
          </a:xfrm>
          <a:prstGeom prst="rect">
            <a:avLst/>
          </a:prstGeom>
        </p:spPr>
      </p:pic>
      <p:pic>
        <p:nvPicPr>
          <p:cNvPr id="2" name="그림 1">
            <a:hlinkClick r:id="rId14" action="ppaction://hlinksldjump"/>
            <a:extLst>
              <a:ext uri="{FF2B5EF4-FFF2-40B4-BE49-F238E27FC236}">
                <a16:creationId xmlns:a16="http://schemas.microsoft.com/office/drawing/2014/main" id="{078993DB-45EF-BE25-0182-41EB503709C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71840" y="2660570"/>
            <a:ext cx="400920" cy="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2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47C6145-498A-4C25-860C-2CFFFA07A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623" y="469391"/>
            <a:ext cx="5968036" cy="54288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E30C0E-2931-44D3-BEE9-25EB87555911}"/>
              </a:ext>
            </a:extLst>
          </p:cNvPr>
          <p:cNvGrpSpPr/>
          <p:nvPr/>
        </p:nvGrpSpPr>
        <p:grpSpPr>
          <a:xfrm>
            <a:off x="3960635" y="5074556"/>
            <a:ext cx="4268965" cy="649044"/>
            <a:chOff x="3960635" y="5074556"/>
            <a:chExt cx="4268965" cy="649044"/>
          </a:xfrm>
        </p:grpSpPr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0F8AA4CD-C275-445E-8CA6-FC30D1580573}"/>
                </a:ext>
              </a:extLst>
            </p:cNvPr>
            <p:cNvSpPr/>
            <p:nvPr/>
          </p:nvSpPr>
          <p:spPr>
            <a:xfrm>
              <a:off x="3960635" y="5074556"/>
              <a:ext cx="4268965" cy="649044"/>
            </a:xfrm>
            <a:custGeom>
              <a:avLst/>
              <a:gdLst/>
              <a:ahLst/>
              <a:cxnLst/>
              <a:rect l="l" t="t" r="r" b="b"/>
              <a:pathLst>
                <a:path w="6887209" h="1047115">
                  <a:moveTo>
                    <a:pt x="6487017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647184"/>
                  </a:lnTo>
                  <a:lnTo>
                    <a:pt x="5258" y="711829"/>
                  </a:lnTo>
                  <a:lnTo>
                    <a:pt x="20475" y="773235"/>
                  </a:lnTo>
                  <a:lnTo>
                    <a:pt x="44810" y="830562"/>
                  </a:lnTo>
                  <a:lnTo>
                    <a:pt x="77423" y="882969"/>
                  </a:lnTo>
                  <a:lnTo>
                    <a:pt x="117475" y="929618"/>
                  </a:lnTo>
                  <a:lnTo>
                    <a:pt x="164125" y="969668"/>
                  </a:lnTo>
                  <a:lnTo>
                    <a:pt x="216534" y="1002280"/>
                  </a:lnTo>
                  <a:lnTo>
                    <a:pt x="273862" y="1026613"/>
                  </a:lnTo>
                  <a:lnTo>
                    <a:pt x="335268" y="1041829"/>
                  </a:lnTo>
                  <a:lnTo>
                    <a:pt x="399914" y="1047088"/>
                  </a:lnTo>
                  <a:lnTo>
                    <a:pt x="6487017" y="1047088"/>
                  </a:lnTo>
                  <a:lnTo>
                    <a:pt x="6551662" y="1041829"/>
                  </a:lnTo>
                  <a:lnTo>
                    <a:pt x="6613068" y="1026613"/>
                  </a:lnTo>
                  <a:lnTo>
                    <a:pt x="6670394" y="1002280"/>
                  </a:lnTo>
                  <a:lnTo>
                    <a:pt x="6722802" y="969668"/>
                  </a:lnTo>
                  <a:lnTo>
                    <a:pt x="6769450" y="929618"/>
                  </a:lnTo>
                  <a:lnTo>
                    <a:pt x="6809500" y="882969"/>
                  </a:lnTo>
                  <a:lnTo>
                    <a:pt x="6842112" y="830562"/>
                  </a:lnTo>
                  <a:lnTo>
                    <a:pt x="6866446" y="773235"/>
                  </a:lnTo>
                  <a:lnTo>
                    <a:pt x="6881662" y="711829"/>
                  </a:lnTo>
                  <a:lnTo>
                    <a:pt x="6886921" y="647184"/>
                  </a:lnTo>
                  <a:lnTo>
                    <a:pt x="6886921" y="399904"/>
                  </a:lnTo>
                  <a:lnTo>
                    <a:pt x="6881662" y="335261"/>
                  </a:lnTo>
                  <a:lnTo>
                    <a:pt x="6866446" y="273856"/>
                  </a:lnTo>
                  <a:lnTo>
                    <a:pt x="6842112" y="216530"/>
                  </a:lnTo>
                  <a:lnTo>
                    <a:pt x="6809500" y="164123"/>
                  </a:lnTo>
                  <a:lnTo>
                    <a:pt x="6769450" y="117474"/>
                  </a:lnTo>
                  <a:lnTo>
                    <a:pt x="6722802" y="77423"/>
                  </a:lnTo>
                  <a:lnTo>
                    <a:pt x="6670394" y="44810"/>
                  </a:lnTo>
                  <a:lnTo>
                    <a:pt x="6613068" y="20475"/>
                  </a:lnTo>
                  <a:lnTo>
                    <a:pt x="6551662" y="5258"/>
                  </a:lnTo>
                  <a:lnTo>
                    <a:pt x="648701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142CC2F-AF67-4CF1-8EF6-0E01187AD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469" y="5148350"/>
              <a:ext cx="542200" cy="540000"/>
            </a:xfrm>
            <a:prstGeom prst="rect">
              <a:avLst/>
            </a:prstGeom>
          </p:spPr>
        </p:pic>
      </p:grpSp>
      <p:sp>
        <p:nvSpPr>
          <p:cNvPr id="20" name="object 33">
            <a:extLst>
              <a:ext uri="{FF2B5EF4-FFF2-40B4-BE49-F238E27FC236}">
                <a16:creationId xmlns:a16="http://schemas.microsoft.com/office/drawing/2014/main" id="{16B34977-43CE-404A-9D29-DD87C47C7F1A}"/>
              </a:ext>
            </a:extLst>
          </p:cNvPr>
          <p:cNvSpPr/>
          <p:nvPr/>
        </p:nvSpPr>
        <p:spPr>
          <a:xfrm>
            <a:off x="4623948" y="5147425"/>
            <a:ext cx="2961387" cy="540925"/>
          </a:xfrm>
          <a:custGeom>
            <a:avLst/>
            <a:gdLst/>
            <a:ahLst/>
            <a:cxnLst/>
            <a:rect l="l" t="t" r="r" b="b"/>
            <a:pathLst>
              <a:path w="6887209" h="1047115">
                <a:moveTo>
                  <a:pt x="6487017" y="0"/>
                </a:moveTo>
                <a:lnTo>
                  <a:pt x="399914" y="0"/>
                </a:lnTo>
                <a:lnTo>
                  <a:pt x="367239" y="1332"/>
                </a:lnTo>
                <a:lnTo>
                  <a:pt x="304108" y="11675"/>
                </a:lnTo>
                <a:lnTo>
                  <a:pt x="244635" y="31555"/>
                </a:lnTo>
                <a:lnTo>
                  <a:pt x="189662" y="60134"/>
                </a:lnTo>
                <a:lnTo>
                  <a:pt x="140028" y="96571"/>
                </a:lnTo>
                <a:lnTo>
                  <a:pt x="96572" y="140026"/>
                </a:lnTo>
                <a:lnTo>
                  <a:pt x="60135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5" y="929618"/>
                </a:lnTo>
                <a:lnTo>
                  <a:pt x="164125" y="969668"/>
                </a:lnTo>
                <a:lnTo>
                  <a:pt x="216534" y="1002280"/>
                </a:lnTo>
                <a:lnTo>
                  <a:pt x="273862" y="1026613"/>
                </a:lnTo>
                <a:lnTo>
                  <a:pt x="335268" y="1041829"/>
                </a:lnTo>
                <a:lnTo>
                  <a:pt x="399914" y="1047088"/>
                </a:lnTo>
                <a:lnTo>
                  <a:pt x="6487017" y="1047088"/>
                </a:lnTo>
                <a:lnTo>
                  <a:pt x="6551662" y="1041829"/>
                </a:lnTo>
                <a:lnTo>
                  <a:pt x="6613068" y="1026613"/>
                </a:lnTo>
                <a:lnTo>
                  <a:pt x="6670394" y="1002280"/>
                </a:lnTo>
                <a:lnTo>
                  <a:pt x="6722802" y="969668"/>
                </a:lnTo>
                <a:lnTo>
                  <a:pt x="6769450" y="929618"/>
                </a:lnTo>
                <a:lnTo>
                  <a:pt x="6809500" y="882969"/>
                </a:lnTo>
                <a:lnTo>
                  <a:pt x="6842112" y="830562"/>
                </a:lnTo>
                <a:lnTo>
                  <a:pt x="6866446" y="773235"/>
                </a:lnTo>
                <a:lnTo>
                  <a:pt x="6881662" y="711829"/>
                </a:lnTo>
                <a:lnTo>
                  <a:pt x="6886921" y="647184"/>
                </a:lnTo>
                <a:lnTo>
                  <a:pt x="6886921" y="399904"/>
                </a:lnTo>
                <a:lnTo>
                  <a:pt x="6881662" y="335261"/>
                </a:lnTo>
                <a:lnTo>
                  <a:pt x="6866446" y="273856"/>
                </a:lnTo>
                <a:lnTo>
                  <a:pt x="6842112" y="216530"/>
                </a:lnTo>
                <a:lnTo>
                  <a:pt x="6809500" y="164123"/>
                </a:lnTo>
                <a:lnTo>
                  <a:pt x="6769450" y="117474"/>
                </a:lnTo>
                <a:lnTo>
                  <a:pt x="6722802" y="77423"/>
                </a:lnTo>
                <a:lnTo>
                  <a:pt x="6670394" y="44810"/>
                </a:lnTo>
                <a:lnTo>
                  <a:pt x="6613068" y="20475"/>
                </a:lnTo>
                <a:lnTo>
                  <a:pt x="6551662" y="5258"/>
                </a:lnTo>
                <a:lnTo>
                  <a:pt x="6487017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spc="-150" dirty="0">
                <a:solidFill>
                  <a:srgbClr val="CC210A"/>
                </a:solidFill>
                <a:latin typeface="맑은 고딕" panose="020B0503020000020004" pitchFamily="50" charset="-127"/>
              </a:rPr>
              <a:t>박자</a:t>
            </a:r>
            <a:endParaRPr sz="32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0BED5D7-B929-52CD-5662-44379B813479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4" name="사각형: 둥근 모서리 13">
              <a:hlinkClick r:id="rId4" action="ppaction://hlinksldjump"/>
              <a:extLst>
                <a:ext uri="{FF2B5EF4-FFF2-40B4-BE49-F238E27FC236}">
                  <a16:creationId xmlns:a16="http://schemas.microsoft.com/office/drawing/2014/main" id="{443F4ED2-57F5-86B5-8DC9-171A448604F7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" name="사각형: 둥근 모서리 18">
              <a:hlinkClick r:id="rId5" action="ppaction://hlinksldjump"/>
              <a:extLst>
                <a:ext uri="{FF2B5EF4-FFF2-40B4-BE49-F238E27FC236}">
                  <a16:creationId xmlns:a16="http://schemas.microsoft.com/office/drawing/2014/main" id="{01D23828-35E8-BE5D-1A60-49E9CB8ED9A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1" name="사각형: 둥근 모서리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C4076C92-7742-01B5-CB7B-BC5A7E39E950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2" name="사각형: 둥근 모서리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E218506A-E2A0-36A8-93D1-EB3F28816613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3" name="사각형: 둥근 모서리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E0715799-29BE-D59E-B2D9-F95762A2F19A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4" name="사각형: 둥근 모서리 23">
              <a:hlinkClick r:id="rId9" action="ppaction://hlinksldjump"/>
              <a:extLst>
                <a:ext uri="{FF2B5EF4-FFF2-40B4-BE49-F238E27FC236}">
                  <a16:creationId xmlns:a16="http://schemas.microsoft.com/office/drawing/2014/main" id="{1F18B0D1-3DB6-0772-1385-68C0C5F1DBC5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5" name="사각형: 둥근 모서리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3D65507E-1148-541C-C996-7E49DB5B4507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41B883E0-0A6C-F0B6-00EA-31624ECCBAFF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69055BAE-D461-B166-4053-4BA44C0B0F9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398A19A7-95F3-6EAF-54F2-69F6F5225CD0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9" name="사각형: 둥근 모서리 28">
            <a:hlinkClick r:id="rId11" action="ppaction://hlinksldjump"/>
            <a:extLst>
              <a:ext uri="{FF2B5EF4-FFF2-40B4-BE49-F238E27FC236}">
                <a16:creationId xmlns:a16="http://schemas.microsoft.com/office/drawing/2014/main" id="{F94C0B20-4B98-D212-FF2C-8681729F6FD5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pic>
        <p:nvPicPr>
          <p:cNvPr id="30" name="그림 29">
            <a:hlinkClick r:id="rId12" action="ppaction://hlinksldjump"/>
            <a:extLst>
              <a:ext uri="{FF2B5EF4-FFF2-40B4-BE49-F238E27FC236}">
                <a16:creationId xmlns:a16="http://schemas.microsoft.com/office/drawing/2014/main" id="{83F2C659-1FE0-9B58-A2CF-786C6256FAD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54" b="1"/>
          <a:stretch>
            <a:fillRect/>
          </a:stretch>
        </p:blipFill>
        <p:spPr>
          <a:xfrm>
            <a:off x="11232996" y="339158"/>
            <a:ext cx="626236" cy="635114"/>
          </a:xfrm>
          <a:prstGeom prst="rect">
            <a:avLst/>
          </a:prstGeom>
        </p:spPr>
      </p:pic>
      <p:pic>
        <p:nvPicPr>
          <p:cNvPr id="3" name="그림 2">
            <a:hlinkClick r:id="rId14" action="ppaction://hlinksldjump"/>
            <a:extLst>
              <a:ext uri="{FF2B5EF4-FFF2-40B4-BE49-F238E27FC236}">
                <a16:creationId xmlns:a16="http://schemas.microsoft.com/office/drawing/2014/main" id="{225D63F1-6418-E641-3E29-50DFCAD17F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71840" y="2660570"/>
            <a:ext cx="400920" cy="768430"/>
          </a:xfrm>
          <a:prstGeom prst="rect">
            <a:avLst/>
          </a:prstGeom>
        </p:spPr>
      </p:pic>
      <p:pic>
        <p:nvPicPr>
          <p:cNvPr id="4" name="그림 3">
            <a:hlinkClick r:id="rId16" action="ppaction://hlinksldjump"/>
            <a:extLst>
              <a:ext uri="{FF2B5EF4-FFF2-40B4-BE49-F238E27FC236}">
                <a16:creationId xmlns:a16="http://schemas.microsoft.com/office/drawing/2014/main" id="{EB90A080-3D79-184F-2585-04F61D83D2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450704" y="2660570"/>
            <a:ext cx="400920" cy="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2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A8877F79-F3C0-4762-9B4B-3D6F05BC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02" y="469391"/>
            <a:ext cx="5964079" cy="54252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E30C0E-2931-44D3-BEE9-25EB87555911}"/>
              </a:ext>
            </a:extLst>
          </p:cNvPr>
          <p:cNvGrpSpPr/>
          <p:nvPr/>
        </p:nvGrpSpPr>
        <p:grpSpPr>
          <a:xfrm>
            <a:off x="3960635" y="5074556"/>
            <a:ext cx="4268965" cy="649044"/>
            <a:chOff x="3960635" y="5074556"/>
            <a:chExt cx="4268965" cy="649044"/>
          </a:xfrm>
        </p:grpSpPr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0F8AA4CD-C275-445E-8CA6-FC30D1580573}"/>
                </a:ext>
              </a:extLst>
            </p:cNvPr>
            <p:cNvSpPr/>
            <p:nvPr/>
          </p:nvSpPr>
          <p:spPr>
            <a:xfrm>
              <a:off x="3960635" y="5074556"/>
              <a:ext cx="4268965" cy="649044"/>
            </a:xfrm>
            <a:custGeom>
              <a:avLst/>
              <a:gdLst/>
              <a:ahLst/>
              <a:cxnLst/>
              <a:rect l="l" t="t" r="r" b="b"/>
              <a:pathLst>
                <a:path w="6887209" h="1047115">
                  <a:moveTo>
                    <a:pt x="6487017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647184"/>
                  </a:lnTo>
                  <a:lnTo>
                    <a:pt x="5258" y="711829"/>
                  </a:lnTo>
                  <a:lnTo>
                    <a:pt x="20475" y="773235"/>
                  </a:lnTo>
                  <a:lnTo>
                    <a:pt x="44810" y="830562"/>
                  </a:lnTo>
                  <a:lnTo>
                    <a:pt x="77423" y="882969"/>
                  </a:lnTo>
                  <a:lnTo>
                    <a:pt x="117475" y="929618"/>
                  </a:lnTo>
                  <a:lnTo>
                    <a:pt x="164125" y="969668"/>
                  </a:lnTo>
                  <a:lnTo>
                    <a:pt x="216534" y="1002280"/>
                  </a:lnTo>
                  <a:lnTo>
                    <a:pt x="273862" y="1026613"/>
                  </a:lnTo>
                  <a:lnTo>
                    <a:pt x="335268" y="1041829"/>
                  </a:lnTo>
                  <a:lnTo>
                    <a:pt x="399914" y="1047088"/>
                  </a:lnTo>
                  <a:lnTo>
                    <a:pt x="6487017" y="1047088"/>
                  </a:lnTo>
                  <a:lnTo>
                    <a:pt x="6551662" y="1041829"/>
                  </a:lnTo>
                  <a:lnTo>
                    <a:pt x="6613068" y="1026613"/>
                  </a:lnTo>
                  <a:lnTo>
                    <a:pt x="6670394" y="1002280"/>
                  </a:lnTo>
                  <a:lnTo>
                    <a:pt x="6722802" y="969668"/>
                  </a:lnTo>
                  <a:lnTo>
                    <a:pt x="6769450" y="929618"/>
                  </a:lnTo>
                  <a:lnTo>
                    <a:pt x="6809500" y="882969"/>
                  </a:lnTo>
                  <a:lnTo>
                    <a:pt x="6842112" y="830562"/>
                  </a:lnTo>
                  <a:lnTo>
                    <a:pt x="6866446" y="773235"/>
                  </a:lnTo>
                  <a:lnTo>
                    <a:pt x="6881662" y="711829"/>
                  </a:lnTo>
                  <a:lnTo>
                    <a:pt x="6886921" y="647184"/>
                  </a:lnTo>
                  <a:lnTo>
                    <a:pt x="6886921" y="399904"/>
                  </a:lnTo>
                  <a:lnTo>
                    <a:pt x="6881662" y="335261"/>
                  </a:lnTo>
                  <a:lnTo>
                    <a:pt x="6866446" y="273856"/>
                  </a:lnTo>
                  <a:lnTo>
                    <a:pt x="6842112" y="216530"/>
                  </a:lnTo>
                  <a:lnTo>
                    <a:pt x="6809500" y="164123"/>
                  </a:lnTo>
                  <a:lnTo>
                    <a:pt x="6769450" y="117474"/>
                  </a:lnTo>
                  <a:lnTo>
                    <a:pt x="6722802" y="77423"/>
                  </a:lnTo>
                  <a:lnTo>
                    <a:pt x="6670394" y="44810"/>
                  </a:lnTo>
                  <a:lnTo>
                    <a:pt x="6613068" y="20475"/>
                  </a:lnTo>
                  <a:lnTo>
                    <a:pt x="6551662" y="5258"/>
                  </a:lnTo>
                  <a:lnTo>
                    <a:pt x="648701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142CC2F-AF67-4CF1-8EF6-0E01187AD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469" y="5148350"/>
              <a:ext cx="542200" cy="540000"/>
            </a:xfrm>
            <a:prstGeom prst="rect">
              <a:avLst/>
            </a:prstGeom>
          </p:spPr>
        </p:pic>
      </p:grpSp>
      <p:sp>
        <p:nvSpPr>
          <p:cNvPr id="20" name="object 33">
            <a:extLst>
              <a:ext uri="{FF2B5EF4-FFF2-40B4-BE49-F238E27FC236}">
                <a16:creationId xmlns:a16="http://schemas.microsoft.com/office/drawing/2014/main" id="{16B34977-43CE-404A-9D29-DD87C47C7F1A}"/>
              </a:ext>
            </a:extLst>
          </p:cNvPr>
          <p:cNvSpPr/>
          <p:nvPr/>
        </p:nvSpPr>
        <p:spPr>
          <a:xfrm>
            <a:off x="4623948" y="5147425"/>
            <a:ext cx="2961387" cy="540925"/>
          </a:xfrm>
          <a:custGeom>
            <a:avLst/>
            <a:gdLst/>
            <a:ahLst/>
            <a:cxnLst/>
            <a:rect l="l" t="t" r="r" b="b"/>
            <a:pathLst>
              <a:path w="6887209" h="1047115">
                <a:moveTo>
                  <a:pt x="6487017" y="0"/>
                </a:moveTo>
                <a:lnTo>
                  <a:pt x="399914" y="0"/>
                </a:lnTo>
                <a:lnTo>
                  <a:pt x="367239" y="1332"/>
                </a:lnTo>
                <a:lnTo>
                  <a:pt x="304108" y="11675"/>
                </a:lnTo>
                <a:lnTo>
                  <a:pt x="244635" y="31555"/>
                </a:lnTo>
                <a:lnTo>
                  <a:pt x="189662" y="60134"/>
                </a:lnTo>
                <a:lnTo>
                  <a:pt x="140028" y="96571"/>
                </a:lnTo>
                <a:lnTo>
                  <a:pt x="96572" y="140026"/>
                </a:lnTo>
                <a:lnTo>
                  <a:pt x="60135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5" y="929618"/>
                </a:lnTo>
                <a:lnTo>
                  <a:pt x="164125" y="969668"/>
                </a:lnTo>
                <a:lnTo>
                  <a:pt x="216534" y="1002280"/>
                </a:lnTo>
                <a:lnTo>
                  <a:pt x="273862" y="1026613"/>
                </a:lnTo>
                <a:lnTo>
                  <a:pt x="335268" y="1041829"/>
                </a:lnTo>
                <a:lnTo>
                  <a:pt x="399914" y="1047088"/>
                </a:lnTo>
                <a:lnTo>
                  <a:pt x="6487017" y="1047088"/>
                </a:lnTo>
                <a:lnTo>
                  <a:pt x="6551662" y="1041829"/>
                </a:lnTo>
                <a:lnTo>
                  <a:pt x="6613068" y="1026613"/>
                </a:lnTo>
                <a:lnTo>
                  <a:pt x="6670394" y="1002280"/>
                </a:lnTo>
                <a:lnTo>
                  <a:pt x="6722802" y="969668"/>
                </a:lnTo>
                <a:lnTo>
                  <a:pt x="6769450" y="929618"/>
                </a:lnTo>
                <a:lnTo>
                  <a:pt x="6809500" y="882969"/>
                </a:lnTo>
                <a:lnTo>
                  <a:pt x="6842112" y="830562"/>
                </a:lnTo>
                <a:lnTo>
                  <a:pt x="6866446" y="773235"/>
                </a:lnTo>
                <a:lnTo>
                  <a:pt x="6881662" y="711829"/>
                </a:lnTo>
                <a:lnTo>
                  <a:pt x="6886921" y="647184"/>
                </a:lnTo>
                <a:lnTo>
                  <a:pt x="6886921" y="399904"/>
                </a:lnTo>
                <a:lnTo>
                  <a:pt x="6881662" y="335261"/>
                </a:lnTo>
                <a:lnTo>
                  <a:pt x="6866446" y="273856"/>
                </a:lnTo>
                <a:lnTo>
                  <a:pt x="6842112" y="216530"/>
                </a:lnTo>
                <a:lnTo>
                  <a:pt x="6809500" y="164123"/>
                </a:lnTo>
                <a:lnTo>
                  <a:pt x="6769450" y="117474"/>
                </a:lnTo>
                <a:lnTo>
                  <a:pt x="6722802" y="77423"/>
                </a:lnTo>
                <a:lnTo>
                  <a:pt x="6670394" y="44810"/>
                </a:lnTo>
                <a:lnTo>
                  <a:pt x="6613068" y="20475"/>
                </a:lnTo>
                <a:lnTo>
                  <a:pt x="6551662" y="5258"/>
                </a:lnTo>
                <a:lnTo>
                  <a:pt x="6487017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spc="-150" dirty="0" err="1">
                <a:solidFill>
                  <a:srgbClr val="CC210A"/>
                </a:solidFill>
                <a:latin typeface="맑은 고딕" panose="020B0503020000020004" pitchFamily="50" charset="-127"/>
              </a:rPr>
              <a:t>셈여림</a:t>
            </a:r>
            <a:endParaRPr sz="32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3012C28-E42F-E9A9-A51C-CF417872FAD7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6" name="사각형: 둥근 모서리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C6F1CC4E-10AD-A83C-9A06-3C147353A06F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" name="사각형: 둥근 모서리 18">
              <a:hlinkClick r:id="rId5" action="ppaction://hlinksldjump"/>
              <a:extLst>
                <a:ext uri="{FF2B5EF4-FFF2-40B4-BE49-F238E27FC236}">
                  <a16:creationId xmlns:a16="http://schemas.microsoft.com/office/drawing/2014/main" id="{644FD4AF-E2C0-B715-9119-495B3AC57E5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1" name="사각형: 둥근 모서리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15591C6B-5B32-A2CC-EE5F-9997C9B929C3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2" name="사각형: 둥근 모서리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1D010499-CCDC-ACA1-F4B0-2DB5E73C50AD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3" name="사각형: 둥근 모서리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C40CB533-7E46-7418-6B69-5A931B5802F3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4" name="사각형: 둥근 모서리 23">
              <a:hlinkClick r:id="rId9" action="ppaction://hlinksldjump"/>
              <a:extLst>
                <a:ext uri="{FF2B5EF4-FFF2-40B4-BE49-F238E27FC236}">
                  <a16:creationId xmlns:a16="http://schemas.microsoft.com/office/drawing/2014/main" id="{6DB34233-86E2-3188-EF87-F9FE0580E521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5" name="사각형: 둥근 모서리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EA50D929-8F1C-73A3-D1AB-8C561BD28F22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078FF57-75C9-EB15-83DF-187B432FE9C5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28ADDF20-2B12-C177-286B-3B1C93846765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4FAC8D59-274F-7E74-52B5-6D3F9F4C9002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9" name="사각형: 둥근 모서리 28">
            <a:hlinkClick r:id="rId11" action="ppaction://hlinksldjump"/>
            <a:extLst>
              <a:ext uri="{FF2B5EF4-FFF2-40B4-BE49-F238E27FC236}">
                <a16:creationId xmlns:a16="http://schemas.microsoft.com/office/drawing/2014/main" id="{27A3639A-19C9-42C8-0601-01D3A6F512DF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pic>
        <p:nvPicPr>
          <p:cNvPr id="30" name="그림 29">
            <a:hlinkClick r:id="rId12" action="ppaction://hlinksldjump"/>
            <a:extLst>
              <a:ext uri="{FF2B5EF4-FFF2-40B4-BE49-F238E27FC236}">
                <a16:creationId xmlns:a16="http://schemas.microsoft.com/office/drawing/2014/main" id="{4935E3CC-0AA1-51F8-EBBA-BD77EC9D2EE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54" b="1"/>
          <a:stretch>
            <a:fillRect/>
          </a:stretch>
        </p:blipFill>
        <p:spPr>
          <a:xfrm>
            <a:off x="11232996" y="339158"/>
            <a:ext cx="626236" cy="635114"/>
          </a:xfrm>
          <a:prstGeom prst="rect">
            <a:avLst/>
          </a:prstGeom>
        </p:spPr>
      </p:pic>
      <p:pic>
        <p:nvPicPr>
          <p:cNvPr id="2" name="그림 1">
            <a:hlinkClick r:id="rId14" action="ppaction://hlinksldjump"/>
            <a:extLst>
              <a:ext uri="{FF2B5EF4-FFF2-40B4-BE49-F238E27FC236}">
                <a16:creationId xmlns:a16="http://schemas.microsoft.com/office/drawing/2014/main" id="{54BFC86C-AB62-69D1-38EA-55F2F023DFB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71840" y="2660570"/>
            <a:ext cx="400920" cy="768430"/>
          </a:xfrm>
          <a:prstGeom prst="rect">
            <a:avLst/>
          </a:prstGeom>
        </p:spPr>
      </p:pic>
      <p:pic>
        <p:nvPicPr>
          <p:cNvPr id="3" name="그림 2">
            <a:hlinkClick r:id="rId16" action="ppaction://hlinksldjump"/>
            <a:extLst>
              <a:ext uri="{FF2B5EF4-FFF2-40B4-BE49-F238E27FC236}">
                <a16:creationId xmlns:a16="http://schemas.microsoft.com/office/drawing/2014/main" id="{FD0C2B69-180E-18C3-64C3-C9C6696E9C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450704" y="2660570"/>
            <a:ext cx="400920" cy="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9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50A2103-E634-40B1-9713-35855635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02" y="490657"/>
            <a:ext cx="5964079" cy="54252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E30C0E-2931-44D3-BEE9-25EB87555911}"/>
              </a:ext>
            </a:extLst>
          </p:cNvPr>
          <p:cNvGrpSpPr/>
          <p:nvPr/>
        </p:nvGrpSpPr>
        <p:grpSpPr>
          <a:xfrm>
            <a:off x="3960635" y="5074556"/>
            <a:ext cx="4268965" cy="649044"/>
            <a:chOff x="3960635" y="5074556"/>
            <a:chExt cx="4268965" cy="649044"/>
          </a:xfrm>
        </p:grpSpPr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0F8AA4CD-C275-445E-8CA6-FC30D1580573}"/>
                </a:ext>
              </a:extLst>
            </p:cNvPr>
            <p:cNvSpPr/>
            <p:nvPr/>
          </p:nvSpPr>
          <p:spPr>
            <a:xfrm>
              <a:off x="3960635" y="5074556"/>
              <a:ext cx="4268965" cy="649044"/>
            </a:xfrm>
            <a:custGeom>
              <a:avLst/>
              <a:gdLst/>
              <a:ahLst/>
              <a:cxnLst/>
              <a:rect l="l" t="t" r="r" b="b"/>
              <a:pathLst>
                <a:path w="6887209" h="1047115">
                  <a:moveTo>
                    <a:pt x="6487017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647184"/>
                  </a:lnTo>
                  <a:lnTo>
                    <a:pt x="5258" y="711829"/>
                  </a:lnTo>
                  <a:lnTo>
                    <a:pt x="20475" y="773235"/>
                  </a:lnTo>
                  <a:lnTo>
                    <a:pt x="44810" y="830562"/>
                  </a:lnTo>
                  <a:lnTo>
                    <a:pt x="77423" y="882969"/>
                  </a:lnTo>
                  <a:lnTo>
                    <a:pt x="117475" y="929618"/>
                  </a:lnTo>
                  <a:lnTo>
                    <a:pt x="164125" y="969668"/>
                  </a:lnTo>
                  <a:lnTo>
                    <a:pt x="216534" y="1002280"/>
                  </a:lnTo>
                  <a:lnTo>
                    <a:pt x="273862" y="1026613"/>
                  </a:lnTo>
                  <a:lnTo>
                    <a:pt x="335268" y="1041829"/>
                  </a:lnTo>
                  <a:lnTo>
                    <a:pt x="399914" y="1047088"/>
                  </a:lnTo>
                  <a:lnTo>
                    <a:pt x="6487017" y="1047088"/>
                  </a:lnTo>
                  <a:lnTo>
                    <a:pt x="6551662" y="1041829"/>
                  </a:lnTo>
                  <a:lnTo>
                    <a:pt x="6613068" y="1026613"/>
                  </a:lnTo>
                  <a:lnTo>
                    <a:pt x="6670394" y="1002280"/>
                  </a:lnTo>
                  <a:lnTo>
                    <a:pt x="6722802" y="969668"/>
                  </a:lnTo>
                  <a:lnTo>
                    <a:pt x="6769450" y="929618"/>
                  </a:lnTo>
                  <a:lnTo>
                    <a:pt x="6809500" y="882969"/>
                  </a:lnTo>
                  <a:lnTo>
                    <a:pt x="6842112" y="830562"/>
                  </a:lnTo>
                  <a:lnTo>
                    <a:pt x="6866446" y="773235"/>
                  </a:lnTo>
                  <a:lnTo>
                    <a:pt x="6881662" y="711829"/>
                  </a:lnTo>
                  <a:lnTo>
                    <a:pt x="6886921" y="647184"/>
                  </a:lnTo>
                  <a:lnTo>
                    <a:pt x="6886921" y="399904"/>
                  </a:lnTo>
                  <a:lnTo>
                    <a:pt x="6881662" y="335261"/>
                  </a:lnTo>
                  <a:lnTo>
                    <a:pt x="6866446" y="273856"/>
                  </a:lnTo>
                  <a:lnTo>
                    <a:pt x="6842112" y="216530"/>
                  </a:lnTo>
                  <a:lnTo>
                    <a:pt x="6809500" y="164123"/>
                  </a:lnTo>
                  <a:lnTo>
                    <a:pt x="6769450" y="117474"/>
                  </a:lnTo>
                  <a:lnTo>
                    <a:pt x="6722802" y="77423"/>
                  </a:lnTo>
                  <a:lnTo>
                    <a:pt x="6670394" y="44810"/>
                  </a:lnTo>
                  <a:lnTo>
                    <a:pt x="6613068" y="20475"/>
                  </a:lnTo>
                  <a:lnTo>
                    <a:pt x="6551662" y="5258"/>
                  </a:lnTo>
                  <a:lnTo>
                    <a:pt x="648701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142CC2F-AF67-4CF1-8EF6-0E01187AD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469" y="5148350"/>
              <a:ext cx="542200" cy="540000"/>
            </a:xfrm>
            <a:prstGeom prst="rect">
              <a:avLst/>
            </a:prstGeom>
          </p:spPr>
        </p:pic>
      </p:grpSp>
      <p:sp>
        <p:nvSpPr>
          <p:cNvPr id="20" name="object 33">
            <a:extLst>
              <a:ext uri="{FF2B5EF4-FFF2-40B4-BE49-F238E27FC236}">
                <a16:creationId xmlns:a16="http://schemas.microsoft.com/office/drawing/2014/main" id="{16B34977-43CE-404A-9D29-DD87C47C7F1A}"/>
              </a:ext>
            </a:extLst>
          </p:cNvPr>
          <p:cNvSpPr/>
          <p:nvPr/>
        </p:nvSpPr>
        <p:spPr>
          <a:xfrm>
            <a:off x="4623948" y="5147425"/>
            <a:ext cx="2961387" cy="540925"/>
          </a:xfrm>
          <a:custGeom>
            <a:avLst/>
            <a:gdLst/>
            <a:ahLst/>
            <a:cxnLst/>
            <a:rect l="l" t="t" r="r" b="b"/>
            <a:pathLst>
              <a:path w="6887209" h="1047115">
                <a:moveTo>
                  <a:pt x="6487017" y="0"/>
                </a:moveTo>
                <a:lnTo>
                  <a:pt x="399914" y="0"/>
                </a:lnTo>
                <a:lnTo>
                  <a:pt x="367239" y="1332"/>
                </a:lnTo>
                <a:lnTo>
                  <a:pt x="304108" y="11675"/>
                </a:lnTo>
                <a:lnTo>
                  <a:pt x="244635" y="31555"/>
                </a:lnTo>
                <a:lnTo>
                  <a:pt x="189662" y="60134"/>
                </a:lnTo>
                <a:lnTo>
                  <a:pt x="140028" y="96571"/>
                </a:lnTo>
                <a:lnTo>
                  <a:pt x="96572" y="140026"/>
                </a:lnTo>
                <a:lnTo>
                  <a:pt x="60135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5" y="929618"/>
                </a:lnTo>
                <a:lnTo>
                  <a:pt x="164125" y="969668"/>
                </a:lnTo>
                <a:lnTo>
                  <a:pt x="216534" y="1002280"/>
                </a:lnTo>
                <a:lnTo>
                  <a:pt x="273862" y="1026613"/>
                </a:lnTo>
                <a:lnTo>
                  <a:pt x="335268" y="1041829"/>
                </a:lnTo>
                <a:lnTo>
                  <a:pt x="399914" y="1047088"/>
                </a:lnTo>
                <a:lnTo>
                  <a:pt x="6487017" y="1047088"/>
                </a:lnTo>
                <a:lnTo>
                  <a:pt x="6551662" y="1041829"/>
                </a:lnTo>
                <a:lnTo>
                  <a:pt x="6613068" y="1026613"/>
                </a:lnTo>
                <a:lnTo>
                  <a:pt x="6670394" y="1002280"/>
                </a:lnTo>
                <a:lnTo>
                  <a:pt x="6722802" y="969668"/>
                </a:lnTo>
                <a:lnTo>
                  <a:pt x="6769450" y="929618"/>
                </a:lnTo>
                <a:lnTo>
                  <a:pt x="6809500" y="882969"/>
                </a:lnTo>
                <a:lnTo>
                  <a:pt x="6842112" y="830562"/>
                </a:lnTo>
                <a:lnTo>
                  <a:pt x="6866446" y="773235"/>
                </a:lnTo>
                <a:lnTo>
                  <a:pt x="6881662" y="711829"/>
                </a:lnTo>
                <a:lnTo>
                  <a:pt x="6886921" y="647184"/>
                </a:lnTo>
                <a:lnTo>
                  <a:pt x="6886921" y="399904"/>
                </a:lnTo>
                <a:lnTo>
                  <a:pt x="6881662" y="335261"/>
                </a:lnTo>
                <a:lnTo>
                  <a:pt x="6866446" y="273856"/>
                </a:lnTo>
                <a:lnTo>
                  <a:pt x="6842112" y="216530"/>
                </a:lnTo>
                <a:lnTo>
                  <a:pt x="6809500" y="164123"/>
                </a:lnTo>
                <a:lnTo>
                  <a:pt x="6769450" y="117474"/>
                </a:lnTo>
                <a:lnTo>
                  <a:pt x="6722802" y="77423"/>
                </a:lnTo>
                <a:lnTo>
                  <a:pt x="6670394" y="44810"/>
                </a:lnTo>
                <a:lnTo>
                  <a:pt x="6613068" y="20475"/>
                </a:lnTo>
                <a:lnTo>
                  <a:pt x="6551662" y="5258"/>
                </a:lnTo>
                <a:lnTo>
                  <a:pt x="6487017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spc="-150" dirty="0">
                <a:solidFill>
                  <a:srgbClr val="CC210A"/>
                </a:solidFill>
                <a:latin typeface="맑은 고딕" panose="020B0503020000020004" pitchFamily="50" charset="-127"/>
              </a:rPr>
              <a:t>빠르기</a:t>
            </a:r>
            <a:endParaRPr sz="32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99429F8-2D78-F55F-AE54-6379AE5B7C90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4" name="사각형: 둥근 모서리 13">
              <a:hlinkClick r:id="rId4" action="ppaction://hlinksldjump"/>
              <a:extLst>
                <a:ext uri="{FF2B5EF4-FFF2-40B4-BE49-F238E27FC236}">
                  <a16:creationId xmlns:a16="http://schemas.microsoft.com/office/drawing/2014/main" id="{B5A90CB3-5065-D16B-B2B0-4DB0460EC397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" name="사각형: 둥근 모서리 18">
              <a:hlinkClick r:id="rId5" action="ppaction://hlinksldjump"/>
              <a:extLst>
                <a:ext uri="{FF2B5EF4-FFF2-40B4-BE49-F238E27FC236}">
                  <a16:creationId xmlns:a16="http://schemas.microsoft.com/office/drawing/2014/main" id="{F69E90D4-99A2-11A4-945A-51696A8FA3D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1" name="사각형: 둥근 모서리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4818B56E-D837-0186-DF97-DCD371173E6F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2" name="사각형: 둥근 모서리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E492B428-2237-EEF1-F6AB-0396DB11AE82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3" name="사각형: 둥근 모서리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4253A5AD-29B8-AE83-733E-309246B9B7DB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4" name="사각형: 둥근 모서리 23">
              <a:hlinkClick r:id="rId9" action="ppaction://hlinksldjump"/>
              <a:extLst>
                <a:ext uri="{FF2B5EF4-FFF2-40B4-BE49-F238E27FC236}">
                  <a16:creationId xmlns:a16="http://schemas.microsoft.com/office/drawing/2014/main" id="{836BACAC-5DBD-240C-5588-651F0E9DAE6F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5" name="사각형: 둥근 모서리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E2203ED0-3D45-1861-4D33-B711A3A81A90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0D96BD7-4042-22EA-CD34-82F8A8B443C9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FF855B0E-B70D-A935-1906-5FFF30EA744D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62458094-FCEC-6799-86EF-7B2FE41B409F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9" name="사각형: 둥근 모서리 28">
            <a:hlinkClick r:id="rId11" action="ppaction://hlinksldjump"/>
            <a:extLst>
              <a:ext uri="{FF2B5EF4-FFF2-40B4-BE49-F238E27FC236}">
                <a16:creationId xmlns:a16="http://schemas.microsoft.com/office/drawing/2014/main" id="{D6301168-59E0-6AFC-5C5A-86443790DDC6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pic>
        <p:nvPicPr>
          <p:cNvPr id="30" name="그림 29">
            <a:hlinkClick r:id="rId12" action="ppaction://hlinksldjump"/>
            <a:extLst>
              <a:ext uri="{FF2B5EF4-FFF2-40B4-BE49-F238E27FC236}">
                <a16:creationId xmlns:a16="http://schemas.microsoft.com/office/drawing/2014/main" id="{5281EDC0-568C-1C21-EC49-16103DEBF86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54" b="1"/>
          <a:stretch>
            <a:fillRect/>
          </a:stretch>
        </p:blipFill>
        <p:spPr>
          <a:xfrm>
            <a:off x="11232996" y="339158"/>
            <a:ext cx="626236" cy="635114"/>
          </a:xfrm>
          <a:prstGeom prst="rect">
            <a:avLst/>
          </a:prstGeom>
        </p:spPr>
      </p:pic>
      <p:pic>
        <p:nvPicPr>
          <p:cNvPr id="2" name="그림 1">
            <a:hlinkClick r:id="rId14" action="ppaction://hlinksldjump"/>
            <a:extLst>
              <a:ext uri="{FF2B5EF4-FFF2-40B4-BE49-F238E27FC236}">
                <a16:creationId xmlns:a16="http://schemas.microsoft.com/office/drawing/2014/main" id="{51131955-C3AA-E3FF-F72A-04B83BF2B2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71840" y="2660570"/>
            <a:ext cx="400920" cy="768430"/>
          </a:xfrm>
          <a:prstGeom prst="rect">
            <a:avLst/>
          </a:prstGeom>
        </p:spPr>
      </p:pic>
      <p:pic>
        <p:nvPicPr>
          <p:cNvPr id="3" name="그림 2">
            <a:hlinkClick r:id="rId16" action="ppaction://hlinksldjump"/>
            <a:extLst>
              <a:ext uri="{FF2B5EF4-FFF2-40B4-BE49-F238E27FC236}">
                <a16:creationId xmlns:a16="http://schemas.microsoft.com/office/drawing/2014/main" id="{C9E751E5-A47B-B24D-07CC-F49A8CA26A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450704" y="2660570"/>
            <a:ext cx="400920" cy="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0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84CDDB5F-F20F-4706-B03C-2DBF8AB41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02" y="511923"/>
            <a:ext cx="5964079" cy="54252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E30C0E-2931-44D3-BEE9-25EB87555911}"/>
              </a:ext>
            </a:extLst>
          </p:cNvPr>
          <p:cNvGrpSpPr/>
          <p:nvPr/>
        </p:nvGrpSpPr>
        <p:grpSpPr>
          <a:xfrm>
            <a:off x="3960635" y="5074556"/>
            <a:ext cx="4268965" cy="649044"/>
            <a:chOff x="3960635" y="5074556"/>
            <a:chExt cx="4268965" cy="649044"/>
          </a:xfrm>
        </p:grpSpPr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0F8AA4CD-C275-445E-8CA6-FC30D1580573}"/>
                </a:ext>
              </a:extLst>
            </p:cNvPr>
            <p:cNvSpPr/>
            <p:nvPr/>
          </p:nvSpPr>
          <p:spPr>
            <a:xfrm>
              <a:off x="3960635" y="5074556"/>
              <a:ext cx="4268965" cy="649044"/>
            </a:xfrm>
            <a:custGeom>
              <a:avLst/>
              <a:gdLst/>
              <a:ahLst/>
              <a:cxnLst/>
              <a:rect l="l" t="t" r="r" b="b"/>
              <a:pathLst>
                <a:path w="6887209" h="1047115">
                  <a:moveTo>
                    <a:pt x="6487017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647184"/>
                  </a:lnTo>
                  <a:lnTo>
                    <a:pt x="5258" y="711829"/>
                  </a:lnTo>
                  <a:lnTo>
                    <a:pt x="20475" y="773235"/>
                  </a:lnTo>
                  <a:lnTo>
                    <a:pt x="44810" y="830562"/>
                  </a:lnTo>
                  <a:lnTo>
                    <a:pt x="77423" y="882969"/>
                  </a:lnTo>
                  <a:lnTo>
                    <a:pt x="117475" y="929618"/>
                  </a:lnTo>
                  <a:lnTo>
                    <a:pt x="164125" y="969668"/>
                  </a:lnTo>
                  <a:lnTo>
                    <a:pt x="216534" y="1002280"/>
                  </a:lnTo>
                  <a:lnTo>
                    <a:pt x="273862" y="1026613"/>
                  </a:lnTo>
                  <a:lnTo>
                    <a:pt x="335268" y="1041829"/>
                  </a:lnTo>
                  <a:lnTo>
                    <a:pt x="399914" y="1047088"/>
                  </a:lnTo>
                  <a:lnTo>
                    <a:pt x="6487017" y="1047088"/>
                  </a:lnTo>
                  <a:lnTo>
                    <a:pt x="6551662" y="1041829"/>
                  </a:lnTo>
                  <a:lnTo>
                    <a:pt x="6613068" y="1026613"/>
                  </a:lnTo>
                  <a:lnTo>
                    <a:pt x="6670394" y="1002280"/>
                  </a:lnTo>
                  <a:lnTo>
                    <a:pt x="6722802" y="969668"/>
                  </a:lnTo>
                  <a:lnTo>
                    <a:pt x="6769450" y="929618"/>
                  </a:lnTo>
                  <a:lnTo>
                    <a:pt x="6809500" y="882969"/>
                  </a:lnTo>
                  <a:lnTo>
                    <a:pt x="6842112" y="830562"/>
                  </a:lnTo>
                  <a:lnTo>
                    <a:pt x="6866446" y="773235"/>
                  </a:lnTo>
                  <a:lnTo>
                    <a:pt x="6881662" y="711829"/>
                  </a:lnTo>
                  <a:lnTo>
                    <a:pt x="6886921" y="647184"/>
                  </a:lnTo>
                  <a:lnTo>
                    <a:pt x="6886921" y="399904"/>
                  </a:lnTo>
                  <a:lnTo>
                    <a:pt x="6881662" y="335261"/>
                  </a:lnTo>
                  <a:lnTo>
                    <a:pt x="6866446" y="273856"/>
                  </a:lnTo>
                  <a:lnTo>
                    <a:pt x="6842112" y="216530"/>
                  </a:lnTo>
                  <a:lnTo>
                    <a:pt x="6809500" y="164123"/>
                  </a:lnTo>
                  <a:lnTo>
                    <a:pt x="6769450" y="117474"/>
                  </a:lnTo>
                  <a:lnTo>
                    <a:pt x="6722802" y="77423"/>
                  </a:lnTo>
                  <a:lnTo>
                    <a:pt x="6670394" y="44810"/>
                  </a:lnTo>
                  <a:lnTo>
                    <a:pt x="6613068" y="20475"/>
                  </a:lnTo>
                  <a:lnTo>
                    <a:pt x="6551662" y="5258"/>
                  </a:lnTo>
                  <a:lnTo>
                    <a:pt x="648701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142CC2F-AF67-4CF1-8EF6-0E01187AD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469" y="5148350"/>
              <a:ext cx="542200" cy="540000"/>
            </a:xfrm>
            <a:prstGeom prst="rect">
              <a:avLst/>
            </a:prstGeom>
          </p:spPr>
        </p:pic>
      </p:grpSp>
      <p:sp>
        <p:nvSpPr>
          <p:cNvPr id="20" name="object 33">
            <a:extLst>
              <a:ext uri="{FF2B5EF4-FFF2-40B4-BE49-F238E27FC236}">
                <a16:creationId xmlns:a16="http://schemas.microsoft.com/office/drawing/2014/main" id="{16B34977-43CE-404A-9D29-DD87C47C7F1A}"/>
              </a:ext>
            </a:extLst>
          </p:cNvPr>
          <p:cNvSpPr/>
          <p:nvPr/>
        </p:nvSpPr>
        <p:spPr>
          <a:xfrm>
            <a:off x="4623948" y="5147425"/>
            <a:ext cx="2961387" cy="540925"/>
          </a:xfrm>
          <a:custGeom>
            <a:avLst/>
            <a:gdLst/>
            <a:ahLst/>
            <a:cxnLst/>
            <a:rect l="l" t="t" r="r" b="b"/>
            <a:pathLst>
              <a:path w="6887209" h="1047115">
                <a:moveTo>
                  <a:pt x="6487017" y="0"/>
                </a:moveTo>
                <a:lnTo>
                  <a:pt x="399914" y="0"/>
                </a:lnTo>
                <a:lnTo>
                  <a:pt x="367239" y="1332"/>
                </a:lnTo>
                <a:lnTo>
                  <a:pt x="304108" y="11675"/>
                </a:lnTo>
                <a:lnTo>
                  <a:pt x="244635" y="31555"/>
                </a:lnTo>
                <a:lnTo>
                  <a:pt x="189662" y="60134"/>
                </a:lnTo>
                <a:lnTo>
                  <a:pt x="140028" y="96571"/>
                </a:lnTo>
                <a:lnTo>
                  <a:pt x="96572" y="140026"/>
                </a:lnTo>
                <a:lnTo>
                  <a:pt x="60135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5" y="929618"/>
                </a:lnTo>
                <a:lnTo>
                  <a:pt x="164125" y="969668"/>
                </a:lnTo>
                <a:lnTo>
                  <a:pt x="216534" y="1002280"/>
                </a:lnTo>
                <a:lnTo>
                  <a:pt x="273862" y="1026613"/>
                </a:lnTo>
                <a:lnTo>
                  <a:pt x="335268" y="1041829"/>
                </a:lnTo>
                <a:lnTo>
                  <a:pt x="399914" y="1047088"/>
                </a:lnTo>
                <a:lnTo>
                  <a:pt x="6487017" y="1047088"/>
                </a:lnTo>
                <a:lnTo>
                  <a:pt x="6551662" y="1041829"/>
                </a:lnTo>
                <a:lnTo>
                  <a:pt x="6613068" y="1026613"/>
                </a:lnTo>
                <a:lnTo>
                  <a:pt x="6670394" y="1002280"/>
                </a:lnTo>
                <a:lnTo>
                  <a:pt x="6722802" y="969668"/>
                </a:lnTo>
                <a:lnTo>
                  <a:pt x="6769450" y="929618"/>
                </a:lnTo>
                <a:lnTo>
                  <a:pt x="6809500" y="882969"/>
                </a:lnTo>
                <a:lnTo>
                  <a:pt x="6842112" y="830562"/>
                </a:lnTo>
                <a:lnTo>
                  <a:pt x="6866446" y="773235"/>
                </a:lnTo>
                <a:lnTo>
                  <a:pt x="6881662" y="711829"/>
                </a:lnTo>
                <a:lnTo>
                  <a:pt x="6886921" y="647184"/>
                </a:lnTo>
                <a:lnTo>
                  <a:pt x="6886921" y="399904"/>
                </a:lnTo>
                <a:lnTo>
                  <a:pt x="6881662" y="335261"/>
                </a:lnTo>
                <a:lnTo>
                  <a:pt x="6866446" y="273856"/>
                </a:lnTo>
                <a:lnTo>
                  <a:pt x="6842112" y="216530"/>
                </a:lnTo>
                <a:lnTo>
                  <a:pt x="6809500" y="164123"/>
                </a:lnTo>
                <a:lnTo>
                  <a:pt x="6769450" y="117474"/>
                </a:lnTo>
                <a:lnTo>
                  <a:pt x="6722802" y="77423"/>
                </a:lnTo>
                <a:lnTo>
                  <a:pt x="6670394" y="44810"/>
                </a:lnTo>
                <a:lnTo>
                  <a:pt x="6613068" y="20475"/>
                </a:lnTo>
                <a:lnTo>
                  <a:pt x="6551662" y="5258"/>
                </a:lnTo>
                <a:lnTo>
                  <a:pt x="6487017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spc="-150" dirty="0">
                <a:solidFill>
                  <a:srgbClr val="CC210A"/>
                </a:solidFill>
                <a:latin typeface="맑은 고딕" panose="020B0503020000020004" pitchFamily="50" charset="-127"/>
              </a:rPr>
              <a:t>리듬</a:t>
            </a:r>
            <a:endParaRPr sz="32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D1F7973-C2AC-E8E4-A088-5888422DADC0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4" name="사각형: 둥근 모서리 13">
              <a:hlinkClick r:id="rId4" action="ppaction://hlinksldjump"/>
              <a:extLst>
                <a:ext uri="{FF2B5EF4-FFF2-40B4-BE49-F238E27FC236}">
                  <a16:creationId xmlns:a16="http://schemas.microsoft.com/office/drawing/2014/main" id="{FD0E8505-83E9-ADE2-7957-0BC04E148406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6" name="사각형: 둥근 모서리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F2F32CC6-AB57-0C31-F1AE-5E1E1029C16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9" name="사각형: 둥근 모서리 18">
              <a:hlinkClick r:id="rId6" action="ppaction://hlinksldjump"/>
              <a:extLst>
                <a:ext uri="{FF2B5EF4-FFF2-40B4-BE49-F238E27FC236}">
                  <a16:creationId xmlns:a16="http://schemas.microsoft.com/office/drawing/2014/main" id="{3488AA3C-FEC4-BF40-2CD7-432D927152F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2" name="사각형: 둥근 모서리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AF6ADA5A-D2AC-F17F-AC7A-3D60CF0653AD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3" name="사각형: 둥근 모서리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52C03C47-85CA-725B-95A6-573D5F345614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4" name="사각형: 둥근 모서리 23">
              <a:hlinkClick r:id="rId9" action="ppaction://hlinksldjump"/>
              <a:extLst>
                <a:ext uri="{FF2B5EF4-FFF2-40B4-BE49-F238E27FC236}">
                  <a16:creationId xmlns:a16="http://schemas.microsoft.com/office/drawing/2014/main" id="{D2BC97B1-189D-5FB3-FB33-47E475302647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5" name="사각형: 둥근 모서리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A6D154D4-C0DE-D8CA-F7F4-71BCD04ACF90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E1339812-4C92-09F2-EF3C-CD834B70838C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2F38193F-BAA6-D20A-0979-C21163917300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F01CABE9-4ACE-49FF-40D5-450307AAE50B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9" name="사각형: 둥근 모서리 28">
            <a:hlinkClick r:id="rId11" action="ppaction://hlinksldjump"/>
            <a:extLst>
              <a:ext uri="{FF2B5EF4-FFF2-40B4-BE49-F238E27FC236}">
                <a16:creationId xmlns:a16="http://schemas.microsoft.com/office/drawing/2014/main" id="{D0B37A36-869B-0B67-117E-D91F27F9C9CE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pic>
        <p:nvPicPr>
          <p:cNvPr id="30" name="그림 29">
            <a:hlinkClick r:id="rId12" action="ppaction://hlinksldjump"/>
            <a:extLst>
              <a:ext uri="{FF2B5EF4-FFF2-40B4-BE49-F238E27FC236}">
                <a16:creationId xmlns:a16="http://schemas.microsoft.com/office/drawing/2014/main" id="{393D1989-0A55-6E7F-E596-DD436FAE63C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54" b="1"/>
          <a:stretch>
            <a:fillRect/>
          </a:stretch>
        </p:blipFill>
        <p:spPr>
          <a:xfrm>
            <a:off x="11232996" y="339158"/>
            <a:ext cx="626236" cy="635114"/>
          </a:xfrm>
          <a:prstGeom prst="rect">
            <a:avLst/>
          </a:prstGeom>
        </p:spPr>
      </p:pic>
      <p:pic>
        <p:nvPicPr>
          <p:cNvPr id="2" name="그림 1">
            <a:hlinkClick r:id="rId14" action="ppaction://hlinksldjump"/>
            <a:extLst>
              <a:ext uri="{FF2B5EF4-FFF2-40B4-BE49-F238E27FC236}">
                <a16:creationId xmlns:a16="http://schemas.microsoft.com/office/drawing/2014/main" id="{1AD19656-9B35-BA94-25DB-6C1564DBC8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71840" y="2660570"/>
            <a:ext cx="400920" cy="768430"/>
          </a:xfrm>
          <a:prstGeom prst="rect">
            <a:avLst/>
          </a:prstGeom>
        </p:spPr>
      </p:pic>
      <p:pic>
        <p:nvPicPr>
          <p:cNvPr id="3" name="그림 2">
            <a:hlinkClick r:id="rId16" action="ppaction://hlinksldjump"/>
            <a:extLst>
              <a:ext uri="{FF2B5EF4-FFF2-40B4-BE49-F238E27FC236}">
                <a16:creationId xmlns:a16="http://schemas.microsoft.com/office/drawing/2014/main" id="{5E822D06-DC73-76F7-60CC-2982E150FA8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450704" y="2660570"/>
            <a:ext cx="400920" cy="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1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A6E3C57-8600-4FFE-827F-FA6538A9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02" y="523664"/>
            <a:ext cx="5964079" cy="54252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E30C0E-2931-44D3-BEE9-25EB87555911}"/>
              </a:ext>
            </a:extLst>
          </p:cNvPr>
          <p:cNvGrpSpPr/>
          <p:nvPr/>
        </p:nvGrpSpPr>
        <p:grpSpPr>
          <a:xfrm>
            <a:off x="3960635" y="5065031"/>
            <a:ext cx="4268965" cy="649044"/>
            <a:chOff x="3960635" y="5074556"/>
            <a:chExt cx="4268965" cy="649044"/>
          </a:xfrm>
        </p:grpSpPr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0F8AA4CD-C275-445E-8CA6-FC30D1580573}"/>
                </a:ext>
              </a:extLst>
            </p:cNvPr>
            <p:cNvSpPr/>
            <p:nvPr/>
          </p:nvSpPr>
          <p:spPr>
            <a:xfrm>
              <a:off x="3960635" y="5074556"/>
              <a:ext cx="4268965" cy="649044"/>
            </a:xfrm>
            <a:custGeom>
              <a:avLst/>
              <a:gdLst/>
              <a:ahLst/>
              <a:cxnLst/>
              <a:rect l="l" t="t" r="r" b="b"/>
              <a:pathLst>
                <a:path w="6887209" h="1047115">
                  <a:moveTo>
                    <a:pt x="6487017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647184"/>
                  </a:lnTo>
                  <a:lnTo>
                    <a:pt x="5258" y="711829"/>
                  </a:lnTo>
                  <a:lnTo>
                    <a:pt x="20475" y="773235"/>
                  </a:lnTo>
                  <a:lnTo>
                    <a:pt x="44810" y="830562"/>
                  </a:lnTo>
                  <a:lnTo>
                    <a:pt x="77423" y="882969"/>
                  </a:lnTo>
                  <a:lnTo>
                    <a:pt x="117475" y="929618"/>
                  </a:lnTo>
                  <a:lnTo>
                    <a:pt x="164125" y="969668"/>
                  </a:lnTo>
                  <a:lnTo>
                    <a:pt x="216534" y="1002280"/>
                  </a:lnTo>
                  <a:lnTo>
                    <a:pt x="273862" y="1026613"/>
                  </a:lnTo>
                  <a:lnTo>
                    <a:pt x="335268" y="1041829"/>
                  </a:lnTo>
                  <a:lnTo>
                    <a:pt x="399914" y="1047088"/>
                  </a:lnTo>
                  <a:lnTo>
                    <a:pt x="6487017" y="1047088"/>
                  </a:lnTo>
                  <a:lnTo>
                    <a:pt x="6551662" y="1041829"/>
                  </a:lnTo>
                  <a:lnTo>
                    <a:pt x="6613068" y="1026613"/>
                  </a:lnTo>
                  <a:lnTo>
                    <a:pt x="6670394" y="1002280"/>
                  </a:lnTo>
                  <a:lnTo>
                    <a:pt x="6722802" y="969668"/>
                  </a:lnTo>
                  <a:lnTo>
                    <a:pt x="6769450" y="929618"/>
                  </a:lnTo>
                  <a:lnTo>
                    <a:pt x="6809500" y="882969"/>
                  </a:lnTo>
                  <a:lnTo>
                    <a:pt x="6842112" y="830562"/>
                  </a:lnTo>
                  <a:lnTo>
                    <a:pt x="6866446" y="773235"/>
                  </a:lnTo>
                  <a:lnTo>
                    <a:pt x="6881662" y="711829"/>
                  </a:lnTo>
                  <a:lnTo>
                    <a:pt x="6886921" y="647184"/>
                  </a:lnTo>
                  <a:lnTo>
                    <a:pt x="6886921" y="399904"/>
                  </a:lnTo>
                  <a:lnTo>
                    <a:pt x="6881662" y="335261"/>
                  </a:lnTo>
                  <a:lnTo>
                    <a:pt x="6866446" y="273856"/>
                  </a:lnTo>
                  <a:lnTo>
                    <a:pt x="6842112" y="216530"/>
                  </a:lnTo>
                  <a:lnTo>
                    <a:pt x="6809500" y="164123"/>
                  </a:lnTo>
                  <a:lnTo>
                    <a:pt x="6769450" y="117474"/>
                  </a:lnTo>
                  <a:lnTo>
                    <a:pt x="6722802" y="77423"/>
                  </a:lnTo>
                  <a:lnTo>
                    <a:pt x="6670394" y="44810"/>
                  </a:lnTo>
                  <a:lnTo>
                    <a:pt x="6613068" y="20475"/>
                  </a:lnTo>
                  <a:lnTo>
                    <a:pt x="6551662" y="5258"/>
                  </a:lnTo>
                  <a:lnTo>
                    <a:pt x="648701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142CC2F-AF67-4CF1-8EF6-0E01187AD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469" y="5148350"/>
              <a:ext cx="542200" cy="540000"/>
            </a:xfrm>
            <a:prstGeom prst="rect">
              <a:avLst/>
            </a:prstGeom>
          </p:spPr>
        </p:pic>
      </p:grpSp>
      <p:sp>
        <p:nvSpPr>
          <p:cNvPr id="20" name="object 33">
            <a:extLst>
              <a:ext uri="{FF2B5EF4-FFF2-40B4-BE49-F238E27FC236}">
                <a16:creationId xmlns:a16="http://schemas.microsoft.com/office/drawing/2014/main" id="{16B34977-43CE-404A-9D29-DD87C47C7F1A}"/>
              </a:ext>
            </a:extLst>
          </p:cNvPr>
          <p:cNvSpPr/>
          <p:nvPr/>
        </p:nvSpPr>
        <p:spPr>
          <a:xfrm>
            <a:off x="4623948" y="5138825"/>
            <a:ext cx="2961387" cy="596516"/>
          </a:xfrm>
          <a:custGeom>
            <a:avLst/>
            <a:gdLst/>
            <a:ahLst/>
            <a:cxnLst/>
            <a:rect l="l" t="t" r="r" b="b"/>
            <a:pathLst>
              <a:path w="6887209" h="1047115">
                <a:moveTo>
                  <a:pt x="6487017" y="0"/>
                </a:moveTo>
                <a:lnTo>
                  <a:pt x="399914" y="0"/>
                </a:lnTo>
                <a:lnTo>
                  <a:pt x="367239" y="1332"/>
                </a:lnTo>
                <a:lnTo>
                  <a:pt x="304108" y="11675"/>
                </a:lnTo>
                <a:lnTo>
                  <a:pt x="244635" y="31555"/>
                </a:lnTo>
                <a:lnTo>
                  <a:pt x="189662" y="60134"/>
                </a:lnTo>
                <a:lnTo>
                  <a:pt x="140028" y="96571"/>
                </a:lnTo>
                <a:lnTo>
                  <a:pt x="96572" y="140026"/>
                </a:lnTo>
                <a:lnTo>
                  <a:pt x="60135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5" y="929618"/>
                </a:lnTo>
                <a:lnTo>
                  <a:pt x="164125" y="969668"/>
                </a:lnTo>
                <a:lnTo>
                  <a:pt x="216534" y="1002280"/>
                </a:lnTo>
                <a:lnTo>
                  <a:pt x="273862" y="1026613"/>
                </a:lnTo>
                <a:lnTo>
                  <a:pt x="335268" y="1041829"/>
                </a:lnTo>
                <a:lnTo>
                  <a:pt x="399914" y="1047088"/>
                </a:lnTo>
                <a:lnTo>
                  <a:pt x="6487017" y="1047088"/>
                </a:lnTo>
                <a:lnTo>
                  <a:pt x="6551662" y="1041829"/>
                </a:lnTo>
                <a:lnTo>
                  <a:pt x="6613068" y="1026613"/>
                </a:lnTo>
                <a:lnTo>
                  <a:pt x="6670394" y="1002280"/>
                </a:lnTo>
                <a:lnTo>
                  <a:pt x="6722802" y="969668"/>
                </a:lnTo>
                <a:lnTo>
                  <a:pt x="6769450" y="929618"/>
                </a:lnTo>
                <a:lnTo>
                  <a:pt x="6809500" y="882969"/>
                </a:lnTo>
                <a:lnTo>
                  <a:pt x="6842112" y="830562"/>
                </a:lnTo>
                <a:lnTo>
                  <a:pt x="6866446" y="773235"/>
                </a:lnTo>
                <a:lnTo>
                  <a:pt x="6881662" y="711829"/>
                </a:lnTo>
                <a:lnTo>
                  <a:pt x="6886921" y="647184"/>
                </a:lnTo>
                <a:lnTo>
                  <a:pt x="6886921" y="399904"/>
                </a:lnTo>
                <a:lnTo>
                  <a:pt x="6881662" y="335261"/>
                </a:lnTo>
                <a:lnTo>
                  <a:pt x="6866446" y="273856"/>
                </a:lnTo>
                <a:lnTo>
                  <a:pt x="6842112" y="216530"/>
                </a:lnTo>
                <a:lnTo>
                  <a:pt x="6809500" y="164123"/>
                </a:lnTo>
                <a:lnTo>
                  <a:pt x="6769450" y="117474"/>
                </a:lnTo>
                <a:lnTo>
                  <a:pt x="6722802" y="77423"/>
                </a:lnTo>
                <a:lnTo>
                  <a:pt x="6670394" y="44810"/>
                </a:lnTo>
                <a:lnTo>
                  <a:pt x="6613068" y="20475"/>
                </a:lnTo>
                <a:lnTo>
                  <a:pt x="6551662" y="5258"/>
                </a:lnTo>
                <a:lnTo>
                  <a:pt x="6487017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spc="-150" dirty="0">
                <a:solidFill>
                  <a:srgbClr val="CC210A"/>
                </a:solidFill>
                <a:latin typeface="맑은 고딕" panose="020B0503020000020004" pitchFamily="50" charset="-127"/>
              </a:rPr>
              <a:t>노랫말의 느낌</a:t>
            </a:r>
            <a:endParaRPr sz="32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C63DCB6-5D4E-C261-9C8D-132DF02144A7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6" name="사각형: 둥근 모서리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9AA9A905-6914-B1EC-F134-7E185EB60F54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" name="사각형: 둥근 모서리 18">
              <a:hlinkClick r:id="rId5" action="ppaction://hlinksldjump"/>
              <a:extLst>
                <a:ext uri="{FF2B5EF4-FFF2-40B4-BE49-F238E27FC236}">
                  <a16:creationId xmlns:a16="http://schemas.microsoft.com/office/drawing/2014/main" id="{6ECD9E96-14CF-7CFC-7B4A-A1E143E2C93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1" name="사각형: 둥근 모서리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3E8AA627-9C36-B991-77FE-514E209668D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2" name="사각형: 둥근 모서리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172F3C8E-0CBF-D441-9F50-779C2AC964F3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3" name="사각형: 둥근 모서리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27E73A02-4C90-72BA-4B0C-CF4CB475EE28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4" name="사각형: 둥근 모서리 23">
              <a:hlinkClick r:id="rId9" action="ppaction://hlinksldjump"/>
              <a:extLst>
                <a:ext uri="{FF2B5EF4-FFF2-40B4-BE49-F238E27FC236}">
                  <a16:creationId xmlns:a16="http://schemas.microsoft.com/office/drawing/2014/main" id="{76F85FF6-0224-770E-7A83-3AA2AE18F072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5" name="사각형: 둥근 모서리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50F36F5D-133C-D244-A1C1-96157C2B4A2D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BA371D8-56F6-F799-0FD5-18939FEA2550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B8996E75-A408-C5C3-B74E-3C5374636FA4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D7444296-A2CC-0A12-C981-FF02179FA05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9" name="사각형: 둥근 모서리 28">
            <a:hlinkClick r:id="rId11" action="ppaction://hlinksldjump"/>
            <a:extLst>
              <a:ext uri="{FF2B5EF4-FFF2-40B4-BE49-F238E27FC236}">
                <a16:creationId xmlns:a16="http://schemas.microsoft.com/office/drawing/2014/main" id="{4117E38B-2186-E870-7FCC-6D8C8074ADFC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  <p:pic>
        <p:nvPicPr>
          <p:cNvPr id="30" name="그림 29">
            <a:hlinkClick r:id="rId12" action="ppaction://hlinksldjump"/>
            <a:extLst>
              <a:ext uri="{FF2B5EF4-FFF2-40B4-BE49-F238E27FC236}">
                <a16:creationId xmlns:a16="http://schemas.microsoft.com/office/drawing/2014/main" id="{DF8E3BE0-FEC6-A55B-8991-B92C66E3B16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54" b="1"/>
          <a:stretch>
            <a:fillRect/>
          </a:stretch>
        </p:blipFill>
        <p:spPr>
          <a:xfrm>
            <a:off x="11232996" y="339158"/>
            <a:ext cx="626236" cy="635114"/>
          </a:xfrm>
          <a:prstGeom prst="rect">
            <a:avLst/>
          </a:prstGeom>
        </p:spPr>
      </p:pic>
      <p:pic>
        <p:nvPicPr>
          <p:cNvPr id="3" name="그림 2">
            <a:hlinkClick r:id="rId14" action="ppaction://hlinksldjump"/>
            <a:extLst>
              <a:ext uri="{FF2B5EF4-FFF2-40B4-BE49-F238E27FC236}">
                <a16:creationId xmlns:a16="http://schemas.microsoft.com/office/drawing/2014/main" id="{AC3FE468-0C67-F2D1-9D1B-A93EF057CF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450704" y="2660570"/>
            <a:ext cx="400920" cy="768430"/>
          </a:xfrm>
          <a:prstGeom prst="rect">
            <a:avLst/>
          </a:prstGeom>
        </p:spPr>
      </p:pic>
      <p:sp>
        <p:nvSpPr>
          <p:cNvPr id="5" name="직사각형 4">
            <a:hlinkClick r:id="rId16" action="ppaction://hlinksldjump"/>
            <a:extLst>
              <a:ext uri="{FF2B5EF4-FFF2-40B4-BE49-F238E27FC236}">
                <a16:creationId xmlns:a16="http://schemas.microsoft.com/office/drawing/2014/main" id="{44DAE37A-7A0D-A83C-5539-2980991D9982}"/>
              </a:ext>
            </a:extLst>
          </p:cNvPr>
          <p:cNvSpPr/>
          <p:nvPr/>
        </p:nvSpPr>
        <p:spPr>
          <a:xfrm>
            <a:off x="9155359" y="1096144"/>
            <a:ext cx="2788636" cy="49525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3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115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00" dirty="0">
                <a:latin typeface="맑은 고딕" panose="020B0503020000020004" pitchFamily="50" charset="-127"/>
              </a:rPr>
              <a:t>친구의 노래를 듣고 잘한 점과 노력할 점을 이야기해 봅시다</a:t>
            </a:r>
            <a:r>
              <a:rPr lang="en-US" altLang="ko-KR" sz="3200" b="1" spc="-200" dirty="0">
                <a:latin typeface="맑은 고딕" panose="020B0503020000020004" pitchFamily="50" charset="-127"/>
              </a:rPr>
              <a:t>.</a:t>
            </a:r>
            <a:endParaRPr lang="en-US" altLang="ko-KR" sz="3200" b="1" spc="-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BA2260-D08A-4574-8DB5-6EECBC9F9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801" y="1345370"/>
            <a:ext cx="9547750" cy="430510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7847A182-2673-E3A4-27BC-38ADD130FA74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6" name="사각형: 둥근 모서리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646E78CD-691F-313D-F942-B4408569BE04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7" name="사각형: 둥근 모서리 16">
              <a:hlinkClick r:id="rId5" action="ppaction://hlinksldjump"/>
              <a:extLst>
                <a:ext uri="{FF2B5EF4-FFF2-40B4-BE49-F238E27FC236}">
                  <a16:creationId xmlns:a16="http://schemas.microsoft.com/office/drawing/2014/main" id="{76CD9BAC-C3F9-E257-A0EE-107722D2B388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9" name="사각형: 둥근 모서리 18">
              <a:hlinkClick r:id="rId6" action="ppaction://hlinksldjump"/>
              <a:extLst>
                <a:ext uri="{FF2B5EF4-FFF2-40B4-BE49-F238E27FC236}">
                  <a16:creationId xmlns:a16="http://schemas.microsoft.com/office/drawing/2014/main" id="{155905DC-5B10-625D-3ABE-B62830042592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0" name="사각형: 둥근 모서리 19">
              <a:hlinkClick r:id="rId7" action="ppaction://hlinksldjump"/>
              <a:extLst>
                <a:ext uri="{FF2B5EF4-FFF2-40B4-BE49-F238E27FC236}">
                  <a16:creationId xmlns:a16="http://schemas.microsoft.com/office/drawing/2014/main" id="{0170A6E9-9A3D-E46E-DE44-BE5C193266A3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1" name="사각형: 둥근 모서리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942C2317-150F-FF44-5921-85ADE3C2CD67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2" name="사각형: 둥근 모서리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CA3E97EE-A53E-0A67-E91E-50F0270A1F90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9" name="사각형: 둥근 모서리 28">
              <a:hlinkClick r:id="rId10" action="ppaction://hlinksldjump"/>
              <a:extLst>
                <a:ext uri="{FF2B5EF4-FFF2-40B4-BE49-F238E27FC236}">
                  <a16:creationId xmlns:a16="http://schemas.microsoft.com/office/drawing/2014/main" id="{42E9977D-02A8-5337-2F26-A62CF77D0F11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7364C945-4140-B44F-4A22-DE613C25A53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C8F1F8FF-1DC3-F6B4-48C6-129F587A4F0D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26B92977-F79E-932F-2434-B973DF941BE8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8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38" name="사각형: 둥근 모서리 37">
            <a:hlinkClick r:id="rId11" action="ppaction://hlinksldjump"/>
            <a:extLst>
              <a:ext uri="{FF2B5EF4-FFF2-40B4-BE49-F238E27FC236}">
                <a16:creationId xmlns:a16="http://schemas.microsoft.com/office/drawing/2014/main" id="{682E6FBF-945F-9B3B-33EB-10B9CC5BB2B4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1044908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CE2A1-E49A-40B7-8FBE-34E7A3FC9298}"/>
              </a:ext>
            </a:extLst>
          </p:cNvPr>
          <p:cNvSpPr txBox="1"/>
          <p:nvPr/>
        </p:nvSpPr>
        <p:spPr>
          <a:xfrm>
            <a:off x="1173375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친구들 앞에서 발표한 소감을 이야기해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47965-9AB6-4002-83C2-C7CF188AF603}"/>
              </a:ext>
            </a:extLst>
          </p:cNvPr>
          <p:cNvSpPr txBox="1"/>
          <p:nvPr/>
        </p:nvSpPr>
        <p:spPr>
          <a:xfrm>
            <a:off x="6012979" y="744020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그림을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70F601F-B9A3-4249-B440-F4F4C3CEFD79}"/>
              </a:ext>
            </a:extLst>
          </p:cNvPr>
          <p:cNvGrpSpPr/>
          <p:nvPr/>
        </p:nvGrpSpPr>
        <p:grpSpPr>
          <a:xfrm>
            <a:off x="1986307" y="3039130"/>
            <a:ext cx="8241746" cy="3380377"/>
            <a:chOff x="3350683" y="5015554"/>
            <a:chExt cx="13402733" cy="5497172"/>
          </a:xfrm>
        </p:grpSpPr>
        <p:sp>
          <p:nvSpPr>
            <p:cNvPr id="21" name="object 27">
              <a:extLst>
                <a:ext uri="{FF2B5EF4-FFF2-40B4-BE49-F238E27FC236}">
                  <a16:creationId xmlns:a16="http://schemas.microsoft.com/office/drawing/2014/main" id="{3E3FEEC0-3E08-430A-B65A-37A80E1487EF}"/>
                </a:ext>
              </a:extLst>
            </p:cNvPr>
            <p:cNvSpPr/>
            <p:nvPr/>
          </p:nvSpPr>
          <p:spPr>
            <a:xfrm>
              <a:off x="3350683" y="5907233"/>
              <a:ext cx="13402733" cy="4605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8">
              <a:extLst>
                <a:ext uri="{FF2B5EF4-FFF2-40B4-BE49-F238E27FC236}">
                  <a16:creationId xmlns:a16="http://schemas.microsoft.com/office/drawing/2014/main" id="{8199ED2E-A693-4519-B892-ECC98BC10179}"/>
                </a:ext>
              </a:extLst>
            </p:cNvPr>
            <p:cNvSpPr/>
            <p:nvPr/>
          </p:nvSpPr>
          <p:spPr>
            <a:xfrm>
              <a:off x="3350683" y="5015554"/>
              <a:ext cx="13402733" cy="54971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9">
              <a:extLst>
                <a:ext uri="{FF2B5EF4-FFF2-40B4-BE49-F238E27FC236}">
                  <a16:creationId xmlns:a16="http://schemas.microsoft.com/office/drawing/2014/main" id="{CA98AF10-39A9-499A-B839-9B31801EE4D9}"/>
                </a:ext>
              </a:extLst>
            </p:cNvPr>
            <p:cNvSpPr/>
            <p:nvPr/>
          </p:nvSpPr>
          <p:spPr>
            <a:xfrm>
              <a:off x="6325379" y="7006226"/>
              <a:ext cx="911300" cy="6096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30">
              <a:extLst>
                <a:ext uri="{FF2B5EF4-FFF2-40B4-BE49-F238E27FC236}">
                  <a16:creationId xmlns:a16="http://schemas.microsoft.com/office/drawing/2014/main" id="{538C0333-D336-43B7-AF57-DF62C0863E3B}"/>
                </a:ext>
              </a:extLst>
            </p:cNvPr>
            <p:cNvSpPr/>
            <p:nvPr/>
          </p:nvSpPr>
          <p:spPr>
            <a:xfrm>
              <a:off x="6325379" y="7055992"/>
              <a:ext cx="684293" cy="41057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4E411499-3FD3-4612-A883-A63BDA57760B}"/>
                </a:ext>
              </a:extLst>
            </p:cNvPr>
            <p:cNvSpPr/>
            <p:nvPr/>
          </p:nvSpPr>
          <p:spPr>
            <a:xfrm>
              <a:off x="9673244" y="7006226"/>
              <a:ext cx="1190728" cy="60964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4DFFC412-8A7F-486D-86D6-EC513DBB4BD9}"/>
                </a:ext>
              </a:extLst>
            </p:cNvPr>
            <p:cNvSpPr/>
            <p:nvPr/>
          </p:nvSpPr>
          <p:spPr>
            <a:xfrm>
              <a:off x="9883709" y="7105762"/>
              <a:ext cx="671845" cy="2115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3">
              <a:extLst>
                <a:ext uri="{FF2B5EF4-FFF2-40B4-BE49-F238E27FC236}">
                  <a16:creationId xmlns:a16="http://schemas.microsoft.com/office/drawing/2014/main" id="{72692706-5B6D-417B-9B02-7D24385150C8}"/>
                </a:ext>
              </a:extLst>
            </p:cNvPr>
            <p:cNvSpPr/>
            <p:nvPr/>
          </p:nvSpPr>
          <p:spPr>
            <a:xfrm>
              <a:off x="13487976" y="7006226"/>
              <a:ext cx="613461" cy="60964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4">
              <a:extLst>
                <a:ext uri="{FF2B5EF4-FFF2-40B4-BE49-F238E27FC236}">
                  <a16:creationId xmlns:a16="http://schemas.microsoft.com/office/drawing/2014/main" id="{3869A42B-B523-4727-AE14-38C73BA328AA}"/>
                </a:ext>
              </a:extLst>
            </p:cNvPr>
            <p:cNvSpPr/>
            <p:nvPr/>
          </p:nvSpPr>
          <p:spPr>
            <a:xfrm>
              <a:off x="13591330" y="7031108"/>
              <a:ext cx="460342" cy="27371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A0251BE-8427-45D9-AD0D-894ADB9F0392}"/>
              </a:ext>
            </a:extLst>
          </p:cNvPr>
          <p:cNvGrpSpPr/>
          <p:nvPr/>
        </p:nvGrpSpPr>
        <p:grpSpPr>
          <a:xfrm>
            <a:off x="1560999" y="1321891"/>
            <a:ext cx="2633955" cy="1789335"/>
            <a:chOff x="1560999" y="1321891"/>
            <a:chExt cx="2633955" cy="1789335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05455121-2F04-4433-8D29-A2AB5CD03A0D}"/>
                </a:ext>
              </a:extLst>
            </p:cNvPr>
            <p:cNvGrpSpPr/>
            <p:nvPr/>
          </p:nvGrpSpPr>
          <p:grpSpPr>
            <a:xfrm>
              <a:off x="1561239" y="1321891"/>
              <a:ext cx="2633715" cy="1789335"/>
              <a:chOff x="1738169" y="2164858"/>
              <a:chExt cx="4804410" cy="3276426"/>
            </a:xfrm>
          </p:grpSpPr>
          <p:sp>
            <p:nvSpPr>
              <p:cNvPr id="52" name="object 52">
                <a:extLst>
                  <a:ext uri="{FF2B5EF4-FFF2-40B4-BE49-F238E27FC236}">
                    <a16:creationId xmlns:a16="http://schemas.microsoft.com/office/drawing/2014/main" id="{9EDD74DD-C018-4CF4-BBAC-7AF061292BC1}"/>
                  </a:ext>
                </a:extLst>
              </p:cNvPr>
              <p:cNvSpPr/>
              <p:nvPr/>
            </p:nvSpPr>
            <p:spPr>
              <a:xfrm>
                <a:off x="1738169" y="2164858"/>
                <a:ext cx="4804410" cy="2806065"/>
              </a:xfrm>
              <a:custGeom>
                <a:avLst/>
                <a:gdLst/>
                <a:ahLst/>
                <a:cxnLst/>
                <a:rect l="l" t="t" r="r" b="b"/>
                <a:pathLst>
                  <a:path w="4804409" h="2806065">
                    <a:moveTo>
                      <a:pt x="3756702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1758407"/>
                    </a:lnTo>
                    <a:lnTo>
                      <a:pt x="3488" y="1843960"/>
                    </a:lnTo>
                    <a:lnTo>
                      <a:pt x="13769" y="1927669"/>
                    </a:lnTo>
                    <a:lnTo>
                      <a:pt x="30568" y="2009256"/>
                    </a:lnTo>
                    <a:lnTo>
                      <a:pt x="53610" y="2088449"/>
                    </a:lnTo>
                    <a:lnTo>
                      <a:pt x="82621" y="2164972"/>
                    </a:lnTo>
                    <a:lnTo>
                      <a:pt x="117326" y="2238549"/>
                    </a:lnTo>
                    <a:lnTo>
                      <a:pt x="157449" y="2308907"/>
                    </a:lnTo>
                    <a:lnTo>
                      <a:pt x="202716" y="2375770"/>
                    </a:lnTo>
                    <a:lnTo>
                      <a:pt x="252852" y="2438864"/>
                    </a:lnTo>
                    <a:lnTo>
                      <a:pt x="307582" y="2497913"/>
                    </a:lnTo>
                    <a:lnTo>
                      <a:pt x="366631" y="2552643"/>
                    </a:lnTo>
                    <a:lnTo>
                      <a:pt x="429725" y="2602779"/>
                    </a:lnTo>
                    <a:lnTo>
                      <a:pt x="496588" y="2648046"/>
                    </a:lnTo>
                    <a:lnTo>
                      <a:pt x="566946" y="2688169"/>
                    </a:lnTo>
                    <a:lnTo>
                      <a:pt x="640523" y="2722873"/>
                    </a:lnTo>
                    <a:lnTo>
                      <a:pt x="717046" y="2751884"/>
                    </a:lnTo>
                    <a:lnTo>
                      <a:pt x="796238" y="2774927"/>
                    </a:lnTo>
                    <a:lnTo>
                      <a:pt x="877826" y="2791726"/>
                    </a:lnTo>
                    <a:lnTo>
                      <a:pt x="961534" y="2802007"/>
                    </a:lnTo>
                    <a:lnTo>
                      <a:pt x="1047088" y="2805495"/>
                    </a:lnTo>
                    <a:lnTo>
                      <a:pt x="3756702" y="2805495"/>
                    </a:lnTo>
                    <a:lnTo>
                      <a:pt x="3842256" y="2802007"/>
                    </a:lnTo>
                    <a:lnTo>
                      <a:pt x="3925964" y="2791726"/>
                    </a:lnTo>
                    <a:lnTo>
                      <a:pt x="4007552" y="2774927"/>
                    </a:lnTo>
                    <a:lnTo>
                      <a:pt x="4086744" y="2751884"/>
                    </a:lnTo>
                    <a:lnTo>
                      <a:pt x="4163267" y="2722873"/>
                    </a:lnTo>
                    <a:lnTo>
                      <a:pt x="4236844" y="2688169"/>
                    </a:lnTo>
                    <a:lnTo>
                      <a:pt x="4307202" y="2648046"/>
                    </a:lnTo>
                    <a:lnTo>
                      <a:pt x="4374065" y="2602779"/>
                    </a:lnTo>
                    <a:lnTo>
                      <a:pt x="4437159" y="2552643"/>
                    </a:lnTo>
                    <a:lnTo>
                      <a:pt x="4496208" y="2497913"/>
                    </a:lnTo>
                    <a:lnTo>
                      <a:pt x="4550938" y="2438864"/>
                    </a:lnTo>
                    <a:lnTo>
                      <a:pt x="4601074" y="2375770"/>
                    </a:lnTo>
                    <a:lnTo>
                      <a:pt x="4646341" y="2308907"/>
                    </a:lnTo>
                    <a:lnTo>
                      <a:pt x="4686464" y="2238549"/>
                    </a:lnTo>
                    <a:lnTo>
                      <a:pt x="4721169" y="2164972"/>
                    </a:lnTo>
                    <a:lnTo>
                      <a:pt x="4750179" y="2088449"/>
                    </a:lnTo>
                    <a:lnTo>
                      <a:pt x="4773222" y="2009256"/>
                    </a:lnTo>
                    <a:lnTo>
                      <a:pt x="4790021" y="1927669"/>
                    </a:lnTo>
                    <a:lnTo>
                      <a:pt x="4800302" y="1843960"/>
                    </a:lnTo>
                    <a:lnTo>
                      <a:pt x="4803790" y="1758407"/>
                    </a:lnTo>
                    <a:lnTo>
                      <a:pt x="4803790" y="1047088"/>
                    </a:lnTo>
                    <a:lnTo>
                      <a:pt x="4800302" y="961534"/>
                    </a:lnTo>
                    <a:lnTo>
                      <a:pt x="4790021" y="877826"/>
                    </a:lnTo>
                    <a:lnTo>
                      <a:pt x="4773222" y="796238"/>
                    </a:lnTo>
                    <a:lnTo>
                      <a:pt x="4750179" y="717046"/>
                    </a:lnTo>
                    <a:lnTo>
                      <a:pt x="4721169" y="640523"/>
                    </a:lnTo>
                    <a:lnTo>
                      <a:pt x="4686464" y="566946"/>
                    </a:lnTo>
                    <a:lnTo>
                      <a:pt x="4646341" y="496588"/>
                    </a:lnTo>
                    <a:lnTo>
                      <a:pt x="4601074" y="429725"/>
                    </a:lnTo>
                    <a:lnTo>
                      <a:pt x="4550938" y="366631"/>
                    </a:lnTo>
                    <a:lnTo>
                      <a:pt x="4496208" y="307582"/>
                    </a:lnTo>
                    <a:lnTo>
                      <a:pt x="4437159" y="252852"/>
                    </a:lnTo>
                    <a:lnTo>
                      <a:pt x="4374065" y="202716"/>
                    </a:lnTo>
                    <a:lnTo>
                      <a:pt x="4307202" y="157449"/>
                    </a:lnTo>
                    <a:lnTo>
                      <a:pt x="4236844" y="117326"/>
                    </a:lnTo>
                    <a:lnTo>
                      <a:pt x="4163267" y="82621"/>
                    </a:lnTo>
                    <a:lnTo>
                      <a:pt x="4086744" y="53610"/>
                    </a:lnTo>
                    <a:lnTo>
                      <a:pt x="4007552" y="30568"/>
                    </a:lnTo>
                    <a:lnTo>
                      <a:pt x="3925964" y="13769"/>
                    </a:lnTo>
                    <a:lnTo>
                      <a:pt x="3842256" y="3488"/>
                    </a:lnTo>
                    <a:lnTo>
                      <a:pt x="3756702" y="0"/>
                    </a:lnTo>
                    <a:close/>
                  </a:path>
                </a:pathLst>
              </a:custGeom>
              <a:solidFill>
                <a:srgbClr val="EAF2B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3">
                <a:extLst>
                  <a:ext uri="{FF2B5EF4-FFF2-40B4-BE49-F238E27FC236}">
                    <a16:creationId xmlns:a16="http://schemas.microsoft.com/office/drawing/2014/main" id="{3C1B779F-C074-45BA-8527-FDAA4B7C5562}"/>
                  </a:ext>
                </a:extLst>
              </p:cNvPr>
              <p:cNvSpPr/>
              <p:nvPr/>
            </p:nvSpPr>
            <p:spPr>
              <a:xfrm>
                <a:off x="4461238" y="4879309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60" h="561975">
                    <a:moveTo>
                      <a:pt x="0" y="0"/>
                    </a:moveTo>
                    <a:lnTo>
                      <a:pt x="124313" y="127695"/>
                    </a:lnTo>
                    <a:lnTo>
                      <a:pt x="177845" y="182000"/>
                    </a:lnTo>
                    <a:lnTo>
                      <a:pt x="226514" y="230506"/>
                    </a:lnTo>
                    <a:lnTo>
                      <a:pt x="270985" y="273634"/>
                    </a:lnTo>
                    <a:lnTo>
                      <a:pt x="311920" y="311803"/>
                    </a:lnTo>
                    <a:lnTo>
                      <a:pt x="349987" y="345437"/>
                    </a:lnTo>
                    <a:lnTo>
                      <a:pt x="385848" y="374955"/>
                    </a:lnTo>
                    <a:lnTo>
                      <a:pt x="420168" y="400778"/>
                    </a:lnTo>
                    <a:lnTo>
                      <a:pt x="453613" y="423328"/>
                    </a:lnTo>
                    <a:lnTo>
                      <a:pt x="486846" y="443026"/>
                    </a:lnTo>
                    <a:lnTo>
                      <a:pt x="555335" y="475550"/>
                    </a:lnTo>
                    <a:lnTo>
                      <a:pt x="591921" y="489218"/>
                    </a:lnTo>
                    <a:lnTo>
                      <a:pt x="630954" y="501718"/>
                    </a:lnTo>
                    <a:lnTo>
                      <a:pt x="673097" y="513471"/>
                    </a:lnTo>
                    <a:lnTo>
                      <a:pt x="719017" y="524899"/>
                    </a:lnTo>
                    <a:lnTo>
                      <a:pt x="769377" y="536422"/>
                    </a:lnTo>
                    <a:lnTo>
                      <a:pt x="886077" y="561438"/>
                    </a:lnTo>
                    <a:lnTo>
                      <a:pt x="875762" y="554216"/>
                    </a:lnTo>
                    <a:lnTo>
                      <a:pt x="866345" y="547354"/>
                    </a:lnTo>
                    <a:lnTo>
                      <a:pt x="833995" y="515639"/>
                    </a:lnTo>
                    <a:lnTo>
                      <a:pt x="810173" y="476355"/>
                    </a:lnTo>
                    <a:lnTo>
                      <a:pt x="791746" y="436886"/>
                    </a:lnTo>
                    <a:lnTo>
                      <a:pt x="769569" y="383121"/>
                    </a:lnTo>
                    <a:lnTo>
                      <a:pt x="742132" y="311803"/>
                    </a:lnTo>
                    <a:lnTo>
                      <a:pt x="726058" y="268785"/>
                    </a:lnTo>
                    <a:lnTo>
                      <a:pt x="708088" y="220116"/>
                    </a:lnTo>
                    <a:lnTo>
                      <a:pt x="688078" y="165513"/>
                    </a:lnTo>
                    <a:lnTo>
                      <a:pt x="641205" y="36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2B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EDB4AAD-7002-49EB-A775-038A134A7513}"/>
                </a:ext>
              </a:extLst>
            </p:cNvPr>
            <p:cNvSpPr txBox="1"/>
            <p:nvPr/>
          </p:nvSpPr>
          <p:spPr>
            <a:xfrm>
              <a:off x="1560999" y="1415953"/>
              <a:ext cx="2633715" cy="136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여러 가지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음악의 특징을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알게 되었어요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F912E9A-5C50-4542-8F7D-2595C44122CD}"/>
              </a:ext>
            </a:extLst>
          </p:cNvPr>
          <p:cNvGrpSpPr/>
          <p:nvPr/>
        </p:nvGrpSpPr>
        <p:grpSpPr>
          <a:xfrm>
            <a:off x="4434512" y="1328002"/>
            <a:ext cx="2805916" cy="1783224"/>
            <a:chOff x="4434512" y="1328002"/>
            <a:chExt cx="2805916" cy="1783224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E504060-1B34-46B5-A9CF-D83D54896FCD}"/>
                </a:ext>
              </a:extLst>
            </p:cNvPr>
            <p:cNvGrpSpPr/>
            <p:nvPr/>
          </p:nvGrpSpPr>
          <p:grpSpPr>
            <a:xfrm>
              <a:off x="4434753" y="1328002"/>
              <a:ext cx="2805675" cy="1783224"/>
              <a:chOff x="6980019" y="2176048"/>
              <a:chExt cx="5118100" cy="3265236"/>
            </a:xfrm>
          </p:grpSpPr>
          <p:sp>
            <p:nvSpPr>
              <p:cNvPr id="54" name="object 44">
                <a:extLst>
                  <a:ext uri="{FF2B5EF4-FFF2-40B4-BE49-F238E27FC236}">
                    <a16:creationId xmlns:a16="http://schemas.microsoft.com/office/drawing/2014/main" id="{5258FB3A-D55C-41D5-AB7C-8E131E49F4DC}"/>
                  </a:ext>
                </a:extLst>
              </p:cNvPr>
              <p:cNvSpPr/>
              <p:nvPr/>
            </p:nvSpPr>
            <p:spPr>
              <a:xfrm>
                <a:off x="6980019" y="2176048"/>
                <a:ext cx="5118100" cy="2806065"/>
              </a:xfrm>
              <a:custGeom>
                <a:avLst/>
                <a:gdLst/>
                <a:ahLst/>
                <a:cxnLst/>
                <a:rect l="l" t="t" r="r" b="b"/>
                <a:pathLst>
                  <a:path w="5118100" h="2806065">
                    <a:moveTo>
                      <a:pt x="4070828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1758407"/>
                    </a:lnTo>
                    <a:lnTo>
                      <a:pt x="3488" y="1843960"/>
                    </a:lnTo>
                    <a:lnTo>
                      <a:pt x="13769" y="1927669"/>
                    </a:lnTo>
                    <a:lnTo>
                      <a:pt x="30568" y="2009256"/>
                    </a:lnTo>
                    <a:lnTo>
                      <a:pt x="53610" y="2088449"/>
                    </a:lnTo>
                    <a:lnTo>
                      <a:pt x="82621" y="2164972"/>
                    </a:lnTo>
                    <a:lnTo>
                      <a:pt x="117326" y="2238549"/>
                    </a:lnTo>
                    <a:lnTo>
                      <a:pt x="157449" y="2308907"/>
                    </a:lnTo>
                    <a:lnTo>
                      <a:pt x="202716" y="2375770"/>
                    </a:lnTo>
                    <a:lnTo>
                      <a:pt x="252852" y="2438864"/>
                    </a:lnTo>
                    <a:lnTo>
                      <a:pt x="307582" y="2497913"/>
                    </a:lnTo>
                    <a:lnTo>
                      <a:pt x="366631" y="2552643"/>
                    </a:lnTo>
                    <a:lnTo>
                      <a:pt x="429725" y="2602779"/>
                    </a:lnTo>
                    <a:lnTo>
                      <a:pt x="496588" y="2648046"/>
                    </a:lnTo>
                    <a:lnTo>
                      <a:pt x="566946" y="2688169"/>
                    </a:lnTo>
                    <a:lnTo>
                      <a:pt x="640523" y="2722873"/>
                    </a:lnTo>
                    <a:lnTo>
                      <a:pt x="717046" y="2751884"/>
                    </a:lnTo>
                    <a:lnTo>
                      <a:pt x="796238" y="2774927"/>
                    </a:lnTo>
                    <a:lnTo>
                      <a:pt x="877826" y="2791726"/>
                    </a:lnTo>
                    <a:lnTo>
                      <a:pt x="961534" y="2802007"/>
                    </a:lnTo>
                    <a:lnTo>
                      <a:pt x="1047088" y="2805495"/>
                    </a:lnTo>
                    <a:lnTo>
                      <a:pt x="4070828" y="2805495"/>
                    </a:lnTo>
                    <a:lnTo>
                      <a:pt x="4156382" y="2802007"/>
                    </a:lnTo>
                    <a:lnTo>
                      <a:pt x="4240090" y="2791726"/>
                    </a:lnTo>
                    <a:lnTo>
                      <a:pt x="4321678" y="2774927"/>
                    </a:lnTo>
                    <a:lnTo>
                      <a:pt x="4400871" y="2751884"/>
                    </a:lnTo>
                    <a:lnTo>
                      <a:pt x="4477393" y="2722873"/>
                    </a:lnTo>
                    <a:lnTo>
                      <a:pt x="4550971" y="2688169"/>
                    </a:lnTo>
                    <a:lnTo>
                      <a:pt x="4621329" y="2648046"/>
                    </a:lnTo>
                    <a:lnTo>
                      <a:pt x="4688192" y="2602779"/>
                    </a:lnTo>
                    <a:lnTo>
                      <a:pt x="4751285" y="2552643"/>
                    </a:lnTo>
                    <a:lnTo>
                      <a:pt x="4810335" y="2497913"/>
                    </a:lnTo>
                    <a:lnTo>
                      <a:pt x="4865065" y="2438864"/>
                    </a:lnTo>
                    <a:lnTo>
                      <a:pt x="4915201" y="2375770"/>
                    </a:lnTo>
                    <a:lnTo>
                      <a:pt x="4960468" y="2308907"/>
                    </a:lnTo>
                    <a:lnTo>
                      <a:pt x="5000591" y="2238549"/>
                    </a:lnTo>
                    <a:lnTo>
                      <a:pt x="5035295" y="2164972"/>
                    </a:lnTo>
                    <a:lnTo>
                      <a:pt x="5064306" y="2088449"/>
                    </a:lnTo>
                    <a:lnTo>
                      <a:pt x="5087349" y="2009256"/>
                    </a:lnTo>
                    <a:lnTo>
                      <a:pt x="5104148" y="1927669"/>
                    </a:lnTo>
                    <a:lnTo>
                      <a:pt x="5114429" y="1843960"/>
                    </a:lnTo>
                    <a:lnTo>
                      <a:pt x="5117917" y="1758407"/>
                    </a:lnTo>
                    <a:lnTo>
                      <a:pt x="5117917" y="1047088"/>
                    </a:lnTo>
                    <a:lnTo>
                      <a:pt x="5114429" y="961534"/>
                    </a:lnTo>
                    <a:lnTo>
                      <a:pt x="5104148" y="877826"/>
                    </a:lnTo>
                    <a:lnTo>
                      <a:pt x="5087349" y="796238"/>
                    </a:lnTo>
                    <a:lnTo>
                      <a:pt x="5064306" y="717046"/>
                    </a:lnTo>
                    <a:lnTo>
                      <a:pt x="5035295" y="640523"/>
                    </a:lnTo>
                    <a:lnTo>
                      <a:pt x="5000591" y="566946"/>
                    </a:lnTo>
                    <a:lnTo>
                      <a:pt x="4960468" y="496588"/>
                    </a:lnTo>
                    <a:lnTo>
                      <a:pt x="4915201" y="429725"/>
                    </a:lnTo>
                    <a:lnTo>
                      <a:pt x="4865065" y="366631"/>
                    </a:lnTo>
                    <a:lnTo>
                      <a:pt x="4810335" y="307582"/>
                    </a:lnTo>
                    <a:lnTo>
                      <a:pt x="4751285" y="252852"/>
                    </a:lnTo>
                    <a:lnTo>
                      <a:pt x="4688192" y="202716"/>
                    </a:lnTo>
                    <a:lnTo>
                      <a:pt x="4621329" y="157449"/>
                    </a:lnTo>
                    <a:lnTo>
                      <a:pt x="4550971" y="117326"/>
                    </a:lnTo>
                    <a:lnTo>
                      <a:pt x="4477393" y="82621"/>
                    </a:lnTo>
                    <a:lnTo>
                      <a:pt x="4400871" y="53610"/>
                    </a:lnTo>
                    <a:lnTo>
                      <a:pt x="4321678" y="30568"/>
                    </a:lnTo>
                    <a:lnTo>
                      <a:pt x="4240090" y="13769"/>
                    </a:lnTo>
                    <a:lnTo>
                      <a:pt x="4156382" y="3488"/>
                    </a:lnTo>
                    <a:lnTo>
                      <a:pt x="4070828" y="0"/>
                    </a:lnTo>
                    <a:close/>
                  </a:path>
                </a:pathLst>
              </a:custGeom>
              <a:solidFill>
                <a:srgbClr val="FCF1B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45">
                <a:extLst>
                  <a:ext uri="{FF2B5EF4-FFF2-40B4-BE49-F238E27FC236}">
                    <a16:creationId xmlns:a16="http://schemas.microsoft.com/office/drawing/2014/main" id="{9F4758F1-6407-4E29-BC29-E9BD27DDF85C}"/>
                  </a:ext>
                </a:extLst>
              </p:cNvPr>
              <p:cNvSpPr/>
              <p:nvPr/>
            </p:nvSpPr>
            <p:spPr>
              <a:xfrm>
                <a:off x="8337416" y="4879309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59" h="561975">
                    <a:moveTo>
                      <a:pt x="0" y="0"/>
                    </a:moveTo>
                    <a:lnTo>
                      <a:pt x="124313" y="127695"/>
                    </a:lnTo>
                    <a:lnTo>
                      <a:pt x="177845" y="182000"/>
                    </a:lnTo>
                    <a:lnTo>
                      <a:pt x="226514" y="230506"/>
                    </a:lnTo>
                    <a:lnTo>
                      <a:pt x="270985" y="273634"/>
                    </a:lnTo>
                    <a:lnTo>
                      <a:pt x="311920" y="311803"/>
                    </a:lnTo>
                    <a:lnTo>
                      <a:pt x="349987" y="345437"/>
                    </a:lnTo>
                    <a:lnTo>
                      <a:pt x="385848" y="374955"/>
                    </a:lnTo>
                    <a:lnTo>
                      <a:pt x="420168" y="400778"/>
                    </a:lnTo>
                    <a:lnTo>
                      <a:pt x="453613" y="423328"/>
                    </a:lnTo>
                    <a:lnTo>
                      <a:pt x="486846" y="443026"/>
                    </a:lnTo>
                    <a:lnTo>
                      <a:pt x="555335" y="475550"/>
                    </a:lnTo>
                    <a:lnTo>
                      <a:pt x="591921" y="489218"/>
                    </a:lnTo>
                    <a:lnTo>
                      <a:pt x="630954" y="501718"/>
                    </a:lnTo>
                    <a:lnTo>
                      <a:pt x="673097" y="513471"/>
                    </a:lnTo>
                    <a:lnTo>
                      <a:pt x="719017" y="524899"/>
                    </a:lnTo>
                    <a:lnTo>
                      <a:pt x="769377" y="536422"/>
                    </a:lnTo>
                    <a:lnTo>
                      <a:pt x="886077" y="561438"/>
                    </a:lnTo>
                    <a:lnTo>
                      <a:pt x="875762" y="554216"/>
                    </a:lnTo>
                    <a:lnTo>
                      <a:pt x="866345" y="547354"/>
                    </a:lnTo>
                    <a:lnTo>
                      <a:pt x="833995" y="515639"/>
                    </a:lnTo>
                    <a:lnTo>
                      <a:pt x="810173" y="476355"/>
                    </a:lnTo>
                    <a:lnTo>
                      <a:pt x="791746" y="436886"/>
                    </a:lnTo>
                    <a:lnTo>
                      <a:pt x="769569" y="383121"/>
                    </a:lnTo>
                    <a:lnTo>
                      <a:pt x="742132" y="311803"/>
                    </a:lnTo>
                    <a:lnTo>
                      <a:pt x="726058" y="268785"/>
                    </a:lnTo>
                    <a:lnTo>
                      <a:pt x="708088" y="220116"/>
                    </a:lnTo>
                    <a:lnTo>
                      <a:pt x="688078" y="165513"/>
                    </a:lnTo>
                    <a:lnTo>
                      <a:pt x="641205" y="36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1B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B5C877-0A28-44BD-B5EA-6C5AB8055270}"/>
                </a:ext>
              </a:extLst>
            </p:cNvPr>
            <p:cNvSpPr txBox="1"/>
            <p:nvPr/>
          </p:nvSpPr>
          <p:spPr>
            <a:xfrm>
              <a:off x="4434512" y="1434134"/>
              <a:ext cx="2805675" cy="136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리듬꼴이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헷갈려서 연습을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많이 했어요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9BE1C65-9029-462E-8DCD-750DB30FB502}"/>
              </a:ext>
            </a:extLst>
          </p:cNvPr>
          <p:cNvGrpSpPr/>
          <p:nvPr/>
        </p:nvGrpSpPr>
        <p:grpSpPr>
          <a:xfrm>
            <a:off x="7479744" y="1328002"/>
            <a:ext cx="3151016" cy="1783224"/>
            <a:chOff x="7479744" y="1328002"/>
            <a:chExt cx="3151016" cy="1783224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59A58DF-F52B-48DC-B6FF-E639F70AE38D}"/>
                </a:ext>
              </a:extLst>
            </p:cNvPr>
            <p:cNvGrpSpPr/>
            <p:nvPr/>
          </p:nvGrpSpPr>
          <p:grpSpPr>
            <a:xfrm>
              <a:off x="7480467" y="1328002"/>
              <a:ext cx="3150293" cy="1783224"/>
              <a:chOff x="12535997" y="2176048"/>
              <a:chExt cx="5746750" cy="3265236"/>
            </a:xfrm>
          </p:grpSpPr>
          <p:sp>
            <p:nvSpPr>
              <p:cNvPr id="56" name="object 36">
                <a:extLst>
                  <a:ext uri="{FF2B5EF4-FFF2-40B4-BE49-F238E27FC236}">
                    <a16:creationId xmlns:a16="http://schemas.microsoft.com/office/drawing/2014/main" id="{41333D17-9075-4C14-9BB6-4FEB468A34FE}"/>
                  </a:ext>
                </a:extLst>
              </p:cNvPr>
              <p:cNvSpPr/>
              <p:nvPr/>
            </p:nvSpPr>
            <p:spPr>
              <a:xfrm>
                <a:off x="12535997" y="2176048"/>
                <a:ext cx="5746750" cy="2806065"/>
              </a:xfrm>
              <a:custGeom>
                <a:avLst/>
                <a:gdLst/>
                <a:ahLst/>
                <a:cxnLst/>
                <a:rect l="l" t="t" r="r" b="b"/>
                <a:pathLst>
                  <a:path w="5746750" h="2806065">
                    <a:moveTo>
                      <a:pt x="4699082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1758407"/>
                    </a:lnTo>
                    <a:lnTo>
                      <a:pt x="3488" y="1843960"/>
                    </a:lnTo>
                    <a:lnTo>
                      <a:pt x="13769" y="1927669"/>
                    </a:lnTo>
                    <a:lnTo>
                      <a:pt x="30568" y="2009256"/>
                    </a:lnTo>
                    <a:lnTo>
                      <a:pt x="53610" y="2088449"/>
                    </a:lnTo>
                    <a:lnTo>
                      <a:pt x="82621" y="2164972"/>
                    </a:lnTo>
                    <a:lnTo>
                      <a:pt x="117326" y="2238549"/>
                    </a:lnTo>
                    <a:lnTo>
                      <a:pt x="157449" y="2308907"/>
                    </a:lnTo>
                    <a:lnTo>
                      <a:pt x="202716" y="2375770"/>
                    </a:lnTo>
                    <a:lnTo>
                      <a:pt x="252852" y="2438864"/>
                    </a:lnTo>
                    <a:lnTo>
                      <a:pt x="307582" y="2497913"/>
                    </a:lnTo>
                    <a:lnTo>
                      <a:pt x="366631" y="2552643"/>
                    </a:lnTo>
                    <a:lnTo>
                      <a:pt x="429725" y="2602779"/>
                    </a:lnTo>
                    <a:lnTo>
                      <a:pt x="496588" y="2648046"/>
                    </a:lnTo>
                    <a:lnTo>
                      <a:pt x="566946" y="2688169"/>
                    </a:lnTo>
                    <a:lnTo>
                      <a:pt x="640523" y="2722873"/>
                    </a:lnTo>
                    <a:lnTo>
                      <a:pt x="717046" y="2751884"/>
                    </a:lnTo>
                    <a:lnTo>
                      <a:pt x="796238" y="2774927"/>
                    </a:lnTo>
                    <a:lnTo>
                      <a:pt x="877826" y="2791726"/>
                    </a:lnTo>
                    <a:lnTo>
                      <a:pt x="961534" y="2802007"/>
                    </a:lnTo>
                    <a:lnTo>
                      <a:pt x="1047088" y="2805495"/>
                    </a:lnTo>
                    <a:lnTo>
                      <a:pt x="4699082" y="2805495"/>
                    </a:lnTo>
                    <a:lnTo>
                      <a:pt x="4784635" y="2802007"/>
                    </a:lnTo>
                    <a:lnTo>
                      <a:pt x="4868343" y="2791726"/>
                    </a:lnTo>
                    <a:lnTo>
                      <a:pt x="4949931" y="2774927"/>
                    </a:lnTo>
                    <a:lnTo>
                      <a:pt x="5029124" y="2751884"/>
                    </a:lnTo>
                    <a:lnTo>
                      <a:pt x="5105646" y="2722873"/>
                    </a:lnTo>
                    <a:lnTo>
                      <a:pt x="5179224" y="2688169"/>
                    </a:lnTo>
                    <a:lnTo>
                      <a:pt x="5249582" y="2648046"/>
                    </a:lnTo>
                    <a:lnTo>
                      <a:pt x="5316445" y="2602779"/>
                    </a:lnTo>
                    <a:lnTo>
                      <a:pt x="5379539" y="2552643"/>
                    </a:lnTo>
                    <a:lnTo>
                      <a:pt x="5438588" y="2497913"/>
                    </a:lnTo>
                    <a:lnTo>
                      <a:pt x="5493318" y="2438864"/>
                    </a:lnTo>
                    <a:lnTo>
                      <a:pt x="5543454" y="2375770"/>
                    </a:lnTo>
                    <a:lnTo>
                      <a:pt x="5588721" y="2308907"/>
                    </a:lnTo>
                    <a:lnTo>
                      <a:pt x="5628844" y="2238549"/>
                    </a:lnTo>
                    <a:lnTo>
                      <a:pt x="5663548" y="2164972"/>
                    </a:lnTo>
                    <a:lnTo>
                      <a:pt x="5692559" y="2088449"/>
                    </a:lnTo>
                    <a:lnTo>
                      <a:pt x="5715602" y="2009256"/>
                    </a:lnTo>
                    <a:lnTo>
                      <a:pt x="5732401" y="1927669"/>
                    </a:lnTo>
                    <a:lnTo>
                      <a:pt x="5742682" y="1843960"/>
                    </a:lnTo>
                    <a:lnTo>
                      <a:pt x="5746170" y="1758407"/>
                    </a:lnTo>
                    <a:lnTo>
                      <a:pt x="5746170" y="1047088"/>
                    </a:lnTo>
                    <a:lnTo>
                      <a:pt x="5742682" y="961534"/>
                    </a:lnTo>
                    <a:lnTo>
                      <a:pt x="5732401" y="877826"/>
                    </a:lnTo>
                    <a:lnTo>
                      <a:pt x="5715602" y="796238"/>
                    </a:lnTo>
                    <a:lnTo>
                      <a:pt x="5692559" y="717046"/>
                    </a:lnTo>
                    <a:lnTo>
                      <a:pt x="5663548" y="640523"/>
                    </a:lnTo>
                    <a:lnTo>
                      <a:pt x="5628844" y="566946"/>
                    </a:lnTo>
                    <a:lnTo>
                      <a:pt x="5588721" y="496588"/>
                    </a:lnTo>
                    <a:lnTo>
                      <a:pt x="5543454" y="429725"/>
                    </a:lnTo>
                    <a:lnTo>
                      <a:pt x="5493318" y="366631"/>
                    </a:lnTo>
                    <a:lnTo>
                      <a:pt x="5438588" y="307582"/>
                    </a:lnTo>
                    <a:lnTo>
                      <a:pt x="5379539" y="252852"/>
                    </a:lnTo>
                    <a:lnTo>
                      <a:pt x="5316445" y="202716"/>
                    </a:lnTo>
                    <a:lnTo>
                      <a:pt x="5249582" y="157449"/>
                    </a:lnTo>
                    <a:lnTo>
                      <a:pt x="5179224" y="117326"/>
                    </a:lnTo>
                    <a:lnTo>
                      <a:pt x="5105646" y="82621"/>
                    </a:lnTo>
                    <a:lnTo>
                      <a:pt x="5029124" y="53610"/>
                    </a:lnTo>
                    <a:lnTo>
                      <a:pt x="4949931" y="30568"/>
                    </a:lnTo>
                    <a:lnTo>
                      <a:pt x="4868343" y="13769"/>
                    </a:lnTo>
                    <a:lnTo>
                      <a:pt x="4784635" y="3488"/>
                    </a:lnTo>
                    <a:lnTo>
                      <a:pt x="4699082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37">
                <a:extLst>
                  <a:ext uri="{FF2B5EF4-FFF2-40B4-BE49-F238E27FC236}">
                    <a16:creationId xmlns:a16="http://schemas.microsoft.com/office/drawing/2014/main" id="{4CA95D9E-1D73-4D8E-B82C-5EBEFF29A500}"/>
                  </a:ext>
                </a:extLst>
              </p:cNvPr>
              <p:cNvSpPr/>
              <p:nvPr/>
            </p:nvSpPr>
            <p:spPr>
              <a:xfrm>
                <a:off x="15459146" y="4879309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59" h="561975">
                    <a:moveTo>
                      <a:pt x="886077" y="0"/>
                    </a:moveTo>
                    <a:lnTo>
                      <a:pt x="244872" y="36930"/>
                    </a:lnTo>
                    <a:lnTo>
                      <a:pt x="197999" y="165513"/>
                    </a:lnTo>
                    <a:lnTo>
                      <a:pt x="177989" y="220116"/>
                    </a:lnTo>
                    <a:lnTo>
                      <a:pt x="160018" y="268785"/>
                    </a:lnTo>
                    <a:lnTo>
                      <a:pt x="143904" y="311913"/>
                    </a:lnTo>
                    <a:lnTo>
                      <a:pt x="129461" y="349894"/>
                    </a:lnTo>
                    <a:lnTo>
                      <a:pt x="104858" y="411987"/>
                    </a:lnTo>
                    <a:lnTo>
                      <a:pt x="84740" y="458211"/>
                    </a:lnTo>
                    <a:lnTo>
                      <a:pt x="59758" y="504676"/>
                    </a:lnTo>
                    <a:lnTo>
                      <a:pt x="28433" y="540459"/>
                    </a:lnTo>
                    <a:lnTo>
                      <a:pt x="0" y="561438"/>
                    </a:lnTo>
                    <a:lnTo>
                      <a:pt x="116699" y="536422"/>
                    </a:lnTo>
                    <a:lnTo>
                      <a:pt x="167059" y="524899"/>
                    </a:lnTo>
                    <a:lnTo>
                      <a:pt x="212979" y="513471"/>
                    </a:lnTo>
                    <a:lnTo>
                      <a:pt x="255123" y="501718"/>
                    </a:lnTo>
                    <a:lnTo>
                      <a:pt x="294156" y="489218"/>
                    </a:lnTo>
                    <a:lnTo>
                      <a:pt x="330742" y="475550"/>
                    </a:lnTo>
                    <a:lnTo>
                      <a:pt x="399231" y="443026"/>
                    </a:lnTo>
                    <a:lnTo>
                      <a:pt x="432464" y="423328"/>
                    </a:lnTo>
                    <a:lnTo>
                      <a:pt x="465908" y="400778"/>
                    </a:lnTo>
                    <a:lnTo>
                      <a:pt x="500229" y="374955"/>
                    </a:lnTo>
                    <a:lnTo>
                      <a:pt x="536090" y="345437"/>
                    </a:lnTo>
                    <a:lnTo>
                      <a:pt x="574156" y="311803"/>
                    </a:lnTo>
                    <a:lnTo>
                      <a:pt x="615092" y="273634"/>
                    </a:lnTo>
                    <a:lnTo>
                      <a:pt x="659562" y="230506"/>
                    </a:lnTo>
                    <a:lnTo>
                      <a:pt x="708231" y="182000"/>
                    </a:lnTo>
                    <a:lnTo>
                      <a:pt x="761764" y="127695"/>
                    </a:lnTo>
                    <a:lnTo>
                      <a:pt x="88607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C54BF9C-7BDB-4A3E-AB21-6E8E1B31DA98}"/>
                </a:ext>
              </a:extLst>
            </p:cNvPr>
            <p:cNvSpPr txBox="1"/>
            <p:nvPr/>
          </p:nvSpPr>
          <p:spPr>
            <a:xfrm>
              <a:off x="7479744" y="1424724"/>
              <a:ext cx="3150293" cy="136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노랫말의 느낌을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살려 아름답게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표현하니 좋았어요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42" name="object 3">
            <a:extLst>
              <a:ext uri="{FF2B5EF4-FFF2-40B4-BE49-F238E27FC236}">
                <a16:creationId xmlns:a16="http://schemas.microsoft.com/office/drawing/2014/main" id="{9F6EAAE1-B8D0-4C30-B162-E83F1E1DA9DF}"/>
              </a:ext>
            </a:extLst>
          </p:cNvPr>
          <p:cNvSpPr/>
          <p:nvPr/>
        </p:nvSpPr>
        <p:spPr>
          <a:xfrm>
            <a:off x="1988089" y="3040964"/>
            <a:ext cx="8245370" cy="33602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F81F781-0502-B4FD-AE49-55486E8A3D39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8" name="사각형: 둥근 모서리 17">
              <a:hlinkClick r:id="rId10" action="ppaction://hlinksldjump"/>
              <a:extLst>
                <a:ext uri="{FF2B5EF4-FFF2-40B4-BE49-F238E27FC236}">
                  <a16:creationId xmlns:a16="http://schemas.microsoft.com/office/drawing/2014/main" id="{0069C9A8-4CE4-FD69-73E1-4FCFBE9687D4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24" name="사각형: 둥근 모서리 23">
              <a:hlinkClick r:id="rId11" action="ppaction://hlinksldjump"/>
              <a:extLst>
                <a:ext uri="{FF2B5EF4-FFF2-40B4-BE49-F238E27FC236}">
                  <a16:creationId xmlns:a16="http://schemas.microsoft.com/office/drawing/2014/main" id="{C3094FEE-59B3-4C5C-D758-2176A25A0695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5" name="사각형: 둥근 모서리 24">
              <a:hlinkClick r:id="rId12" action="ppaction://hlinksldjump"/>
              <a:extLst>
                <a:ext uri="{FF2B5EF4-FFF2-40B4-BE49-F238E27FC236}">
                  <a16:creationId xmlns:a16="http://schemas.microsoft.com/office/drawing/2014/main" id="{536AE997-B5B8-141B-7B6B-DFE8733AB9D1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7" name="사각형: 둥근 모서리 26">
              <a:hlinkClick r:id="rId13" action="ppaction://hlinksldjump"/>
              <a:extLst>
                <a:ext uri="{FF2B5EF4-FFF2-40B4-BE49-F238E27FC236}">
                  <a16:creationId xmlns:a16="http://schemas.microsoft.com/office/drawing/2014/main" id="{2A5F7F61-E3C8-6E58-511E-C163DD3D485A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30" name="사각형: 둥근 모서리 29">
              <a:hlinkClick r:id="rId14" action="ppaction://hlinksldjump"/>
              <a:extLst>
                <a:ext uri="{FF2B5EF4-FFF2-40B4-BE49-F238E27FC236}">
                  <a16:creationId xmlns:a16="http://schemas.microsoft.com/office/drawing/2014/main" id="{9508E96D-2CA9-A186-88A0-90451998C1F4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33" name="사각형: 둥근 모서리 32">
              <a:hlinkClick r:id="rId15" action="ppaction://hlinksldjump"/>
              <a:extLst>
                <a:ext uri="{FF2B5EF4-FFF2-40B4-BE49-F238E27FC236}">
                  <a16:creationId xmlns:a16="http://schemas.microsoft.com/office/drawing/2014/main" id="{6F38D106-D7B6-D133-61A0-A5A011D79DA4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34" name="사각형: 둥근 모서리 33">
              <a:hlinkClick r:id="rId16" action="ppaction://hlinksldjump"/>
              <a:extLst>
                <a:ext uri="{FF2B5EF4-FFF2-40B4-BE49-F238E27FC236}">
                  <a16:creationId xmlns:a16="http://schemas.microsoft.com/office/drawing/2014/main" id="{C4E25AE8-636B-363E-E7A3-C022C6F48DAA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44F57F1-7C2C-87C5-BD5C-DC894111ACA6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1721A6B5-BA64-974F-B1A1-A89E2DDF810E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B7A7FDD7-7D8D-B0DC-E3C9-C07544C9AB2B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38" name="사각형: 둥근 모서리 37">
            <a:hlinkClick r:id="rId17" action="ppaction://hlinksldjump"/>
            <a:extLst>
              <a:ext uri="{FF2B5EF4-FFF2-40B4-BE49-F238E27FC236}">
                <a16:creationId xmlns:a16="http://schemas.microsoft.com/office/drawing/2014/main" id="{457FF1F4-B7D5-F9F7-BB38-488ECF475658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298635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C2EB-3119-19C6-A9CF-F40A45C1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713DA2E-47CD-4283-BE87-4E8341C0B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247"/>
            <a:ext cx="12192000" cy="6304292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6BB906-311A-41B4-A6D6-AC9ED366E980}"/>
              </a:ext>
            </a:extLst>
          </p:cNvPr>
          <p:cNvGrpSpPr/>
          <p:nvPr/>
        </p:nvGrpSpPr>
        <p:grpSpPr>
          <a:xfrm>
            <a:off x="5091869" y="4713085"/>
            <a:ext cx="1975030" cy="487470"/>
            <a:chOff x="8481417" y="7717548"/>
            <a:chExt cx="3141345" cy="775335"/>
          </a:xfrm>
        </p:grpSpPr>
        <p:sp>
          <p:nvSpPr>
            <p:cNvPr id="38" name="object 43">
              <a:extLst>
                <a:ext uri="{FF2B5EF4-FFF2-40B4-BE49-F238E27FC236}">
                  <a16:creationId xmlns:a16="http://schemas.microsoft.com/office/drawing/2014/main" id="{BB94C642-54A1-443F-9784-29C2E4B6A4A6}"/>
                </a:ext>
              </a:extLst>
            </p:cNvPr>
            <p:cNvSpPr/>
            <p:nvPr/>
          </p:nvSpPr>
          <p:spPr>
            <a:xfrm>
              <a:off x="8495887" y="7732026"/>
              <a:ext cx="3112770" cy="746125"/>
            </a:xfrm>
            <a:custGeom>
              <a:avLst/>
              <a:gdLst/>
              <a:ahLst/>
              <a:cxnLst/>
              <a:rect l="l" t="t" r="r" b="b"/>
              <a:pathLst>
                <a:path w="3112770" h="746125">
                  <a:moveTo>
                    <a:pt x="2739372" y="0"/>
                  </a:moveTo>
                  <a:lnTo>
                    <a:pt x="372951" y="0"/>
                  </a:lnTo>
                  <a:lnTo>
                    <a:pt x="342408" y="1238"/>
                  </a:lnTo>
                  <a:lnTo>
                    <a:pt x="283433" y="10857"/>
                  </a:lnTo>
                  <a:lnTo>
                    <a:pt x="227920" y="29352"/>
                  </a:lnTo>
                  <a:lnTo>
                    <a:pt x="176642" y="55952"/>
                  </a:lnTo>
                  <a:lnTo>
                    <a:pt x="130372" y="89881"/>
                  </a:lnTo>
                  <a:lnTo>
                    <a:pt x="89885" y="130366"/>
                  </a:lnTo>
                  <a:lnTo>
                    <a:pt x="55955" y="176634"/>
                  </a:lnTo>
                  <a:lnTo>
                    <a:pt x="29354" y="227911"/>
                  </a:lnTo>
                  <a:lnTo>
                    <a:pt x="10857" y="283423"/>
                  </a:lnTo>
                  <a:lnTo>
                    <a:pt x="1238" y="342398"/>
                  </a:lnTo>
                  <a:lnTo>
                    <a:pt x="0" y="372941"/>
                  </a:lnTo>
                  <a:lnTo>
                    <a:pt x="1238" y="403483"/>
                  </a:lnTo>
                  <a:lnTo>
                    <a:pt x="10857" y="462455"/>
                  </a:lnTo>
                  <a:lnTo>
                    <a:pt x="29354" y="517967"/>
                  </a:lnTo>
                  <a:lnTo>
                    <a:pt x="55955" y="569243"/>
                  </a:lnTo>
                  <a:lnTo>
                    <a:pt x="89885" y="615512"/>
                  </a:lnTo>
                  <a:lnTo>
                    <a:pt x="130372" y="655998"/>
                  </a:lnTo>
                  <a:lnTo>
                    <a:pt x="176642" y="689928"/>
                  </a:lnTo>
                  <a:lnTo>
                    <a:pt x="227920" y="716528"/>
                  </a:lnTo>
                  <a:lnTo>
                    <a:pt x="283433" y="735025"/>
                  </a:lnTo>
                  <a:lnTo>
                    <a:pt x="342408" y="744644"/>
                  </a:lnTo>
                  <a:lnTo>
                    <a:pt x="372951" y="745883"/>
                  </a:lnTo>
                  <a:lnTo>
                    <a:pt x="2739372" y="745883"/>
                  </a:lnTo>
                  <a:lnTo>
                    <a:pt x="2799787" y="740992"/>
                  </a:lnTo>
                  <a:lnTo>
                    <a:pt x="2857127" y="726838"/>
                  </a:lnTo>
                  <a:lnTo>
                    <a:pt x="2910620" y="704193"/>
                  </a:lnTo>
                  <a:lnTo>
                    <a:pt x="2959491" y="673831"/>
                  </a:lnTo>
                  <a:lnTo>
                    <a:pt x="3002966" y="636526"/>
                  </a:lnTo>
                  <a:lnTo>
                    <a:pt x="3040271" y="593052"/>
                  </a:lnTo>
                  <a:lnTo>
                    <a:pt x="3070633" y="544183"/>
                  </a:lnTo>
                  <a:lnTo>
                    <a:pt x="3093279" y="490692"/>
                  </a:lnTo>
                  <a:lnTo>
                    <a:pt x="3107433" y="433353"/>
                  </a:lnTo>
                  <a:lnTo>
                    <a:pt x="3112324" y="372941"/>
                  </a:lnTo>
                  <a:lnTo>
                    <a:pt x="3111085" y="342398"/>
                  </a:lnTo>
                  <a:lnTo>
                    <a:pt x="3101466" y="283423"/>
                  </a:lnTo>
                  <a:lnTo>
                    <a:pt x="3082969" y="227911"/>
                  </a:lnTo>
                  <a:lnTo>
                    <a:pt x="3056369" y="176634"/>
                  </a:lnTo>
                  <a:lnTo>
                    <a:pt x="3022438" y="130366"/>
                  </a:lnTo>
                  <a:lnTo>
                    <a:pt x="2981951" y="89881"/>
                  </a:lnTo>
                  <a:lnTo>
                    <a:pt x="2935681" y="55952"/>
                  </a:lnTo>
                  <a:lnTo>
                    <a:pt x="2884403" y="29352"/>
                  </a:lnTo>
                  <a:lnTo>
                    <a:pt x="2828890" y="10857"/>
                  </a:lnTo>
                  <a:lnTo>
                    <a:pt x="2769915" y="1238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44">
              <a:extLst>
                <a:ext uri="{FF2B5EF4-FFF2-40B4-BE49-F238E27FC236}">
                  <a16:creationId xmlns:a16="http://schemas.microsoft.com/office/drawing/2014/main" id="{BF56E73B-470A-45A7-8856-8BFD3C7C95F4}"/>
                </a:ext>
              </a:extLst>
            </p:cNvPr>
            <p:cNvSpPr/>
            <p:nvPr/>
          </p:nvSpPr>
          <p:spPr>
            <a:xfrm>
              <a:off x="8481417" y="7717548"/>
              <a:ext cx="3141345" cy="775335"/>
            </a:xfrm>
            <a:custGeom>
              <a:avLst/>
              <a:gdLst/>
              <a:ahLst/>
              <a:cxnLst/>
              <a:rect l="l" t="t" r="r" b="b"/>
              <a:pathLst>
                <a:path w="3141345" h="775334">
                  <a:moveTo>
                    <a:pt x="2753842" y="0"/>
                  </a:moveTo>
                  <a:lnTo>
                    <a:pt x="387422" y="0"/>
                  </a:lnTo>
                  <a:lnTo>
                    <a:pt x="355647" y="1284"/>
                  </a:lnTo>
                  <a:lnTo>
                    <a:pt x="294319" y="11259"/>
                  </a:lnTo>
                  <a:lnTo>
                    <a:pt x="236618" y="30444"/>
                  </a:lnTo>
                  <a:lnTo>
                    <a:pt x="183342" y="58043"/>
                  </a:lnTo>
                  <a:lnTo>
                    <a:pt x="135290" y="93257"/>
                  </a:lnTo>
                  <a:lnTo>
                    <a:pt x="93257" y="135290"/>
                  </a:lnTo>
                  <a:lnTo>
                    <a:pt x="58043" y="183342"/>
                  </a:lnTo>
                  <a:lnTo>
                    <a:pt x="30444" y="236618"/>
                  </a:lnTo>
                  <a:lnTo>
                    <a:pt x="11259" y="294319"/>
                  </a:lnTo>
                  <a:lnTo>
                    <a:pt x="1284" y="355647"/>
                  </a:lnTo>
                  <a:lnTo>
                    <a:pt x="0" y="387422"/>
                  </a:lnTo>
                  <a:lnTo>
                    <a:pt x="1284" y="419198"/>
                  </a:lnTo>
                  <a:lnTo>
                    <a:pt x="11259" y="480526"/>
                  </a:lnTo>
                  <a:lnTo>
                    <a:pt x="30444" y="538227"/>
                  </a:lnTo>
                  <a:lnTo>
                    <a:pt x="58043" y="591502"/>
                  </a:lnTo>
                  <a:lnTo>
                    <a:pt x="93257" y="639555"/>
                  </a:lnTo>
                  <a:lnTo>
                    <a:pt x="135290" y="681587"/>
                  </a:lnTo>
                  <a:lnTo>
                    <a:pt x="183342" y="716801"/>
                  </a:lnTo>
                  <a:lnTo>
                    <a:pt x="236618" y="744400"/>
                  </a:lnTo>
                  <a:lnTo>
                    <a:pt x="294319" y="763586"/>
                  </a:lnTo>
                  <a:lnTo>
                    <a:pt x="355647" y="773561"/>
                  </a:lnTo>
                  <a:lnTo>
                    <a:pt x="387422" y="774845"/>
                  </a:lnTo>
                  <a:lnTo>
                    <a:pt x="2753842" y="774845"/>
                  </a:lnTo>
                  <a:lnTo>
                    <a:pt x="2816683" y="769774"/>
                  </a:lnTo>
                  <a:lnTo>
                    <a:pt x="2876296" y="755094"/>
                  </a:lnTo>
                  <a:lnTo>
                    <a:pt x="2900685" y="745893"/>
                  </a:lnTo>
                  <a:lnTo>
                    <a:pt x="387422" y="745893"/>
                  </a:lnTo>
                  <a:lnTo>
                    <a:pt x="358065" y="744702"/>
                  </a:lnTo>
                  <a:lnTo>
                    <a:pt x="301381" y="735457"/>
                  </a:lnTo>
                  <a:lnTo>
                    <a:pt x="248024" y="717678"/>
                  </a:lnTo>
                  <a:lnTo>
                    <a:pt x="198737" y="692110"/>
                  </a:lnTo>
                  <a:lnTo>
                    <a:pt x="154264" y="659496"/>
                  </a:lnTo>
                  <a:lnTo>
                    <a:pt x="115348" y="620581"/>
                  </a:lnTo>
                  <a:lnTo>
                    <a:pt x="82735" y="576108"/>
                  </a:lnTo>
                  <a:lnTo>
                    <a:pt x="57167" y="526821"/>
                  </a:lnTo>
                  <a:lnTo>
                    <a:pt x="39388" y="473463"/>
                  </a:lnTo>
                  <a:lnTo>
                    <a:pt x="30142" y="416779"/>
                  </a:lnTo>
                  <a:lnTo>
                    <a:pt x="28951" y="387422"/>
                  </a:lnTo>
                  <a:lnTo>
                    <a:pt x="30142" y="358065"/>
                  </a:lnTo>
                  <a:lnTo>
                    <a:pt x="39388" y="301381"/>
                  </a:lnTo>
                  <a:lnTo>
                    <a:pt x="57167" y="248024"/>
                  </a:lnTo>
                  <a:lnTo>
                    <a:pt x="82735" y="198737"/>
                  </a:lnTo>
                  <a:lnTo>
                    <a:pt x="115348" y="154264"/>
                  </a:lnTo>
                  <a:lnTo>
                    <a:pt x="154264" y="115348"/>
                  </a:lnTo>
                  <a:lnTo>
                    <a:pt x="198737" y="82735"/>
                  </a:lnTo>
                  <a:lnTo>
                    <a:pt x="248024" y="57167"/>
                  </a:lnTo>
                  <a:lnTo>
                    <a:pt x="301381" y="39388"/>
                  </a:lnTo>
                  <a:lnTo>
                    <a:pt x="358065" y="30142"/>
                  </a:lnTo>
                  <a:lnTo>
                    <a:pt x="387422" y="28951"/>
                  </a:lnTo>
                  <a:lnTo>
                    <a:pt x="2900685" y="28951"/>
                  </a:lnTo>
                  <a:lnTo>
                    <a:pt x="2876296" y="19750"/>
                  </a:lnTo>
                  <a:lnTo>
                    <a:pt x="2846943" y="11259"/>
                  </a:lnTo>
                  <a:lnTo>
                    <a:pt x="2816683" y="5070"/>
                  </a:lnTo>
                  <a:lnTo>
                    <a:pt x="2785616" y="1284"/>
                  </a:lnTo>
                  <a:lnTo>
                    <a:pt x="2753842" y="0"/>
                  </a:lnTo>
                  <a:close/>
                </a:path>
                <a:path w="3141345" h="775334">
                  <a:moveTo>
                    <a:pt x="2900685" y="28951"/>
                  </a:moveTo>
                  <a:lnTo>
                    <a:pt x="2753842" y="28951"/>
                  </a:lnTo>
                  <a:lnTo>
                    <a:pt x="2783199" y="30142"/>
                  </a:lnTo>
                  <a:lnTo>
                    <a:pt x="2811911" y="33652"/>
                  </a:lnTo>
                  <a:lnTo>
                    <a:pt x="2867024" y="47257"/>
                  </a:lnTo>
                  <a:lnTo>
                    <a:pt x="2918440" y="69024"/>
                  </a:lnTo>
                  <a:lnTo>
                    <a:pt x="2965413" y="98207"/>
                  </a:lnTo>
                  <a:lnTo>
                    <a:pt x="3007200" y="134065"/>
                  </a:lnTo>
                  <a:lnTo>
                    <a:pt x="3043057" y="175852"/>
                  </a:lnTo>
                  <a:lnTo>
                    <a:pt x="3072241" y="222825"/>
                  </a:lnTo>
                  <a:lnTo>
                    <a:pt x="3094007" y="274240"/>
                  </a:lnTo>
                  <a:lnTo>
                    <a:pt x="3107613" y="329354"/>
                  </a:lnTo>
                  <a:lnTo>
                    <a:pt x="3112313" y="387422"/>
                  </a:lnTo>
                  <a:lnTo>
                    <a:pt x="3111123" y="416779"/>
                  </a:lnTo>
                  <a:lnTo>
                    <a:pt x="3101877" y="473463"/>
                  </a:lnTo>
                  <a:lnTo>
                    <a:pt x="3084098" y="526821"/>
                  </a:lnTo>
                  <a:lnTo>
                    <a:pt x="3058530" y="576108"/>
                  </a:lnTo>
                  <a:lnTo>
                    <a:pt x="3025916" y="620581"/>
                  </a:lnTo>
                  <a:lnTo>
                    <a:pt x="2987001" y="659496"/>
                  </a:lnTo>
                  <a:lnTo>
                    <a:pt x="2942528" y="692110"/>
                  </a:lnTo>
                  <a:lnTo>
                    <a:pt x="2893241" y="717678"/>
                  </a:lnTo>
                  <a:lnTo>
                    <a:pt x="2839883" y="735457"/>
                  </a:lnTo>
                  <a:lnTo>
                    <a:pt x="2783199" y="744702"/>
                  </a:lnTo>
                  <a:lnTo>
                    <a:pt x="2753842" y="745893"/>
                  </a:lnTo>
                  <a:lnTo>
                    <a:pt x="2900685" y="745893"/>
                  </a:lnTo>
                  <a:lnTo>
                    <a:pt x="2957918" y="716801"/>
                  </a:lnTo>
                  <a:lnTo>
                    <a:pt x="3005971" y="681587"/>
                  </a:lnTo>
                  <a:lnTo>
                    <a:pt x="3048004" y="639555"/>
                  </a:lnTo>
                  <a:lnTo>
                    <a:pt x="3083219" y="591502"/>
                  </a:lnTo>
                  <a:lnTo>
                    <a:pt x="3110819" y="538227"/>
                  </a:lnTo>
                  <a:lnTo>
                    <a:pt x="3130005" y="480526"/>
                  </a:lnTo>
                  <a:lnTo>
                    <a:pt x="3139981" y="419198"/>
                  </a:lnTo>
                  <a:lnTo>
                    <a:pt x="3141265" y="387422"/>
                  </a:lnTo>
                  <a:lnTo>
                    <a:pt x="3139981" y="355647"/>
                  </a:lnTo>
                  <a:lnTo>
                    <a:pt x="3130005" y="294319"/>
                  </a:lnTo>
                  <a:lnTo>
                    <a:pt x="3110819" y="236618"/>
                  </a:lnTo>
                  <a:lnTo>
                    <a:pt x="3083219" y="183342"/>
                  </a:lnTo>
                  <a:lnTo>
                    <a:pt x="3048004" y="135290"/>
                  </a:lnTo>
                  <a:lnTo>
                    <a:pt x="3005971" y="93257"/>
                  </a:lnTo>
                  <a:lnTo>
                    <a:pt x="2957918" y="58043"/>
                  </a:lnTo>
                  <a:lnTo>
                    <a:pt x="2904642" y="30444"/>
                  </a:lnTo>
                  <a:lnTo>
                    <a:pt x="2900685" y="28951"/>
                  </a:lnTo>
                  <a:close/>
                </a:path>
              </a:pathLst>
            </a:custGeom>
            <a:solidFill>
              <a:srgbClr val="9C63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0906ED8-761A-765B-F41F-062900CB8E0C}"/>
              </a:ext>
            </a:extLst>
          </p:cNvPr>
          <p:cNvSpPr txBox="1"/>
          <p:nvPr/>
        </p:nvSpPr>
        <p:spPr>
          <a:xfrm>
            <a:off x="5163561" y="4715557"/>
            <a:ext cx="182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58~59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쪽</a:t>
            </a:r>
            <a:endParaRPr lang="ko-KR" altLang="en-US" sz="2400" b="1" spc="-150" dirty="0">
              <a:solidFill>
                <a:srgbClr val="8F654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F35FAA-6A5D-11DF-A336-64ECDD7777DA}"/>
              </a:ext>
            </a:extLst>
          </p:cNvPr>
          <p:cNvSpPr txBox="1"/>
          <p:nvPr/>
        </p:nvSpPr>
        <p:spPr>
          <a:xfrm>
            <a:off x="407988" y="2578209"/>
            <a:ext cx="115066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latin typeface="맑은 고딕" panose="020B0503020000020004" pitchFamily="50" charset="-127"/>
              </a:rPr>
              <a:t>놀이하며 부르는 노래</a:t>
            </a:r>
            <a:endParaRPr lang="ko-KR" altLang="en-US" sz="4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7198D0-39A3-4C84-9E2C-C442318F3A58}"/>
              </a:ext>
            </a:extLst>
          </p:cNvPr>
          <p:cNvSpPr txBox="1"/>
          <p:nvPr/>
        </p:nvSpPr>
        <p:spPr>
          <a:xfrm>
            <a:off x="407988" y="3529406"/>
            <a:ext cx="11378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spc="-300" dirty="0" err="1">
                <a:solidFill>
                  <a:srgbClr val="0EA7DD"/>
                </a:solidFill>
                <a:latin typeface="맑은 고딕" panose="020B0503020000020004" pitchFamily="50" charset="-127"/>
              </a:rPr>
              <a:t>남생아</a:t>
            </a:r>
            <a:r>
              <a:rPr lang="ko-KR" altLang="en-US" sz="3200" b="1" spc="-300" dirty="0">
                <a:solidFill>
                  <a:srgbClr val="0EA7DD"/>
                </a:solidFill>
                <a:latin typeface="맑은 고딕" panose="020B0503020000020004" pitchFamily="50" charset="-127"/>
              </a:rPr>
              <a:t> 놀아라</a:t>
            </a:r>
            <a:r>
              <a:rPr lang="en-US" altLang="ko-KR" sz="3200" b="1" spc="-300" dirty="0">
                <a:solidFill>
                  <a:srgbClr val="0EA7DD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200" b="1" spc="-300" dirty="0" err="1">
                <a:solidFill>
                  <a:srgbClr val="0EA7DD"/>
                </a:solidFill>
                <a:latin typeface="맑은 고딕" panose="020B0503020000020004" pitchFamily="50" charset="-127"/>
              </a:rPr>
              <a:t>두껍이집이</a:t>
            </a:r>
            <a:r>
              <a:rPr lang="ko-KR" altLang="en-US" sz="3200" b="1" spc="-300" dirty="0">
                <a:solidFill>
                  <a:srgbClr val="0EA7DD"/>
                </a:solidFill>
                <a:latin typeface="맑은 고딕" panose="020B0503020000020004" pitchFamily="50" charset="-127"/>
              </a:rPr>
              <a:t> 여물까</a:t>
            </a:r>
            <a:endParaRPr lang="ko-KR" altLang="en-US" sz="3200" b="1" spc="-300" dirty="0">
              <a:solidFill>
                <a:srgbClr val="0EA7D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object 119">
            <a:extLst>
              <a:ext uri="{FF2B5EF4-FFF2-40B4-BE49-F238E27FC236}">
                <a16:creationId xmlns:a16="http://schemas.microsoft.com/office/drawing/2014/main" id="{B5969DB9-1B7B-4125-B887-20DDB660FC6A}"/>
              </a:ext>
            </a:extLst>
          </p:cNvPr>
          <p:cNvSpPr/>
          <p:nvPr/>
        </p:nvSpPr>
        <p:spPr>
          <a:xfrm>
            <a:off x="2487052" y="4269275"/>
            <a:ext cx="7469981" cy="57878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C2D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3A5851-81A2-49F9-927C-2C41597379BE}"/>
              </a:ext>
            </a:extLst>
          </p:cNvPr>
          <p:cNvSpPr txBox="1"/>
          <p:nvPr/>
        </p:nvSpPr>
        <p:spPr>
          <a:xfrm>
            <a:off x="9295478" y="3080271"/>
            <a:ext cx="2376489" cy="48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준비물 있어요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!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1E559A-45CE-4399-B6E4-AECDC6DF3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130" y="3631191"/>
            <a:ext cx="433697" cy="55552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4794640-6516-4E7F-B0A0-435A3575F9FE}"/>
              </a:ext>
            </a:extLst>
          </p:cNvPr>
          <p:cNvGrpSpPr/>
          <p:nvPr/>
        </p:nvGrpSpPr>
        <p:grpSpPr>
          <a:xfrm>
            <a:off x="9180873" y="2102525"/>
            <a:ext cx="2605698" cy="4318014"/>
            <a:chOff x="9180873" y="2102525"/>
            <a:chExt cx="2605698" cy="431801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420177D-A4A5-47DA-8577-EBB35CEB6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80873" y="2102525"/>
              <a:ext cx="2605698" cy="43180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EBD4927-B0D9-4667-ACE4-866CADAA70BA}"/>
                </a:ext>
              </a:extLst>
            </p:cNvPr>
            <p:cNvSpPr txBox="1"/>
            <p:nvPr/>
          </p:nvSpPr>
          <p:spPr>
            <a:xfrm>
              <a:off x="9222015" y="2534525"/>
              <a:ext cx="2527073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편안한 복장 </a:t>
              </a:r>
              <a:endPara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 오세요</a:t>
              </a:r>
              <a:r>
                <a:rPr lang="en-US" altLang="ko-KR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92B8CE-FB01-3426-5730-A0886DA1D2A2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6" name="사각형: 둥근 모서리 5">
              <a:hlinkClick r:id="rId6" action="ppaction://hlinksldjump"/>
              <a:extLst>
                <a:ext uri="{FF2B5EF4-FFF2-40B4-BE49-F238E27FC236}">
                  <a16:creationId xmlns:a16="http://schemas.microsoft.com/office/drawing/2014/main" id="{0F87BE77-077D-BF10-6343-18A48BD17762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rgbClr val="7F7F7F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8" name="사각형: 둥근 모서리 7">
              <a:hlinkClick r:id="rId7" action="ppaction://hlinksldjump"/>
              <a:extLst>
                <a:ext uri="{FF2B5EF4-FFF2-40B4-BE49-F238E27FC236}">
                  <a16:creationId xmlns:a16="http://schemas.microsoft.com/office/drawing/2014/main" id="{A18983B9-69BE-E7FA-2366-49D6525E17AD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0" name="사각형: 둥근 모서리 9">
              <a:hlinkClick r:id="rId8" action="ppaction://hlinksldjump"/>
              <a:extLst>
                <a:ext uri="{FF2B5EF4-FFF2-40B4-BE49-F238E27FC236}">
                  <a16:creationId xmlns:a16="http://schemas.microsoft.com/office/drawing/2014/main" id="{B0440A00-3203-6E2D-3410-41035FB38836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3" name="사각형: 둥근 모서리 12">
              <a:hlinkClick r:id="rId9" action="ppaction://hlinksldjump"/>
              <a:extLst>
                <a:ext uri="{FF2B5EF4-FFF2-40B4-BE49-F238E27FC236}">
                  <a16:creationId xmlns:a16="http://schemas.microsoft.com/office/drawing/2014/main" id="{B307E0CC-5B9B-9C98-7119-CAD418D6D421}"/>
                </a:ext>
              </a:extLst>
            </p:cNvPr>
            <p:cNvSpPr/>
            <p:nvPr/>
          </p:nvSpPr>
          <p:spPr>
            <a:xfrm>
              <a:off x="2483645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4" name="사각형: 둥근 모서리 13">
              <a:hlinkClick r:id="rId10" action="ppaction://hlinksldjump"/>
              <a:extLst>
                <a:ext uri="{FF2B5EF4-FFF2-40B4-BE49-F238E27FC236}">
                  <a16:creationId xmlns:a16="http://schemas.microsoft.com/office/drawing/2014/main" id="{E779265F-D69F-4A5A-6CA2-17F0C2BE6C15}"/>
                </a:ext>
              </a:extLst>
            </p:cNvPr>
            <p:cNvSpPr/>
            <p:nvPr/>
          </p:nvSpPr>
          <p:spPr>
            <a:xfrm>
              <a:off x="3234808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5" name="사각형: 둥근 모서리 14">
              <a:hlinkClick r:id="rId11" action="ppaction://hlinksldjump"/>
              <a:extLst>
                <a:ext uri="{FF2B5EF4-FFF2-40B4-BE49-F238E27FC236}">
                  <a16:creationId xmlns:a16="http://schemas.microsoft.com/office/drawing/2014/main" id="{635F45A6-B0B0-C51C-A2AB-26B69CCA5838}"/>
                </a:ext>
              </a:extLst>
            </p:cNvPr>
            <p:cNvSpPr/>
            <p:nvPr/>
          </p:nvSpPr>
          <p:spPr>
            <a:xfrm>
              <a:off x="3815792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6" name="사각형: 둥근 모서리 15">
              <a:hlinkClick r:id="rId12" action="ppaction://hlinksldjump"/>
              <a:extLst>
                <a:ext uri="{FF2B5EF4-FFF2-40B4-BE49-F238E27FC236}">
                  <a16:creationId xmlns:a16="http://schemas.microsoft.com/office/drawing/2014/main" id="{0CA134AE-4B09-DB37-8DC1-7026CC287E9F}"/>
                </a:ext>
              </a:extLst>
            </p:cNvPr>
            <p:cNvSpPr/>
            <p:nvPr/>
          </p:nvSpPr>
          <p:spPr>
            <a:xfrm>
              <a:off x="4398613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6A8C7A0-9D3C-E4C2-5E11-7FA65D923EED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FE22E966-9661-4139-F507-B2C25D85C8B0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4A1CFB18-A733-B2B9-5172-E6D502C38F60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10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2" name="사각형: 둥근 모서리 21">
            <a:hlinkClick r:id="rId13" action="ppaction://hlinksldjump"/>
            <a:extLst>
              <a:ext uri="{FF2B5EF4-FFF2-40B4-BE49-F238E27FC236}">
                <a16:creationId xmlns:a16="http://schemas.microsoft.com/office/drawing/2014/main" id="{E5D32B99-7AFE-48C7-2D57-5199D115BAEE}"/>
              </a:ext>
            </a:extLst>
          </p:cNvPr>
          <p:cNvSpPr/>
          <p:nvPr/>
        </p:nvSpPr>
        <p:spPr>
          <a:xfrm>
            <a:off x="1895731" y="6464698"/>
            <a:ext cx="580984" cy="39328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48419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445</Words>
  <Application>Microsoft Office PowerPoint</Application>
  <PresentationFormat>와이드스크린</PresentationFormat>
  <Paragraphs>232</Paragraphs>
  <Slides>17</Slides>
  <Notes>10</Notes>
  <HiddenSlides>0</HiddenSlides>
  <MMClips>5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고은나래 통합실용2 Cell</dc:creator>
  <cp:lastModifiedBy>최다솜 통합실용2 Cell</cp:lastModifiedBy>
  <cp:revision>185</cp:revision>
  <dcterms:created xsi:type="dcterms:W3CDTF">2025-02-28T03:00:49Z</dcterms:created>
  <dcterms:modified xsi:type="dcterms:W3CDTF">2025-07-02T07:07:39Z</dcterms:modified>
</cp:coreProperties>
</file>