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99" r:id="rId2"/>
    <p:sldId id="294" r:id="rId3"/>
    <p:sldId id="387" r:id="rId4"/>
    <p:sldId id="427" r:id="rId5"/>
    <p:sldId id="435" r:id="rId6"/>
    <p:sldId id="376" r:id="rId7"/>
    <p:sldId id="392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13" r:id="rId16"/>
    <p:sldId id="32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5518" userDrawn="1">
          <p15:clr>
            <a:srgbClr val="A4A3A4"/>
          </p15:clr>
        </p15:guide>
        <p15:guide id="8" pos="846" userDrawn="1">
          <p15:clr>
            <a:srgbClr val="A4A3A4"/>
          </p15:clr>
        </p15:guide>
        <p15:guide id="9" pos="279" userDrawn="1">
          <p15:clr>
            <a:srgbClr val="A4A3A4"/>
          </p15:clr>
        </p15:guide>
        <p15:guide id="11" pos="1663" userDrawn="1">
          <p15:clr>
            <a:srgbClr val="A4A3A4"/>
          </p15:clr>
        </p15:guide>
        <p15:guide id="12" pos="7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CE1"/>
    <a:srgbClr val="F4F7DA"/>
    <a:srgbClr val="CC210A"/>
    <a:srgbClr val="ED7D31"/>
    <a:srgbClr val="FFFFFF"/>
    <a:srgbClr val="C2DFEF"/>
    <a:srgbClr val="0EA7DD"/>
    <a:srgbClr val="EF4477"/>
    <a:srgbClr val="C6C6C6"/>
    <a:srgbClr val="F66A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7384" autoAdjust="0"/>
  </p:normalViewPr>
  <p:slideViewPr>
    <p:cSldViewPr snapToGrid="0" showGuides="1">
      <p:cViewPr varScale="1">
        <p:scale>
          <a:sx n="79" d="100"/>
          <a:sy n="79" d="100"/>
        </p:scale>
        <p:origin x="216" y="67"/>
      </p:cViewPr>
      <p:guideLst>
        <p:guide orient="horz" pos="890"/>
        <p:guide orient="horz" pos="300"/>
        <p:guide pos="5518"/>
        <p:guide pos="846"/>
        <p:guide pos="279"/>
        <p:guide pos="1663"/>
        <p:guide pos="740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DE612-B7D2-45DA-96AA-BA057B5DC7A0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7B2CD-1C3D-4FE3-AABC-8D8C4818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14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876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023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627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700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350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677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38FA-4DBF-5EB3-366D-09B36665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59B9F5-15D2-2FB7-856F-EC5829EC7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64DF71-986C-5DAF-5C50-163A61BF4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3EAA56-60E1-9ACA-8C53-110253127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7B2CD-1C3D-4FE3-AABC-8D8C481859F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668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3FD3095-BAA4-4340-9948-55A1A6B95B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024" y="166704"/>
            <a:ext cx="11986833" cy="18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69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1F66824-6911-4865-B9C7-ACA8838354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00" y="0"/>
            <a:ext cx="12006000" cy="96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25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" userDrawn="1">
          <p15:clr>
            <a:srgbClr val="FBAE40"/>
          </p15:clr>
        </p15:guide>
        <p15:guide id="2" pos="733" userDrawn="1">
          <p15:clr>
            <a:srgbClr val="FBAE40"/>
          </p15:clr>
        </p15:guide>
        <p15:guide id="3" orient="horz" pos="595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B7250C-B2F5-4D8C-BDC2-62E45E55A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010" y="-2262"/>
            <a:ext cx="12006000" cy="126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65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" userDrawn="1">
          <p15:clr>
            <a:srgbClr val="FBAE40"/>
          </p15:clr>
        </p15:guide>
        <p15:guide id="2" pos="733" userDrawn="1">
          <p15:clr>
            <a:srgbClr val="FBAE40"/>
          </p15:clr>
        </p15:guide>
        <p15:guide id="3" orient="horz" pos="595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E51D5B-AA84-4F3E-A807-E0DF72E521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412" y="1"/>
            <a:ext cx="12006000" cy="96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75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22960DD-5442-4578-AFB0-A697E3ABD1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400" y="-4068"/>
            <a:ext cx="12006000" cy="96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5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9BF0FED-2639-426C-9952-D98A379454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-4068"/>
            <a:ext cx="12006000" cy="96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103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8E56533-CF99-4EAD-882E-D2DA5CFBE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325" y="0"/>
            <a:ext cx="12006000" cy="96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96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F66B428-357E-4788-BE8D-FA5A84CE91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325" y="2085"/>
            <a:ext cx="12006000" cy="97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940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A7B8748-9D78-4D67-BCF7-BEA7FF7A86DA}"/>
              </a:ext>
            </a:extLst>
          </p:cNvPr>
          <p:cNvGrpSpPr/>
          <p:nvPr userDrawn="1"/>
        </p:nvGrpSpPr>
        <p:grpSpPr>
          <a:xfrm>
            <a:off x="0" y="0"/>
            <a:ext cx="12192000" cy="6467205"/>
            <a:chOff x="0" y="0"/>
            <a:chExt cx="12192000" cy="646720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313D6BF-75B9-4779-9302-05A62F67757B}"/>
                </a:ext>
              </a:extLst>
            </p:cNvPr>
            <p:cNvSpPr/>
            <p:nvPr/>
          </p:nvSpPr>
          <p:spPr>
            <a:xfrm>
              <a:off x="0" y="0"/>
              <a:ext cx="12192000" cy="64672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spc="-15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215FFFC-4903-432B-B249-C10FE566F22C}"/>
                </a:ext>
              </a:extLst>
            </p:cNvPr>
            <p:cNvSpPr/>
            <p:nvPr/>
          </p:nvSpPr>
          <p:spPr>
            <a:xfrm>
              <a:off x="155575" y="104775"/>
              <a:ext cx="11893550" cy="6238875"/>
            </a:xfrm>
            <a:prstGeom prst="roundRect">
              <a:avLst>
                <a:gd name="adj" fmla="val 3734"/>
              </a:avLst>
            </a:prstGeom>
            <a:solidFill>
              <a:schemeClr val="bg1"/>
            </a:solidFill>
            <a:ln w="57150">
              <a:solidFill>
                <a:srgbClr val="5BB5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spc="-15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773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799223ED-09B9-4FB9-8CF4-A3C02E52C7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00" y="4799"/>
            <a:ext cx="12006000" cy="126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6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A1CECF0-6C28-4AB0-B700-319A5EE25E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0011" y="0"/>
            <a:ext cx="12006000" cy="127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295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D511AB-FE44-4823-9BC0-BDAF076F99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400" y="0"/>
            <a:ext cx="12006000" cy="126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35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AC0058-E830-4AE5-81B1-77ADD48FD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800" y="0"/>
            <a:ext cx="12006000" cy="96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470FF43-87EE-488E-ACAD-21330D553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430" y="-4241"/>
            <a:ext cx="12006000" cy="279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39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57A9202-1D00-42A4-9DDA-E875395F6F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63" y="1652"/>
            <a:ext cx="12006000" cy="279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73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E497E-D1B0-16C6-3882-DBEDACCA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F768D92-25A7-80F0-3413-4073C18E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01139F-CA59-4C89-BCF5-E7D7784A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E5C100-FD39-42B0-FFDA-807CF1FA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871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A71C1D-0F6B-8CE6-961A-19054ADC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2A246B-D80B-3F73-0269-19E31CD1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D8C24-DBEF-1996-F207-638610B5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602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807FD-388B-8FF8-6320-856A8A55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98A3CA-F743-0F68-DD3D-DE1A7E65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1716C0-482A-E6E1-06B9-8A839271F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9150F1-F850-F27E-2F11-862EB20C5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B6F012-9BB1-24A3-0F39-CCDC7D74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70206F-BB12-8B43-719D-19311049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67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DF096-3992-AED8-55E2-145D64F2B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D8996AE-72DB-D8C4-9C62-09A76AD1E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2365BF-AE57-0CAF-270B-6E31A5012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9BC8F2-4A95-F19A-91C8-A4BD7C3C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DB06C-1088-0875-0B53-9EA52E3F2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E93AEB-5036-B09A-2E3C-CE32C9EC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15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8D691-D605-F47C-996A-243F0ABF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210630-95CC-DDA8-F3EA-E582C23B3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91212-F4B6-8E71-A5C3-E2B0D8D5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1F2CD-E260-AB57-AB31-C6B0789C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8E102-856E-4080-1C69-E93DC9A2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4151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05DCFC-0F23-7016-D12E-97922FE42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37D2D8-AA95-EFB1-3937-4CA733F68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43AB3-BDD0-902A-6F5F-EC17F721C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95E3-34BC-4396-B45F-EF0AAF9E6027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8F5A4-20AE-AB2E-1EC0-E5C1E30FA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66819-2444-DDCE-B5ED-4A201BBD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22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7F5BBF-C720-915C-26D0-0BA86381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1773C7-6427-EDA4-0863-6D4489203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DE384-56B2-EAA7-3DDD-A62163E26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B95E3-34BC-4396-B45F-EF0AAF9E6027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82F2FE-ECD4-87D9-EC46-042BAE0E3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97072-27DE-110A-0FBB-F744B39B5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6809E-7578-4A4B-AA12-040E945D0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08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8" r:id="rId3"/>
    <p:sldLayoutId id="2147483663" r:id="rId4"/>
    <p:sldLayoutId id="2147483650" r:id="rId5"/>
    <p:sldLayoutId id="2147483660" r:id="rId6"/>
    <p:sldLayoutId id="2147483661" r:id="rId7"/>
    <p:sldLayoutId id="2147483653" r:id="rId8"/>
    <p:sldLayoutId id="2147483664" r:id="rId9"/>
    <p:sldLayoutId id="2147483652" r:id="rId10"/>
    <p:sldLayoutId id="2147483667" r:id="rId11"/>
    <p:sldLayoutId id="2147483669" r:id="rId12"/>
    <p:sldLayoutId id="2147483666" r:id="rId13"/>
    <p:sldLayoutId id="2147483651" r:id="rId14"/>
    <p:sldLayoutId id="2147483665" r:id="rId15"/>
    <p:sldLayoutId id="2147483654" r:id="rId16"/>
    <p:sldLayoutId id="2147483655" r:id="rId17"/>
    <p:sldLayoutId id="2147483656" r:id="rId18"/>
    <p:sldLayoutId id="2147483657" r:id="rId19"/>
    <p:sldLayoutId id="2147483658" r:id="rId20"/>
    <p:sldLayoutId id="2147483659" r:id="rId2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13" Type="http://schemas.openxmlformats.org/officeDocument/2006/relationships/image" Target="../media/image18.png"/><Relationship Id="rId3" Type="http://schemas.openxmlformats.org/officeDocument/2006/relationships/slide" Target="slide1.xml"/><Relationship Id="rId7" Type="http://schemas.openxmlformats.org/officeDocument/2006/relationships/slide" Target="slide7.xml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slide" Target="slide6.xml"/><Relationship Id="rId11" Type="http://schemas.openxmlformats.org/officeDocument/2006/relationships/image" Target="../media/image16.png"/><Relationship Id="rId5" Type="http://schemas.openxmlformats.org/officeDocument/2006/relationships/slide" Target="slide3.xml"/><Relationship Id="rId10" Type="http://schemas.openxmlformats.org/officeDocument/2006/relationships/image" Target="../media/image15.png"/><Relationship Id="rId4" Type="http://schemas.openxmlformats.org/officeDocument/2006/relationships/slide" Target="slide2.xml"/><Relationship Id="rId9" Type="http://schemas.openxmlformats.org/officeDocument/2006/relationships/slide" Target="slide1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1.xml"/><Relationship Id="rId7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image" Target="../media/image20.png"/><Relationship Id="rId5" Type="http://schemas.openxmlformats.org/officeDocument/2006/relationships/slide" Target="slide3.xml"/><Relationship Id="rId10" Type="http://schemas.openxmlformats.org/officeDocument/2006/relationships/image" Target="../media/image19.png"/><Relationship Id="rId4" Type="http://schemas.openxmlformats.org/officeDocument/2006/relationships/slide" Target="slide2.xml"/><Relationship Id="rId9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1.xml"/><Relationship Id="rId7" Type="http://schemas.openxmlformats.org/officeDocument/2006/relationships/slide" Target="slide7.xml"/><Relationship Id="rId12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4.xml"/><Relationship Id="rId5" Type="http://schemas.openxmlformats.org/officeDocument/2006/relationships/slide" Target="slide3.xml"/><Relationship Id="rId10" Type="http://schemas.openxmlformats.org/officeDocument/2006/relationships/image" Target="../media/image21.jpg"/><Relationship Id="rId4" Type="http://schemas.openxmlformats.org/officeDocument/2006/relationships/slide" Target="slide2.xml"/><Relationship Id="rId9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image" Target="../media/image24.png"/><Relationship Id="rId3" Type="http://schemas.openxmlformats.org/officeDocument/2006/relationships/image" Target="../media/image22.jpg"/><Relationship Id="rId7" Type="http://schemas.openxmlformats.org/officeDocument/2006/relationships/slide" Target="slide6.xml"/><Relationship Id="rId12" Type="http://schemas.openxmlformats.org/officeDocument/2006/relationships/slide" Target="slide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slide" Target="slide3.xml"/><Relationship Id="rId11" Type="http://schemas.openxmlformats.org/officeDocument/2006/relationships/image" Target="../media/image23.png"/><Relationship Id="rId5" Type="http://schemas.openxmlformats.org/officeDocument/2006/relationships/slide" Target="slide2.xml"/><Relationship Id="rId10" Type="http://schemas.openxmlformats.org/officeDocument/2006/relationships/slide" Target="slide16.xml"/><Relationship Id="rId4" Type="http://schemas.openxmlformats.org/officeDocument/2006/relationships/slide" Target="slide1.xml"/><Relationship Id="rId9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image" Target="../media/image26.png"/><Relationship Id="rId3" Type="http://schemas.openxmlformats.org/officeDocument/2006/relationships/image" Target="../media/image25.jpg"/><Relationship Id="rId7" Type="http://schemas.openxmlformats.org/officeDocument/2006/relationships/slide" Target="slide6.xml"/><Relationship Id="rId12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slide" Target="slide3.xml"/><Relationship Id="rId11" Type="http://schemas.openxmlformats.org/officeDocument/2006/relationships/image" Target="../media/image23.png"/><Relationship Id="rId5" Type="http://schemas.openxmlformats.org/officeDocument/2006/relationships/slide" Target="slide2.xml"/><Relationship Id="rId10" Type="http://schemas.openxmlformats.org/officeDocument/2006/relationships/slide" Target="slide16.xml"/><Relationship Id="rId4" Type="http://schemas.openxmlformats.org/officeDocument/2006/relationships/slide" Target="slide1.xml"/><Relationship Id="rId9" Type="http://schemas.openxmlformats.org/officeDocument/2006/relationships/slide" Target="slide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hyperlink" Target="https://viewer.vivasam.com/VS/ES/MUS/106413/QR/%5b&#48708;&#49345;&#44368;&#50977;%5d(QR)%20&#52488;&#46321;_&#51020;&#50501;%203(&#51452;&#45824;&#52285;)_4-4_76p_&#45432;&#47000;%20&#51061;&#55176;&#44592;(&#45576;&#44867;&#49569;&#51060;)/index.html" TargetMode="External"/><Relationship Id="rId7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slide" Target="slide2.xml"/><Relationship Id="rId11" Type="http://schemas.openxmlformats.org/officeDocument/2006/relationships/slide" Target="slide16.xml"/><Relationship Id="rId5" Type="http://schemas.openxmlformats.org/officeDocument/2006/relationships/slide" Target="slide1.xml"/><Relationship Id="rId10" Type="http://schemas.openxmlformats.org/officeDocument/2006/relationships/slide" Target="slide15.xml"/><Relationship Id="rId4" Type="http://schemas.openxmlformats.org/officeDocument/2006/relationships/image" Target="../media/image27.png"/><Relationship Id="rId9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16.xml"/><Relationship Id="rId3" Type="http://schemas.microsoft.com/office/2007/relationships/media" Target="../media/media2.mp3"/><Relationship Id="rId7" Type="http://schemas.openxmlformats.org/officeDocument/2006/relationships/slide" Target="slide1.xml"/><Relationship Id="rId12" Type="http://schemas.openxmlformats.org/officeDocument/2006/relationships/slide" Target="slide15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8.png"/><Relationship Id="rId11" Type="http://schemas.openxmlformats.org/officeDocument/2006/relationships/slide" Target="slide7.xml"/><Relationship Id="rId5" Type="http://schemas.openxmlformats.org/officeDocument/2006/relationships/slideLayout" Target="../slideLayouts/slideLayout4.xml"/><Relationship Id="rId15" Type="http://schemas.openxmlformats.org/officeDocument/2006/relationships/image" Target="../media/image30.png"/><Relationship Id="rId10" Type="http://schemas.openxmlformats.org/officeDocument/2006/relationships/slide" Target="slide6.xml"/><Relationship Id="rId4" Type="http://schemas.openxmlformats.org/officeDocument/2006/relationships/audio" Target="../media/media2.mp3"/><Relationship Id="rId9" Type="http://schemas.openxmlformats.org/officeDocument/2006/relationships/slide" Target="slide3.xml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slide" Target="slide2.xml"/><Relationship Id="rId3" Type="http://schemas.microsoft.com/office/2007/relationships/media" Target="../media/media2.mp3"/><Relationship Id="rId21" Type="http://schemas.openxmlformats.org/officeDocument/2006/relationships/slide" Target="slide7.xml"/><Relationship Id="rId7" Type="http://schemas.openxmlformats.org/officeDocument/2006/relationships/slideLayout" Target="../slideLayouts/slideLayout5.xml"/><Relationship Id="rId12" Type="http://schemas.openxmlformats.org/officeDocument/2006/relationships/image" Target="../media/image35.png"/><Relationship Id="rId17" Type="http://schemas.openxmlformats.org/officeDocument/2006/relationships/slide" Target="slide1.xml"/><Relationship Id="rId2" Type="http://schemas.openxmlformats.org/officeDocument/2006/relationships/audio" Target="../media/media1.mp3"/><Relationship Id="rId16" Type="http://schemas.openxmlformats.org/officeDocument/2006/relationships/image" Target="../media/image30.png"/><Relationship Id="rId20" Type="http://schemas.openxmlformats.org/officeDocument/2006/relationships/slide" Target="slide6.xml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34.png"/><Relationship Id="rId5" Type="http://schemas.microsoft.com/office/2007/relationships/media" Target="../media/media3.mp3"/><Relationship Id="rId15" Type="http://schemas.openxmlformats.org/officeDocument/2006/relationships/image" Target="../media/image38.png"/><Relationship Id="rId23" Type="http://schemas.openxmlformats.org/officeDocument/2006/relationships/slide" Target="slide16.xml"/><Relationship Id="rId10" Type="http://schemas.openxmlformats.org/officeDocument/2006/relationships/image" Target="../media/image33.png"/><Relationship Id="rId19" Type="http://schemas.openxmlformats.org/officeDocument/2006/relationships/slide" Target="slide3.xml"/><Relationship Id="rId4" Type="http://schemas.openxmlformats.org/officeDocument/2006/relationships/audio" Target="../media/media2.mp3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slide" Target="slide1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13" Type="http://schemas.openxmlformats.org/officeDocument/2006/relationships/slide" Target="slide16.xml"/><Relationship Id="rId3" Type="http://schemas.openxmlformats.org/officeDocument/2006/relationships/image" Target="../media/image40.png"/><Relationship Id="rId7" Type="http://schemas.openxmlformats.org/officeDocument/2006/relationships/slide" Target="slide1.xml"/><Relationship Id="rId12" Type="http://schemas.openxmlformats.org/officeDocument/2006/relationships/slide" Target="slide15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11" Type="http://schemas.openxmlformats.org/officeDocument/2006/relationships/slide" Target="slide7.xml"/><Relationship Id="rId5" Type="http://schemas.openxmlformats.org/officeDocument/2006/relationships/image" Target="../media/image42.png"/><Relationship Id="rId15" Type="http://schemas.openxmlformats.org/officeDocument/2006/relationships/slide" Target="slide10.xml"/><Relationship Id="rId10" Type="http://schemas.openxmlformats.org/officeDocument/2006/relationships/slide" Target="slide6.xml"/><Relationship Id="rId4" Type="http://schemas.openxmlformats.org/officeDocument/2006/relationships/image" Target="../media/image41.png"/><Relationship Id="rId9" Type="http://schemas.openxmlformats.org/officeDocument/2006/relationships/slide" Target="slide3.xml"/><Relationship Id="rId14" Type="http://schemas.openxmlformats.org/officeDocument/2006/relationships/slide" Target="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slide" Target="slide15.xml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12" Type="http://schemas.openxmlformats.org/officeDocument/2006/relationships/slide" Target="slide7.xml"/><Relationship Id="rId2" Type="http://schemas.openxmlformats.org/officeDocument/2006/relationships/image" Target="../media/image39.png"/><Relationship Id="rId16" Type="http://schemas.openxmlformats.org/officeDocument/2006/relationships/slide" Target="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11" Type="http://schemas.openxmlformats.org/officeDocument/2006/relationships/slide" Target="slide6.xml"/><Relationship Id="rId5" Type="http://schemas.openxmlformats.org/officeDocument/2006/relationships/image" Target="../media/image45.png"/><Relationship Id="rId15" Type="http://schemas.openxmlformats.org/officeDocument/2006/relationships/slide" Target="slide9.xml"/><Relationship Id="rId10" Type="http://schemas.openxmlformats.org/officeDocument/2006/relationships/slide" Target="slide3.xml"/><Relationship Id="rId4" Type="http://schemas.openxmlformats.org/officeDocument/2006/relationships/image" Target="../media/image42.png"/><Relationship Id="rId9" Type="http://schemas.openxmlformats.org/officeDocument/2006/relationships/slide" Target="slide2.xml"/><Relationship Id="rId14" Type="http://schemas.openxmlformats.org/officeDocument/2006/relationships/slide" Target="slide1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49.png"/><Relationship Id="rId7" Type="http://schemas.openxmlformats.org/officeDocument/2006/relationships/slide" Target="slide2.xml"/><Relationship Id="rId12" Type="http://schemas.openxmlformats.org/officeDocument/2006/relationships/slide" Target="slide16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11" Type="http://schemas.openxmlformats.org/officeDocument/2006/relationships/slide" Target="slide15.xml"/><Relationship Id="rId5" Type="http://schemas.openxmlformats.org/officeDocument/2006/relationships/image" Target="../media/image51.png"/><Relationship Id="rId10" Type="http://schemas.openxmlformats.org/officeDocument/2006/relationships/slide" Target="slide7.xml"/><Relationship Id="rId4" Type="http://schemas.openxmlformats.org/officeDocument/2006/relationships/image" Target="../media/image50.png"/><Relationship Id="rId9" Type="http://schemas.openxmlformats.org/officeDocument/2006/relationships/slide" Target="slide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1.xml"/><Relationship Id="rId7" Type="http://schemas.openxmlformats.org/officeDocument/2006/relationships/slide" Target="slide7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6" Type="http://schemas.openxmlformats.org/officeDocument/2006/relationships/slide" Target="slide6.xml"/><Relationship Id="rId11" Type="http://schemas.openxmlformats.org/officeDocument/2006/relationships/image" Target="../media/image24.png"/><Relationship Id="rId5" Type="http://schemas.openxmlformats.org/officeDocument/2006/relationships/slide" Target="slide3.xml"/><Relationship Id="rId10" Type="http://schemas.openxmlformats.org/officeDocument/2006/relationships/slide" Target="slide13.xml"/><Relationship Id="rId4" Type="http://schemas.openxmlformats.org/officeDocument/2006/relationships/slide" Target="slide2.xml"/><Relationship Id="rId9" Type="http://schemas.openxmlformats.org/officeDocument/2006/relationships/slide" Target="slide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13" Type="http://schemas.openxmlformats.org/officeDocument/2006/relationships/image" Target="../media/image24.png"/><Relationship Id="rId3" Type="http://schemas.openxmlformats.org/officeDocument/2006/relationships/slide" Target="slide1.xml"/><Relationship Id="rId7" Type="http://schemas.openxmlformats.org/officeDocument/2006/relationships/slide" Target="slide7.xml"/><Relationship Id="rId12" Type="http://schemas.openxmlformats.org/officeDocument/2006/relationships/slide" Target="slide14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6" Type="http://schemas.openxmlformats.org/officeDocument/2006/relationships/slide" Target="slide6.xml"/><Relationship Id="rId11" Type="http://schemas.openxmlformats.org/officeDocument/2006/relationships/image" Target="../media/image26.png"/><Relationship Id="rId5" Type="http://schemas.openxmlformats.org/officeDocument/2006/relationships/slide" Target="slide3.xml"/><Relationship Id="rId10" Type="http://schemas.openxmlformats.org/officeDocument/2006/relationships/slide" Target="slide12.xml"/><Relationship Id="rId4" Type="http://schemas.openxmlformats.org/officeDocument/2006/relationships/slide" Target="slide2.xml"/><Relationship Id="rId9" Type="http://schemas.openxmlformats.org/officeDocument/2006/relationships/slide" Target="slide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1.xml"/><Relationship Id="rId7" Type="http://schemas.openxmlformats.org/officeDocument/2006/relationships/slide" Target="slide7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6" Type="http://schemas.openxmlformats.org/officeDocument/2006/relationships/slide" Target="slide6.xml"/><Relationship Id="rId11" Type="http://schemas.openxmlformats.org/officeDocument/2006/relationships/image" Target="../media/image26.png"/><Relationship Id="rId5" Type="http://schemas.openxmlformats.org/officeDocument/2006/relationships/slide" Target="slide3.xml"/><Relationship Id="rId10" Type="http://schemas.openxmlformats.org/officeDocument/2006/relationships/slide" Target="slide13.xml"/><Relationship Id="rId4" Type="http://schemas.openxmlformats.org/officeDocument/2006/relationships/slide" Target="slide2.xml"/><Relationship Id="rId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image" Target="../media/image57.png"/><Relationship Id="rId3" Type="http://schemas.openxmlformats.org/officeDocument/2006/relationships/slide" Target="slide2.xml"/><Relationship Id="rId7" Type="http://schemas.openxmlformats.org/officeDocument/2006/relationships/slide" Target="slide15.xml"/><Relationship Id="rId12" Type="http://schemas.openxmlformats.org/officeDocument/2006/relationships/image" Target="../media/image5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3.xml"/><Relationship Id="rId6" Type="http://schemas.openxmlformats.org/officeDocument/2006/relationships/slide" Target="slide7.xml"/><Relationship Id="rId11" Type="http://schemas.openxmlformats.org/officeDocument/2006/relationships/image" Target="../media/image55.png"/><Relationship Id="rId5" Type="http://schemas.openxmlformats.org/officeDocument/2006/relationships/slide" Target="slide6.xml"/><Relationship Id="rId10" Type="http://schemas.openxmlformats.org/officeDocument/2006/relationships/image" Target="../media/image54.png"/><Relationship Id="rId4" Type="http://schemas.openxmlformats.org/officeDocument/2006/relationships/slide" Target="slide3.xml"/><Relationship Id="rId9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58.png"/><Relationship Id="rId7" Type="http://schemas.openxmlformats.org/officeDocument/2006/relationships/slide" Target="slide3.xml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slide" Target="slide2.xml"/><Relationship Id="rId11" Type="http://schemas.openxmlformats.org/officeDocument/2006/relationships/slide" Target="slide16.xml"/><Relationship Id="rId5" Type="http://schemas.openxmlformats.org/officeDocument/2006/relationships/slide" Target="slide1.xml"/><Relationship Id="rId10" Type="http://schemas.openxmlformats.org/officeDocument/2006/relationships/slide" Target="slide15.xml"/><Relationship Id="rId4" Type="http://schemas.openxmlformats.org/officeDocument/2006/relationships/image" Target="../media/image59.png"/><Relationship Id="rId9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2B73-AD40-D7EB-AD9D-5CB501E5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D72479AA-2F5A-7EFB-DE04-08598E3503E7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11" name="사각형: 둥근 모서리 10">
              <a:hlinkClick r:id="rId3" action="ppaction://hlinksldjump"/>
              <a:extLst>
                <a:ext uri="{FF2B5EF4-FFF2-40B4-BE49-F238E27FC236}">
                  <a16:creationId xmlns:a16="http://schemas.microsoft.com/office/drawing/2014/main" id="{FF4FEBAA-E8C2-E66E-AAEB-86390B9B3FAB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2" name="사각형: 둥근 모서리 11">
              <a:hlinkClick r:id="rId4" action="ppaction://hlinksldjump"/>
              <a:extLst>
                <a:ext uri="{FF2B5EF4-FFF2-40B4-BE49-F238E27FC236}">
                  <a16:creationId xmlns:a16="http://schemas.microsoft.com/office/drawing/2014/main" id="{8C2B58D7-37B5-AB59-40B1-66C617D92B80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3" name="사각형: 둥근 모서리 12">
              <a:hlinkClick r:id="rId5" action="ppaction://hlinksldjump"/>
              <a:extLst>
                <a:ext uri="{FF2B5EF4-FFF2-40B4-BE49-F238E27FC236}">
                  <a16:creationId xmlns:a16="http://schemas.microsoft.com/office/drawing/2014/main" id="{4E5FBA84-3A84-4817-F6A3-05B7429A7ED8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4" name="사각형: 둥근 모서리 13">
              <a:hlinkClick r:id="rId6" action="ppaction://hlinksldjump"/>
              <a:extLst>
                <a:ext uri="{FF2B5EF4-FFF2-40B4-BE49-F238E27FC236}">
                  <a16:creationId xmlns:a16="http://schemas.microsoft.com/office/drawing/2014/main" id="{061A0A75-C5EC-D9E0-57CA-F6E494F862C5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6" name="사각형: 둥근 모서리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4B36FABA-F8F9-28F2-927E-D7D19360FD82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7" name="사각형: 둥근 모서리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A9B90BBB-F8FB-A2B2-DD97-047B09800E1F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8" name="사각형: 둥근 모서리 17">
              <a:hlinkClick r:id="rId9" action="ppaction://hlinksldjump"/>
              <a:extLst>
                <a:ext uri="{FF2B5EF4-FFF2-40B4-BE49-F238E27FC236}">
                  <a16:creationId xmlns:a16="http://schemas.microsoft.com/office/drawing/2014/main" id="{346619DF-D0F2-66C7-EA62-40BFA547B8DA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F405DBA-3EDE-B99A-8D5A-BE8E396DE4C9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A9BCBE43-AD51-EA75-3F20-A30991033AE2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7CC3C471-AB29-098E-D6A5-F487BFC401A5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1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0" name="object 110">
            <a:extLst>
              <a:ext uri="{FF2B5EF4-FFF2-40B4-BE49-F238E27FC236}">
                <a16:creationId xmlns:a16="http://schemas.microsoft.com/office/drawing/2014/main" id="{7DAD4EC2-163C-476D-89ED-CD0F884BCAFB}"/>
              </a:ext>
            </a:extLst>
          </p:cNvPr>
          <p:cNvSpPr/>
          <p:nvPr/>
        </p:nvSpPr>
        <p:spPr>
          <a:xfrm>
            <a:off x="5238624" y="-21266"/>
            <a:ext cx="6954121" cy="270323"/>
          </a:xfrm>
          <a:custGeom>
            <a:avLst/>
            <a:gdLst/>
            <a:ahLst/>
            <a:cxnLst/>
            <a:rect l="l" t="t" r="r" b="b"/>
            <a:pathLst>
              <a:path w="10699750" h="415925">
                <a:moveTo>
                  <a:pt x="0" y="0"/>
                </a:moveTo>
                <a:lnTo>
                  <a:pt x="959" y="18997"/>
                </a:lnTo>
                <a:lnTo>
                  <a:pt x="2611" y="53179"/>
                </a:lnTo>
                <a:lnTo>
                  <a:pt x="4054" y="84553"/>
                </a:lnTo>
                <a:lnTo>
                  <a:pt x="5903" y="119264"/>
                </a:lnTo>
                <a:lnTo>
                  <a:pt x="17281" y="182264"/>
                </a:lnTo>
                <a:lnTo>
                  <a:pt x="37757" y="236973"/>
                </a:lnTo>
                <a:lnTo>
                  <a:pt x="65959" y="283713"/>
                </a:lnTo>
                <a:lnTo>
                  <a:pt x="100515" y="322808"/>
                </a:lnTo>
                <a:lnTo>
                  <a:pt x="140051" y="354581"/>
                </a:lnTo>
                <a:lnTo>
                  <a:pt x="183195" y="379356"/>
                </a:lnTo>
                <a:lnTo>
                  <a:pt x="228575" y="397455"/>
                </a:lnTo>
                <a:lnTo>
                  <a:pt x="274818" y="409203"/>
                </a:lnTo>
                <a:lnTo>
                  <a:pt x="320551" y="414922"/>
                </a:lnTo>
                <a:lnTo>
                  <a:pt x="342798" y="415621"/>
                </a:lnTo>
                <a:lnTo>
                  <a:pt x="10699142" y="415621"/>
                </a:lnTo>
              </a:path>
            </a:pathLst>
          </a:custGeom>
          <a:ln w="57150">
            <a:solidFill>
              <a:srgbClr val="FDBE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77D3AFE-27A8-4004-BFC3-15913DDAD4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110" y="3105552"/>
            <a:ext cx="12192000" cy="3352442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0B56E6B-2CBC-442D-86DB-3914B564D0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44" y="711"/>
            <a:ext cx="5005632" cy="2808363"/>
          </a:xfrm>
          <a:prstGeom prst="rect">
            <a:avLst/>
          </a:prstGeom>
        </p:spPr>
      </p:pic>
      <p:sp>
        <p:nvSpPr>
          <p:cNvPr id="40" name="object 110">
            <a:extLst>
              <a:ext uri="{FF2B5EF4-FFF2-40B4-BE49-F238E27FC236}">
                <a16:creationId xmlns:a16="http://schemas.microsoft.com/office/drawing/2014/main" id="{72806D2E-1261-4FA8-B348-EEBE341187FE}"/>
              </a:ext>
            </a:extLst>
          </p:cNvPr>
          <p:cNvSpPr/>
          <p:nvPr/>
        </p:nvSpPr>
        <p:spPr>
          <a:xfrm>
            <a:off x="5238624" y="-21266"/>
            <a:ext cx="6954121" cy="270323"/>
          </a:xfrm>
          <a:custGeom>
            <a:avLst/>
            <a:gdLst/>
            <a:ahLst/>
            <a:cxnLst/>
            <a:rect l="l" t="t" r="r" b="b"/>
            <a:pathLst>
              <a:path w="10699750" h="415925">
                <a:moveTo>
                  <a:pt x="0" y="0"/>
                </a:moveTo>
                <a:lnTo>
                  <a:pt x="959" y="18997"/>
                </a:lnTo>
                <a:lnTo>
                  <a:pt x="2611" y="53179"/>
                </a:lnTo>
                <a:lnTo>
                  <a:pt x="4054" y="84553"/>
                </a:lnTo>
                <a:lnTo>
                  <a:pt x="5903" y="119264"/>
                </a:lnTo>
                <a:lnTo>
                  <a:pt x="17281" y="182264"/>
                </a:lnTo>
                <a:lnTo>
                  <a:pt x="37757" y="236973"/>
                </a:lnTo>
                <a:lnTo>
                  <a:pt x="65959" y="283713"/>
                </a:lnTo>
                <a:lnTo>
                  <a:pt x="100515" y="322808"/>
                </a:lnTo>
                <a:lnTo>
                  <a:pt x="140051" y="354581"/>
                </a:lnTo>
                <a:lnTo>
                  <a:pt x="183195" y="379356"/>
                </a:lnTo>
                <a:lnTo>
                  <a:pt x="228575" y="397455"/>
                </a:lnTo>
                <a:lnTo>
                  <a:pt x="274818" y="409203"/>
                </a:lnTo>
                <a:lnTo>
                  <a:pt x="320551" y="414922"/>
                </a:lnTo>
                <a:lnTo>
                  <a:pt x="342798" y="415621"/>
                </a:lnTo>
                <a:lnTo>
                  <a:pt x="10699142" y="415621"/>
                </a:lnTo>
              </a:path>
            </a:pathLst>
          </a:custGeom>
          <a:ln w="57150">
            <a:solidFill>
              <a:srgbClr val="FDBE1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9">
            <a:extLst>
              <a:ext uri="{FF2B5EF4-FFF2-40B4-BE49-F238E27FC236}">
                <a16:creationId xmlns:a16="http://schemas.microsoft.com/office/drawing/2014/main" id="{E5AE9959-0EE6-4215-83E8-5D44A292D78D}"/>
              </a:ext>
            </a:extLst>
          </p:cNvPr>
          <p:cNvSpPr/>
          <p:nvPr/>
        </p:nvSpPr>
        <p:spPr>
          <a:xfrm>
            <a:off x="6505487" y="3859528"/>
            <a:ext cx="1923706" cy="45719"/>
          </a:xfrm>
          <a:custGeom>
            <a:avLst/>
            <a:gdLst/>
            <a:ahLst/>
            <a:cxnLst/>
            <a:rect l="l" t="t" r="r" b="b"/>
            <a:pathLst>
              <a:path w="4010659">
                <a:moveTo>
                  <a:pt x="0" y="0"/>
                </a:moveTo>
                <a:lnTo>
                  <a:pt x="4010349" y="0"/>
                </a:lnTo>
              </a:path>
            </a:pathLst>
          </a:custGeom>
          <a:ln w="38100">
            <a:solidFill>
              <a:srgbClr val="F7C4C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5D1ADE-6A70-466F-B6BB-6CBA87BAC57F}"/>
              </a:ext>
            </a:extLst>
          </p:cNvPr>
          <p:cNvSpPr txBox="1"/>
          <p:nvPr/>
        </p:nvSpPr>
        <p:spPr>
          <a:xfrm>
            <a:off x="7197214" y="4538256"/>
            <a:ext cx="1718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30~31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쪽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A529F10-171C-42A1-A23B-B5AFB952E70A}"/>
              </a:ext>
            </a:extLst>
          </p:cNvPr>
          <p:cNvGrpSpPr/>
          <p:nvPr/>
        </p:nvGrpSpPr>
        <p:grpSpPr>
          <a:xfrm>
            <a:off x="5953858" y="4542142"/>
            <a:ext cx="2986942" cy="468412"/>
            <a:chOff x="5928458" y="4542142"/>
            <a:chExt cx="2986942" cy="468412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06DA1900-9A98-4401-84F6-E9384CFD1084}"/>
                </a:ext>
              </a:extLst>
            </p:cNvPr>
            <p:cNvGrpSpPr/>
            <p:nvPr/>
          </p:nvGrpSpPr>
          <p:grpSpPr>
            <a:xfrm>
              <a:off x="5928458" y="4542142"/>
              <a:ext cx="2986942" cy="468412"/>
              <a:chOff x="9777740" y="7473891"/>
              <a:chExt cx="4944110" cy="775335"/>
            </a:xfrm>
          </p:grpSpPr>
          <p:sp>
            <p:nvSpPr>
              <p:cNvPr id="50" name="object 115">
                <a:extLst>
                  <a:ext uri="{FF2B5EF4-FFF2-40B4-BE49-F238E27FC236}">
                    <a16:creationId xmlns:a16="http://schemas.microsoft.com/office/drawing/2014/main" id="{96378A15-C649-4C02-9687-D14F7566A7B3}"/>
                  </a:ext>
                </a:extLst>
              </p:cNvPr>
              <p:cNvSpPr/>
              <p:nvPr/>
            </p:nvSpPr>
            <p:spPr>
              <a:xfrm>
                <a:off x="9792222" y="7488369"/>
                <a:ext cx="4915535" cy="746125"/>
              </a:xfrm>
              <a:custGeom>
                <a:avLst/>
                <a:gdLst/>
                <a:ahLst/>
                <a:cxnLst/>
                <a:rect l="l" t="t" r="r" b="b"/>
                <a:pathLst>
                  <a:path w="4915534" h="746125">
                    <a:moveTo>
                      <a:pt x="4542071" y="0"/>
                    </a:moveTo>
                    <a:lnTo>
                      <a:pt x="372941" y="0"/>
                    </a:lnTo>
                    <a:lnTo>
                      <a:pt x="342399" y="1238"/>
                    </a:lnTo>
                    <a:lnTo>
                      <a:pt x="283427" y="10857"/>
                    </a:lnTo>
                    <a:lnTo>
                      <a:pt x="227915" y="29354"/>
                    </a:lnTo>
                    <a:lnTo>
                      <a:pt x="176639" y="55954"/>
                    </a:lnTo>
                    <a:lnTo>
                      <a:pt x="130370" y="89884"/>
                    </a:lnTo>
                    <a:lnTo>
                      <a:pt x="89884" y="130370"/>
                    </a:lnTo>
                    <a:lnTo>
                      <a:pt x="55954" y="176639"/>
                    </a:lnTo>
                    <a:lnTo>
                      <a:pt x="29354" y="227915"/>
                    </a:lnTo>
                    <a:lnTo>
                      <a:pt x="10857" y="283427"/>
                    </a:lnTo>
                    <a:lnTo>
                      <a:pt x="1238" y="342399"/>
                    </a:lnTo>
                    <a:lnTo>
                      <a:pt x="0" y="372941"/>
                    </a:lnTo>
                    <a:lnTo>
                      <a:pt x="1238" y="403485"/>
                    </a:lnTo>
                    <a:lnTo>
                      <a:pt x="10857" y="462459"/>
                    </a:lnTo>
                    <a:lnTo>
                      <a:pt x="29354" y="517973"/>
                    </a:lnTo>
                    <a:lnTo>
                      <a:pt x="55954" y="569251"/>
                    </a:lnTo>
                    <a:lnTo>
                      <a:pt x="89884" y="615520"/>
                    </a:lnTo>
                    <a:lnTo>
                      <a:pt x="130370" y="656007"/>
                    </a:lnTo>
                    <a:lnTo>
                      <a:pt x="176639" y="689938"/>
                    </a:lnTo>
                    <a:lnTo>
                      <a:pt x="227915" y="716539"/>
                    </a:lnTo>
                    <a:lnTo>
                      <a:pt x="283427" y="735035"/>
                    </a:lnTo>
                    <a:lnTo>
                      <a:pt x="342399" y="744654"/>
                    </a:lnTo>
                    <a:lnTo>
                      <a:pt x="372941" y="745893"/>
                    </a:lnTo>
                    <a:lnTo>
                      <a:pt x="4542071" y="745893"/>
                    </a:lnTo>
                    <a:lnTo>
                      <a:pt x="4602483" y="741003"/>
                    </a:lnTo>
                    <a:lnTo>
                      <a:pt x="4659821" y="726848"/>
                    </a:lnTo>
                    <a:lnTo>
                      <a:pt x="4713312" y="704203"/>
                    </a:lnTo>
                    <a:lnTo>
                      <a:pt x="4762182" y="673841"/>
                    </a:lnTo>
                    <a:lnTo>
                      <a:pt x="4805656" y="636535"/>
                    </a:lnTo>
                    <a:lnTo>
                      <a:pt x="4842960" y="593060"/>
                    </a:lnTo>
                    <a:lnTo>
                      <a:pt x="4873322" y="544190"/>
                    </a:lnTo>
                    <a:lnTo>
                      <a:pt x="4895967" y="490697"/>
                    </a:lnTo>
                    <a:lnTo>
                      <a:pt x="4910122" y="433356"/>
                    </a:lnTo>
                    <a:lnTo>
                      <a:pt x="4915012" y="372941"/>
                    </a:lnTo>
                    <a:lnTo>
                      <a:pt x="4913773" y="342399"/>
                    </a:lnTo>
                    <a:lnTo>
                      <a:pt x="4904154" y="283427"/>
                    </a:lnTo>
                    <a:lnTo>
                      <a:pt x="4885658" y="227915"/>
                    </a:lnTo>
                    <a:lnTo>
                      <a:pt x="4859058" y="176639"/>
                    </a:lnTo>
                    <a:lnTo>
                      <a:pt x="4825127" y="130370"/>
                    </a:lnTo>
                    <a:lnTo>
                      <a:pt x="4784641" y="89884"/>
                    </a:lnTo>
                    <a:lnTo>
                      <a:pt x="4738373" y="55954"/>
                    </a:lnTo>
                    <a:lnTo>
                      <a:pt x="4687096" y="29354"/>
                    </a:lnTo>
                    <a:lnTo>
                      <a:pt x="4631585" y="10857"/>
                    </a:lnTo>
                    <a:lnTo>
                      <a:pt x="4572613" y="1238"/>
                    </a:lnTo>
                    <a:lnTo>
                      <a:pt x="4542071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116">
                <a:extLst>
                  <a:ext uri="{FF2B5EF4-FFF2-40B4-BE49-F238E27FC236}">
                    <a16:creationId xmlns:a16="http://schemas.microsoft.com/office/drawing/2014/main" id="{56A42496-BB94-49C6-AAFB-B9EEF71A0DD2}"/>
                  </a:ext>
                </a:extLst>
              </p:cNvPr>
              <p:cNvSpPr/>
              <p:nvPr/>
            </p:nvSpPr>
            <p:spPr>
              <a:xfrm>
                <a:off x="9777740" y="7473891"/>
                <a:ext cx="4944110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4944109" h="775334">
                    <a:moveTo>
                      <a:pt x="4556552" y="0"/>
                    </a:moveTo>
                    <a:lnTo>
                      <a:pt x="387422" y="0"/>
                    </a:lnTo>
                    <a:lnTo>
                      <a:pt x="355648" y="1284"/>
                    </a:lnTo>
                    <a:lnTo>
                      <a:pt x="294322" y="11259"/>
                    </a:lnTo>
                    <a:lnTo>
                      <a:pt x="236622" y="30446"/>
                    </a:lnTo>
                    <a:lnTo>
                      <a:pt x="183347" y="58046"/>
                    </a:lnTo>
                    <a:lnTo>
                      <a:pt x="135294" y="93261"/>
                    </a:lnTo>
                    <a:lnTo>
                      <a:pt x="93261" y="135294"/>
                    </a:lnTo>
                    <a:lnTo>
                      <a:pt x="58046" y="183347"/>
                    </a:lnTo>
                    <a:lnTo>
                      <a:pt x="30446" y="236622"/>
                    </a:lnTo>
                    <a:lnTo>
                      <a:pt x="11259" y="294322"/>
                    </a:lnTo>
                    <a:lnTo>
                      <a:pt x="1284" y="355648"/>
                    </a:lnTo>
                    <a:lnTo>
                      <a:pt x="0" y="387422"/>
                    </a:lnTo>
                    <a:lnTo>
                      <a:pt x="1284" y="419198"/>
                    </a:lnTo>
                    <a:lnTo>
                      <a:pt x="11259" y="480526"/>
                    </a:lnTo>
                    <a:lnTo>
                      <a:pt x="30446" y="538227"/>
                    </a:lnTo>
                    <a:lnTo>
                      <a:pt x="58046" y="591502"/>
                    </a:lnTo>
                    <a:lnTo>
                      <a:pt x="93261" y="639555"/>
                    </a:lnTo>
                    <a:lnTo>
                      <a:pt x="135294" y="681587"/>
                    </a:lnTo>
                    <a:lnTo>
                      <a:pt x="183347" y="716801"/>
                    </a:lnTo>
                    <a:lnTo>
                      <a:pt x="236622" y="744400"/>
                    </a:lnTo>
                    <a:lnTo>
                      <a:pt x="294322" y="763586"/>
                    </a:lnTo>
                    <a:lnTo>
                      <a:pt x="355648" y="773561"/>
                    </a:lnTo>
                    <a:lnTo>
                      <a:pt x="387422" y="774845"/>
                    </a:lnTo>
                    <a:lnTo>
                      <a:pt x="4556552" y="774845"/>
                    </a:lnTo>
                    <a:lnTo>
                      <a:pt x="4619395" y="769774"/>
                    </a:lnTo>
                    <a:lnTo>
                      <a:pt x="4679009" y="755094"/>
                    </a:lnTo>
                    <a:lnTo>
                      <a:pt x="4703399" y="745893"/>
                    </a:lnTo>
                    <a:lnTo>
                      <a:pt x="387422" y="745893"/>
                    </a:lnTo>
                    <a:lnTo>
                      <a:pt x="358065" y="744702"/>
                    </a:lnTo>
                    <a:lnTo>
                      <a:pt x="301381" y="735457"/>
                    </a:lnTo>
                    <a:lnTo>
                      <a:pt x="248024" y="717678"/>
                    </a:lnTo>
                    <a:lnTo>
                      <a:pt x="198737" y="692110"/>
                    </a:lnTo>
                    <a:lnTo>
                      <a:pt x="154264" y="659496"/>
                    </a:lnTo>
                    <a:lnTo>
                      <a:pt x="115348" y="620581"/>
                    </a:lnTo>
                    <a:lnTo>
                      <a:pt x="82735" y="576108"/>
                    </a:lnTo>
                    <a:lnTo>
                      <a:pt x="57167" y="526821"/>
                    </a:lnTo>
                    <a:lnTo>
                      <a:pt x="39388" y="473463"/>
                    </a:lnTo>
                    <a:lnTo>
                      <a:pt x="30142" y="416779"/>
                    </a:lnTo>
                    <a:lnTo>
                      <a:pt x="28951" y="387422"/>
                    </a:lnTo>
                    <a:lnTo>
                      <a:pt x="30142" y="358065"/>
                    </a:lnTo>
                    <a:lnTo>
                      <a:pt x="39388" y="301381"/>
                    </a:lnTo>
                    <a:lnTo>
                      <a:pt x="57167" y="248024"/>
                    </a:lnTo>
                    <a:lnTo>
                      <a:pt x="82735" y="198737"/>
                    </a:lnTo>
                    <a:lnTo>
                      <a:pt x="115348" y="154264"/>
                    </a:lnTo>
                    <a:lnTo>
                      <a:pt x="154264" y="115348"/>
                    </a:lnTo>
                    <a:lnTo>
                      <a:pt x="198737" y="82735"/>
                    </a:lnTo>
                    <a:lnTo>
                      <a:pt x="248024" y="57167"/>
                    </a:lnTo>
                    <a:lnTo>
                      <a:pt x="301381" y="39388"/>
                    </a:lnTo>
                    <a:lnTo>
                      <a:pt x="358065" y="30142"/>
                    </a:lnTo>
                    <a:lnTo>
                      <a:pt x="387422" y="28951"/>
                    </a:lnTo>
                    <a:lnTo>
                      <a:pt x="4703395" y="28951"/>
                    </a:lnTo>
                    <a:lnTo>
                      <a:pt x="4679009" y="19751"/>
                    </a:lnTo>
                    <a:lnTo>
                      <a:pt x="4649656" y="11259"/>
                    </a:lnTo>
                    <a:lnTo>
                      <a:pt x="4619395" y="5070"/>
                    </a:lnTo>
                    <a:lnTo>
                      <a:pt x="4588327" y="1284"/>
                    </a:lnTo>
                    <a:lnTo>
                      <a:pt x="4556552" y="0"/>
                    </a:lnTo>
                    <a:close/>
                  </a:path>
                  <a:path w="4944109" h="775334">
                    <a:moveTo>
                      <a:pt x="4703395" y="28951"/>
                    </a:moveTo>
                    <a:lnTo>
                      <a:pt x="4556552" y="28951"/>
                    </a:lnTo>
                    <a:lnTo>
                      <a:pt x="4585909" y="30142"/>
                    </a:lnTo>
                    <a:lnTo>
                      <a:pt x="4614620" y="33652"/>
                    </a:lnTo>
                    <a:lnTo>
                      <a:pt x="4669734" y="47257"/>
                    </a:lnTo>
                    <a:lnTo>
                      <a:pt x="4721149" y="69024"/>
                    </a:lnTo>
                    <a:lnTo>
                      <a:pt x="4768122" y="98207"/>
                    </a:lnTo>
                    <a:lnTo>
                      <a:pt x="4809909" y="134065"/>
                    </a:lnTo>
                    <a:lnTo>
                      <a:pt x="4845767" y="175852"/>
                    </a:lnTo>
                    <a:lnTo>
                      <a:pt x="4874950" y="222825"/>
                    </a:lnTo>
                    <a:lnTo>
                      <a:pt x="4896717" y="274240"/>
                    </a:lnTo>
                    <a:lnTo>
                      <a:pt x="4910322" y="329354"/>
                    </a:lnTo>
                    <a:lnTo>
                      <a:pt x="4915023" y="387422"/>
                    </a:lnTo>
                    <a:lnTo>
                      <a:pt x="4913832" y="416781"/>
                    </a:lnTo>
                    <a:lnTo>
                      <a:pt x="4904586" y="473467"/>
                    </a:lnTo>
                    <a:lnTo>
                      <a:pt x="4886807" y="526825"/>
                    </a:lnTo>
                    <a:lnTo>
                      <a:pt x="4861239" y="576112"/>
                    </a:lnTo>
                    <a:lnTo>
                      <a:pt x="4828626" y="620585"/>
                    </a:lnTo>
                    <a:lnTo>
                      <a:pt x="4789711" y="659500"/>
                    </a:lnTo>
                    <a:lnTo>
                      <a:pt x="4745237" y="692112"/>
                    </a:lnTo>
                    <a:lnTo>
                      <a:pt x="4695950" y="717679"/>
                    </a:lnTo>
                    <a:lnTo>
                      <a:pt x="4642593" y="735457"/>
                    </a:lnTo>
                    <a:lnTo>
                      <a:pt x="4585909" y="744703"/>
                    </a:lnTo>
                    <a:lnTo>
                      <a:pt x="4556552" y="745893"/>
                    </a:lnTo>
                    <a:lnTo>
                      <a:pt x="4703399" y="745893"/>
                    </a:lnTo>
                    <a:lnTo>
                      <a:pt x="4760632" y="716801"/>
                    </a:lnTo>
                    <a:lnTo>
                      <a:pt x="4808684" y="681587"/>
                    </a:lnTo>
                    <a:lnTo>
                      <a:pt x="4850717" y="639555"/>
                    </a:lnTo>
                    <a:lnTo>
                      <a:pt x="4885931" y="591502"/>
                    </a:lnTo>
                    <a:lnTo>
                      <a:pt x="4913530" y="538227"/>
                    </a:lnTo>
                    <a:lnTo>
                      <a:pt x="4932715" y="480526"/>
                    </a:lnTo>
                    <a:lnTo>
                      <a:pt x="4942690" y="419198"/>
                    </a:lnTo>
                    <a:lnTo>
                      <a:pt x="4943975" y="387422"/>
                    </a:lnTo>
                    <a:lnTo>
                      <a:pt x="4942690" y="355648"/>
                    </a:lnTo>
                    <a:lnTo>
                      <a:pt x="4932715" y="294322"/>
                    </a:lnTo>
                    <a:lnTo>
                      <a:pt x="4913530" y="236622"/>
                    </a:lnTo>
                    <a:lnTo>
                      <a:pt x="4885931" y="183347"/>
                    </a:lnTo>
                    <a:lnTo>
                      <a:pt x="4850717" y="135294"/>
                    </a:lnTo>
                    <a:lnTo>
                      <a:pt x="4808684" y="93261"/>
                    </a:lnTo>
                    <a:lnTo>
                      <a:pt x="4760632" y="58046"/>
                    </a:lnTo>
                    <a:lnTo>
                      <a:pt x="4707356" y="30446"/>
                    </a:lnTo>
                    <a:lnTo>
                      <a:pt x="4703395" y="28951"/>
                    </a:lnTo>
                    <a:close/>
                  </a:path>
                </a:pathLst>
              </a:custGeom>
              <a:solidFill>
                <a:srgbClr val="9C633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117">
                <a:extLst>
                  <a:ext uri="{FF2B5EF4-FFF2-40B4-BE49-F238E27FC236}">
                    <a16:creationId xmlns:a16="http://schemas.microsoft.com/office/drawing/2014/main" id="{7563CC2E-FF9C-4DEA-8AA1-E8B9D20A3C2B}"/>
                  </a:ext>
                </a:extLst>
              </p:cNvPr>
              <p:cNvSpPr/>
              <p:nvPr/>
            </p:nvSpPr>
            <p:spPr>
              <a:xfrm>
                <a:off x="9777745" y="7473891"/>
                <a:ext cx="2061845" cy="775335"/>
              </a:xfrm>
              <a:custGeom>
                <a:avLst/>
                <a:gdLst/>
                <a:ahLst/>
                <a:cxnLst/>
                <a:rect l="l" t="t" r="r" b="b"/>
                <a:pathLst>
                  <a:path w="2061845" h="775334">
                    <a:moveTo>
                      <a:pt x="2061413" y="0"/>
                    </a:moveTo>
                    <a:lnTo>
                      <a:pt x="387422" y="0"/>
                    </a:lnTo>
                    <a:lnTo>
                      <a:pt x="355647" y="1284"/>
                    </a:lnTo>
                    <a:lnTo>
                      <a:pt x="294319" y="11259"/>
                    </a:lnTo>
                    <a:lnTo>
                      <a:pt x="236618" y="30444"/>
                    </a:lnTo>
                    <a:lnTo>
                      <a:pt x="183342" y="58043"/>
                    </a:lnTo>
                    <a:lnTo>
                      <a:pt x="135290" y="93257"/>
                    </a:lnTo>
                    <a:lnTo>
                      <a:pt x="93257" y="135290"/>
                    </a:lnTo>
                    <a:lnTo>
                      <a:pt x="58043" y="183342"/>
                    </a:lnTo>
                    <a:lnTo>
                      <a:pt x="30444" y="236618"/>
                    </a:lnTo>
                    <a:lnTo>
                      <a:pt x="11259" y="294319"/>
                    </a:lnTo>
                    <a:lnTo>
                      <a:pt x="1284" y="355647"/>
                    </a:lnTo>
                    <a:lnTo>
                      <a:pt x="0" y="387422"/>
                    </a:lnTo>
                    <a:lnTo>
                      <a:pt x="1284" y="419198"/>
                    </a:lnTo>
                    <a:lnTo>
                      <a:pt x="11259" y="480526"/>
                    </a:lnTo>
                    <a:lnTo>
                      <a:pt x="30444" y="538227"/>
                    </a:lnTo>
                    <a:lnTo>
                      <a:pt x="58043" y="591502"/>
                    </a:lnTo>
                    <a:lnTo>
                      <a:pt x="93257" y="639555"/>
                    </a:lnTo>
                    <a:lnTo>
                      <a:pt x="135290" y="681587"/>
                    </a:lnTo>
                    <a:lnTo>
                      <a:pt x="183342" y="716801"/>
                    </a:lnTo>
                    <a:lnTo>
                      <a:pt x="236618" y="744400"/>
                    </a:lnTo>
                    <a:lnTo>
                      <a:pt x="294319" y="763586"/>
                    </a:lnTo>
                    <a:lnTo>
                      <a:pt x="355647" y="773561"/>
                    </a:lnTo>
                    <a:lnTo>
                      <a:pt x="387422" y="774845"/>
                    </a:lnTo>
                    <a:lnTo>
                      <a:pt x="2061413" y="774845"/>
                    </a:lnTo>
                    <a:lnTo>
                      <a:pt x="2061413" y="0"/>
                    </a:lnTo>
                    <a:close/>
                  </a:path>
                </a:pathLst>
              </a:custGeom>
              <a:solidFill>
                <a:srgbClr val="9C633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BCC223F7-8BD5-4D8B-8D4A-DD7866A29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150934" y="4620906"/>
              <a:ext cx="840416" cy="281229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112DDA79-C13C-4370-BF32-099850C7E78B}"/>
              </a:ext>
            </a:extLst>
          </p:cNvPr>
          <p:cNvSpPr txBox="1"/>
          <p:nvPr/>
        </p:nvSpPr>
        <p:spPr>
          <a:xfrm>
            <a:off x="7197214" y="4542201"/>
            <a:ext cx="1730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76~77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쪽</a:t>
            </a:r>
            <a:endParaRPr lang="ko-KR" altLang="en-US" sz="2400" b="1" spc="-150" dirty="0">
              <a:solidFill>
                <a:srgbClr val="8F654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C019B8-82CD-4E8C-80E2-4AEC75DFA142}"/>
              </a:ext>
            </a:extLst>
          </p:cNvPr>
          <p:cNvSpPr txBox="1"/>
          <p:nvPr/>
        </p:nvSpPr>
        <p:spPr>
          <a:xfrm>
            <a:off x="3315287" y="2177415"/>
            <a:ext cx="8244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latin typeface="맑은 고딕" panose="020B0503020000020004" pitchFamily="50" charset="-127"/>
              </a:rPr>
              <a:t>소리로 그리는 하얀 세상</a:t>
            </a:r>
            <a:endParaRPr lang="ko-KR" altLang="en-US" sz="4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09AE98-B161-4CAC-B61A-17AD5CD205ED}"/>
              </a:ext>
            </a:extLst>
          </p:cNvPr>
          <p:cNvSpPr txBox="1"/>
          <p:nvPr/>
        </p:nvSpPr>
        <p:spPr>
          <a:xfrm>
            <a:off x="3025086" y="3125364"/>
            <a:ext cx="8825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spc="-300" dirty="0">
                <a:solidFill>
                  <a:srgbClr val="F06794"/>
                </a:solidFill>
                <a:latin typeface="맑은 고딕" panose="020B0503020000020004" pitchFamily="50" charset="-127"/>
              </a:rPr>
              <a:t>눈꽃송이</a:t>
            </a:r>
            <a:endParaRPr lang="ko-KR" altLang="en-US" sz="4000" b="1" spc="-300" dirty="0">
              <a:solidFill>
                <a:srgbClr val="F067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2E81AEA-A97D-4D88-BBCB-514B393500D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72907" y="3190831"/>
            <a:ext cx="528329" cy="60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6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6B7C-E181-14F5-3049-3181BA1C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FFE7542-9711-AA6F-4483-18206AA861D8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3" name="사각형: 둥근 모서리 2">
              <a:hlinkClick r:id="rId3" action="ppaction://hlinksldjump"/>
              <a:extLst>
                <a:ext uri="{FF2B5EF4-FFF2-40B4-BE49-F238E27FC236}">
                  <a16:creationId xmlns:a16="http://schemas.microsoft.com/office/drawing/2014/main" id="{4B4C5066-A4E2-C70B-3029-01A88933277E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" name="사각형: 둥근 모서리 4">
              <a:hlinkClick r:id="rId4" action="ppaction://hlinksldjump"/>
              <a:extLst>
                <a:ext uri="{FF2B5EF4-FFF2-40B4-BE49-F238E27FC236}">
                  <a16:creationId xmlns:a16="http://schemas.microsoft.com/office/drawing/2014/main" id="{88785B9D-170E-C168-A506-017929C6E5EA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5" action="ppaction://hlinksldjump"/>
              <a:extLst>
                <a:ext uri="{FF2B5EF4-FFF2-40B4-BE49-F238E27FC236}">
                  <a16:creationId xmlns:a16="http://schemas.microsoft.com/office/drawing/2014/main" id="{5FF253A5-B5DB-ACE6-6CDC-07480BB4BC79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8" name="사각형: 둥근 모서리 7">
              <a:hlinkClick r:id="rId6" action="ppaction://hlinksldjump"/>
              <a:extLst>
                <a:ext uri="{FF2B5EF4-FFF2-40B4-BE49-F238E27FC236}">
                  <a16:creationId xmlns:a16="http://schemas.microsoft.com/office/drawing/2014/main" id="{69A79BDE-400B-BE0C-FA68-E4118BF9C812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9" name="사각형: 둥근 모서리 8">
              <a:hlinkClick r:id="rId7" action="ppaction://hlinksldjump"/>
              <a:extLst>
                <a:ext uri="{FF2B5EF4-FFF2-40B4-BE49-F238E27FC236}">
                  <a16:creationId xmlns:a16="http://schemas.microsoft.com/office/drawing/2014/main" id="{DE897A0A-7CF3-F410-B654-F0694AC7652E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0" name="사각형: 둥근 모서리 9">
              <a:hlinkClick r:id="rId8" action="ppaction://hlinksldjump"/>
              <a:extLst>
                <a:ext uri="{FF2B5EF4-FFF2-40B4-BE49-F238E27FC236}">
                  <a16:creationId xmlns:a16="http://schemas.microsoft.com/office/drawing/2014/main" id="{F4CC765A-B973-0188-DC61-D422FCF2AC5D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5" name="사각형: 둥근 모서리 14">
              <a:hlinkClick r:id="rId9" action="ppaction://hlinksldjump"/>
              <a:extLst>
                <a:ext uri="{FF2B5EF4-FFF2-40B4-BE49-F238E27FC236}">
                  <a16:creationId xmlns:a16="http://schemas.microsoft.com/office/drawing/2014/main" id="{D6010249-DE2E-CFBE-AE6D-49C73E41C4EB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F444E973-8AE3-23D8-8B7E-78F204E54F05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800ABAD7-7650-68BA-7EC4-EC66EA329C46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F3AC2983-6CAF-3496-B889-E76FD300D6C1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2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B2CD9E-3F0B-454C-B473-AD8111D5F012}"/>
              </a:ext>
            </a:extLst>
          </p:cNvPr>
          <p:cNvSpPr/>
          <p:nvPr/>
        </p:nvSpPr>
        <p:spPr>
          <a:xfrm>
            <a:off x="2423160" y="2544476"/>
            <a:ext cx="3095138" cy="375209"/>
          </a:xfrm>
          <a:prstGeom prst="rect">
            <a:avLst/>
          </a:prstGeom>
          <a:solidFill>
            <a:srgbClr val="FFF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bject 30">
            <a:extLst>
              <a:ext uri="{FF2B5EF4-FFF2-40B4-BE49-F238E27FC236}">
                <a16:creationId xmlns:a16="http://schemas.microsoft.com/office/drawing/2014/main" id="{097C09F9-BCD8-44BB-A90B-4DA2D11B3D8D}"/>
              </a:ext>
            </a:extLst>
          </p:cNvPr>
          <p:cNvSpPr/>
          <p:nvPr/>
        </p:nvSpPr>
        <p:spPr>
          <a:xfrm>
            <a:off x="150222" y="4608576"/>
            <a:ext cx="1685286" cy="171700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6A63248B-0315-44F5-9057-5D2670BAF4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7441" y="2357059"/>
            <a:ext cx="300764" cy="273422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DFB8EA-EE2F-4F92-9ADD-42F196F6EA01}"/>
              </a:ext>
            </a:extLst>
          </p:cNvPr>
          <p:cNvSpPr/>
          <p:nvPr/>
        </p:nvSpPr>
        <p:spPr>
          <a:xfrm>
            <a:off x="2423160" y="4006550"/>
            <a:ext cx="4727448" cy="375209"/>
          </a:xfrm>
          <a:prstGeom prst="rect">
            <a:avLst/>
          </a:prstGeom>
          <a:solidFill>
            <a:srgbClr val="FFF1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1E6227E-A288-4500-86E4-F219CD13DC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7441" y="3863184"/>
            <a:ext cx="300764" cy="2734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C5F17FE-A1A5-427E-9209-8276170DDC4E}"/>
              </a:ext>
            </a:extLst>
          </p:cNvPr>
          <p:cNvSpPr txBox="1"/>
          <p:nvPr/>
        </p:nvSpPr>
        <p:spPr>
          <a:xfrm>
            <a:off x="2335141" y="2119604"/>
            <a:ext cx="8811395" cy="2252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1000"/>
              </a:lnSpc>
            </a:pPr>
            <a:r>
              <a:rPr lang="ko-KR" altLang="en-US" sz="40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셈여림을</a:t>
            </a:r>
            <a:r>
              <a:rPr lang="ko-KR" altLang="en-US" sz="4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살려 노래 불러 봅시다</a:t>
            </a:r>
            <a:r>
              <a:rPr lang="en-US" altLang="ko-KR" sz="4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1000"/>
              </a:lnSpc>
            </a:pPr>
            <a:endParaRPr lang="en-US" altLang="ko-KR" sz="4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1000"/>
              </a:lnSpc>
              <a:spcAft>
                <a:spcPts val="1800"/>
              </a:spcAft>
            </a:pPr>
            <a:r>
              <a:rPr lang="ko-KR" altLang="en-US" sz="4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장면에 어울리는 소리를 표현해 봅시다</a:t>
            </a:r>
            <a:r>
              <a:rPr lang="en-US" altLang="ko-KR" sz="4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40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589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83B9C560-4E61-186A-5D91-72C8A02C99E1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4" name="사각형: 둥근 모서리 3">
              <a:hlinkClick r:id="rId3" action="ppaction://hlinksldjump"/>
              <a:extLst>
                <a:ext uri="{FF2B5EF4-FFF2-40B4-BE49-F238E27FC236}">
                  <a16:creationId xmlns:a16="http://schemas.microsoft.com/office/drawing/2014/main" id="{5150E99E-FDA6-0E8B-885C-180F5A8F0F73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5" name="사각형: 둥근 모서리 4">
              <a:hlinkClick r:id="rId4" action="ppaction://hlinksldjump"/>
              <a:extLst>
                <a:ext uri="{FF2B5EF4-FFF2-40B4-BE49-F238E27FC236}">
                  <a16:creationId xmlns:a16="http://schemas.microsoft.com/office/drawing/2014/main" id="{3261EA8C-F3D6-E31F-6A2C-FE4C6E4D750B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6" name="사각형: 둥근 모서리 5">
              <a:hlinkClick r:id="rId5" action="ppaction://hlinksldjump"/>
              <a:extLst>
                <a:ext uri="{FF2B5EF4-FFF2-40B4-BE49-F238E27FC236}">
                  <a16:creationId xmlns:a16="http://schemas.microsoft.com/office/drawing/2014/main" id="{E13FED86-DA6E-D42E-4D50-7D139F967379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7" name="사각형: 둥근 모서리 6">
              <a:hlinkClick r:id="rId6" action="ppaction://hlinksldjump"/>
              <a:extLst>
                <a:ext uri="{FF2B5EF4-FFF2-40B4-BE49-F238E27FC236}">
                  <a16:creationId xmlns:a16="http://schemas.microsoft.com/office/drawing/2014/main" id="{B8FB94D9-2535-DBBB-161C-B8C8BE4C827B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8" name="사각형: 둥근 모서리 7">
              <a:hlinkClick r:id="rId7" action="ppaction://hlinksldjump"/>
              <a:extLst>
                <a:ext uri="{FF2B5EF4-FFF2-40B4-BE49-F238E27FC236}">
                  <a16:creationId xmlns:a16="http://schemas.microsoft.com/office/drawing/2014/main" id="{A81AF2CA-BB34-19E6-292E-E76B373FC9C9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9" name="사각형: 둥근 모서리 8">
              <a:hlinkClick r:id="rId8" action="ppaction://hlinksldjump"/>
              <a:extLst>
                <a:ext uri="{FF2B5EF4-FFF2-40B4-BE49-F238E27FC236}">
                  <a16:creationId xmlns:a16="http://schemas.microsoft.com/office/drawing/2014/main" id="{DBF923E0-BB5B-ED3E-7FB3-0DFD1ECD3A99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0" name="사각형: 둥근 모서리 9">
              <a:hlinkClick r:id="rId9" action="ppaction://hlinksldjump"/>
              <a:extLst>
                <a:ext uri="{FF2B5EF4-FFF2-40B4-BE49-F238E27FC236}">
                  <a16:creationId xmlns:a16="http://schemas.microsoft.com/office/drawing/2014/main" id="{24FFF33C-D35D-9EC5-B2F0-CFCA06535192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322A495-C01B-4251-7D9C-4537B6ACEA0E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922DEFE3-D6CC-98A8-C7DB-40406B295D54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D030CB1C-E23C-BBCB-A534-4BED6B87764A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3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E310936-2BEC-C0E9-35BE-9A5038427BB4}"/>
              </a:ext>
            </a:extLst>
          </p:cNvPr>
          <p:cNvSpPr txBox="1"/>
          <p:nvPr/>
        </p:nvSpPr>
        <p:spPr>
          <a:xfrm>
            <a:off x="118671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눈 내리는 날의 풍경을 보고 경험과 느낌을 이야기해 봅시다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500B2D7-3D86-4D84-8A92-8E2C0088F190}"/>
              </a:ext>
            </a:extLst>
          </p:cNvPr>
          <p:cNvSpPr txBox="1"/>
          <p:nvPr/>
        </p:nvSpPr>
        <p:spPr>
          <a:xfrm>
            <a:off x="6012979" y="756720"/>
            <a:ext cx="6108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사진을 클릭하세요</a:t>
            </a:r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EE24433-F709-4A0A-8473-365825A87E8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620" y="2035384"/>
            <a:ext cx="9160030" cy="3031891"/>
          </a:xfrm>
          <a:prstGeom prst="rect">
            <a:avLst/>
          </a:prstGeom>
        </p:spPr>
      </p:pic>
      <p:sp>
        <p:nvSpPr>
          <p:cNvPr id="2" name="직사각형 1">
            <a:hlinkClick r:id="rId11" action="ppaction://hlinksldjump"/>
            <a:extLst>
              <a:ext uri="{FF2B5EF4-FFF2-40B4-BE49-F238E27FC236}">
                <a16:creationId xmlns:a16="http://schemas.microsoft.com/office/drawing/2014/main" id="{9040BB4C-1430-58C2-D965-2559A6A9CC18}"/>
              </a:ext>
            </a:extLst>
          </p:cNvPr>
          <p:cNvSpPr/>
          <p:nvPr/>
        </p:nvSpPr>
        <p:spPr>
          <a:xfrm>
            <a:off x="1526620" y="2035384"/>
            <a:ext cx="4427612" cy="3031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hlinkClick r:id="rId12" action="ppaction://hlinksldjump"/>
            <a:extLst>
              <a:ext uri="{FF2B5EF4-FFF2-40B4-BE49-F238E27FC236}">
                <a16:creationId xmlns:a16="http://schemas.microsoft.com/office/drawing/2014/main" id="{22AF1A6D-DC25-8472-B833-01028ABA013D}"/>
              </a:ext>
            </a:extLst>
          </p:cNvPr>
          <p:cNvSpPr/>
          <p:nvPr/>
        </p:nvSpPr>
        <p:spPr>
          <a:xfrm>
            <a:off x="6259038" y="2035383"/>
            <a:ext cx="4427612" cy="30318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21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4E0A7A57-D26A-46D5-96CE-A87AE0C9A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505" y="417316"/>
            <a:ext cx="8306990" cy="5667768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7689AF7B-84D8-D8A4-F647-9960F5B3AA73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11" name="사각형: 둥근 모서리 10">
              <a:hlinkClick r:id="rId4" action="ppaction://hlinksldjump"/>
              <a:extLst>
                <a:ext uri="{FF2B5EF4-FFF2-40B4-BE49-F238E27FC236}">
                  <a16:creationId xmlns:a16="http://schemas.microsoft.com/office/drawing/2014/main" id="{2600E2F8-664E-B831-D64B-6268F97CF822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2" name="사각형: 둥근 모서리 11">
              <a:hlinkClick r:id="rId5" action="ppaction://hlinksldjump"/>
              <a:extLst>
                <a:ext uri="{FF2B5EF4-FFF2-40B4-BE49-F238E27FC236}">
                  <a16:creationId xmlns:a16="http://schemas.microsoft.com/office/drawing/2014/main" id="{E1D615D5-7F27-9955-14BB-E35A672069B9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4" name="사각형: 둥근 모서리 13">
              <a:hlinkClick r:id="rId6" action="ppaction://hlinksldjump"/>
              <a:extLst>
                <a:ext uri="{FF2B5EF4-FFF2-40B4-BE49-F238E27FC236}">
                  <a16:creationId xmlns:a16="http://schemas.microsoft.com/office/drawing/2014/main" id="{D049EB8A-AB9D-5D89-5277-659B72CBDE71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6" name="사각형: 둥근 모서리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1CD564A1-66AE-2E82-22DF-512DDDAA3803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7" name="사각형: 둥근 모서리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BB50CE36-D952-DCA7-75E8-2F0C104E12E7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8" name="사각형: 둥근 모서리 17">
              <a:hlinkClick r:id="rId9" action="ppaction://hlinksldjump"/>
              <a:extLst>
                <a:ext uri="{FF2B5EF4-FFF2-40B4-BE49-F238E27FC236}">
                  <a16:creationId xmlns:a16="http://schemas.microsoft.com/office/drawing/2014/main" id="{6E64A453-AFB5-E4A8-7AE4-021B9199E883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1" name="사각형: 둥근 모서리 20">
              <a:hlinkClick r:id="rId10" action="ppaction://hlinksldjump"/>
              <a:extLst>
                <a:ext uri="{FF2B5EF4-FFF2-40B4-BE49-F238E27FC236}">
                  <a16:creationId xmlns:a16="http://schemas.microsoft.com/office/drawing/2014/main" id="{E79B68AA-CE50-2D44-57B7-9505F49AD901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2B66F7C-A606-159C-E98F-59B0385B56A9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D7E9E988-2CEC-DB92-0DE4-EC35567AFBF3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EB5FAF04-38A2-1696-B007-131DE1CDC3E4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3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25" name="그림 24">
            <a:hlinkClick r:id="rId6" action="ppaction://hlinksldjump"/>
            <a:extLst>
              <a:ext uri="{FF2B5EF4-FFF2-40B4-BE49-F238E27FC236}">
                <a16:creationId xmlns:a16="http://schemas.microsoft.com/office/drawing/2014/main" id="{24C67095-A68B-3CDB-B9B6-AAB2DF96F6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8767" y="417826"/>
            <a:ext cx="518666" cy="461740"/>
          </a:xfrm>
          <a:prstGeom prst="rect">
            <a:avLst/>
          </a:prstGeom>
        </p:spPr>
      </p:pic>
      <p:pic>
        <p:nvPicPr>
          <p:cNvPr id="26" name="그림 25">
            <a:hlinkClick r:id="rId12" action="ppaction://hlinksldjump"/>
            <a:extLst>
              <a:ext uri="{FF2B5EF4-FFF2-40B4-BE49-F238E27FC236}">
                <a16:creationId xmlns:a16="http://schemas.microsoft.com/office/drawing/2014/main" id="{857ED721-2601-2CAA-6EA1-D7C0BA1718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70860" y="2540163"/>
            <a:ext cx="485843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1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B99AB0CB-CE87-4B21-A544-57622212F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781" y="408750"/>
            <a:ext cx="8306990" cy="5667768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9F50AFF1-04D6-696D-6874-5348A2838F6F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12" name="사각형: 둥근 모서리 11">
              <a:hlinkClick r:id="rId4" action="ppaction://hlinksldjump"/>
              <a:extLst>
                <a:ext uri="{FF2B5EF4-FFF2-40B4-BE49-F238E27FC236}">
                  <a16:creationId xmlns:a16="http://schemas.microsoft.com/office/drawing/2014/main" id="{5FEAF67A-F7FA-BA1F-B932-EA1C21F0A036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3" name="사각형: 둥근 모서리 12">
              <a:hlinkClick r:id="rId5" action="ppaction://hlinksldjump"/>
              <a:extLst>
                <a:ext uri="{FF2B5EF4-FFF2-40B4-BE49-F238E27FC236}">
                  <a16:creationId xmlns:a16="http://schemas.microsoft.com/office/drawing/2014/main" id="{9901CEC2-EB44-28A9-5677-A66517E79429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4" name="사각형: 둥근 모서리 13">
              <a:hlinkClick r:id="rId6" action="ppaction://hlinksldjump"/>
              <a:extLst>
                <a:ext uri="{FF2B5EF4-FFF2-40B4-BE49-F238E27FC236}">
                  <a16:creationId xmlns:a16="http://schemas.microsoft.com/office/drawing/2014/main" id="{322A6CD6-1581-B085-0E4A-411CB457976A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6" name="사각형: 둥근 모서리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85B02AEE-9D93-0F6F-3E81-26D2A822A284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7" name="사각형: 둥근 모서리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D0154F94-0040-DE66-4848-A1B7AB72CE12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8" name="사각형: 둥근 모서리 17">
              <a:hlinkClick r:id="rId9" action="ppaction://hlinksldjump"/>
              <a:extLst>
                <a:ext uri="{FF2B5EF4-FFF2-40B4-BE49-F238E27FC236}">
                  <a16:creationId xmlns:a16="http://schemas.microsoft.com/office/drawing/2014/main" id="{66706EBF-73CC-3DAE-3A1B-1608FE8E89F3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1" name="사각형: 둥근 모서리 20">
              <a:hlinkClick r:id="rId10" action="ppaction://hlinksldjump"/>
              <a:extLst>
                <a:ext uri="{FF2B5EF4-FFF2-40B4-BE49-F238E27FC236}">
                  <a16:creationId xmlns:a16="http://schemas.microsoft.com/office/drawing/2014/main" id="{860DE284-73E2-5E33-C092-997D4389E7D7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E30D684-5E1E-309B-EB24-AD42CDB3D087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A644EBB8-7C00-CC4B-0E6C-A850EC96D0E2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4FBBCCFF-2CC6-6363-DD7E-8D7ED7F411F7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3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27" name="그림 26">
            <a:hlinkClick r:id="rId6" action="ppaction://hlinksldjump"/>
            <a:extLst>
              <a:ext uri="{FF2B5EF4-FFF2-40B4-BE49-F238E27FC236}">
                <a16:creationId xmlns:a16="http://schemas.microsoft.com/office/drawing/2014/main" id="{DFAC291B-76C3-5C99-F207-A050B06A0A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8767" y="417826"/>
            <a:ext cx="518666" cy="461740"/>
          </a:xfrm>
          <a:prstGeom prst="rect">
            <a:avLst/>
          </a:prstGeom>
        </p:spPr>
      </p:pic>
      <p:pic>
        <p:nvPicPr>
          <p:cNvPr id="28" name="그림 27">
            <a:hlinkClick r:id="rId12" action="ppaction://hlinksldjump"/>
            <a:extLst>
              <a:ext uri="{FF2B5EF4-FFF2-40B4-BE49-F238E27FC236}">
                <a16:creationId xmlns:a16="http://schemas.microsoft.com/office/drawing/2014/main" id="{3D403879-DD12-D4B0-0447-2C78986C78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5297" y="2511584"/>
            <a:ext cx="485843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06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D96F-C589-9F51-29C7-0870EAA8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hlinkClick r:id="rId3"/>
            <a:extLst>
              <a:ext uri="{FF2B5EF4-FFF2-40B4-BE49-F238E27FC236}">
                <a16:creationId xmlns:a16="http://schemas.microsoft.com/office/drawing/2014/main" id="{7ADAA11A-5047-4C6A-B078-08A5C3431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" y="-4553"/>
            <a:ext cx="12192000" cy="6483396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6C31E9D3-ABD8-4D84-A530-1BA8F4575CE7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39" name="사각형: 둥근 모서리 38">
              <a:hlinkClick r:id="rId5" action="ppaction://hlinksldjump"/>
              <a:extLst>
                <a:ext uri="{FF2B5EF4-FFF2-40B4-BE49-F238E27FC236}">
                  <a16:creationId xmlns:a16="http://schemas.microsoft.com/office/drawing/2014/main" id="{8242BC3F-77DB-45CA-A988-03397D528ECC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0" name="사각형: 둥근 모서리 39">
              <a:hlinkClick r:id="rId6" action="ppaction://hlinksldjump"/>
              <a:extLst>
                <a:ext uri="{FF2B5EF4-FFF2-40B4-BE49-F238E27FC236}">
                  <a16:creationId xmlns:a16="http://schemas.microsoft.com/office/drawing/2014/main" id="{FE77E8BD-F539-4712-89AE-6FA5791553DF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41" name="사각형: 둥근 모서리 40">
              <a:hlinkClick r:id="rId7" action="ppaction://hlinksldjump"/>
              <a:extLst>
                <a:ext uri="{FF2B5EF4-FFF2-40B4-BE49-F238E27FC236}">
                  <a16:creationId xmlns:a16="http://schemas.microsoft.com/office/drawing/2014/main" id="{79F8C793-5234-4790-B5F4-E7A899F006B8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42" name="사각형: 둥근 모서리 41">
              <a:hlinkClick r:id="rId8" action="ppaction://hlinksldjump"/>
              <a:extLst>
                <a:ext uri="{FF2B5EF4-FFF2-40B4-BE49-F238E27FC236}">
                  <a16:creationId xmlns:a16="http://schemas.microsoft.com/office/drawing/2014/main" id="{78625DF5-A75C-4CEA-8F8F-B0FF63F198EF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43" name="사각형: 둥근 모서리 42">
              <a:hlinkClick r:id="rId9" action="ppaction://hlinksldjump"/>
              <a:extLst>
                <a:ext uri="{FF2B5EF4-FFF2-40B4-BE49-F238E27FC236}">
                  <a16:creationId xmlns:a16="http://schemas.microsoft.com/office/drawing/2014/main" id="{07E5BF32-0AAA-44BA-B958-3E9E00A019D7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44" name="사각형: 둥근 모서리 43">
              <a:hlinkClick r:id="rId10" action="ppaction://hlinksldjump"/>
              <a:extLst>
                <a:ext uri="{FF2B5EF4-FFF2-40B4-BE49-F238E27FC236}">
                  <a16:creationId xmlns:a16="http://schemas.microsoft.com/office/drawing/2014/main" id="{4DD31AD7-71DE-4FDF-A41A-57E61CE8A9DC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60" name="사각형: 둥근 모서리 59">
              <a:hlinkClick r:id="rId11" action="ppaction://hlinksldjump"/>
              <a:extLst>
                <a:ext uri="{FF2B5EF4-FFF2-40B4-BE49-F238E27FC236}">
                  <a16:creationId xmlns:a16="http://schemas.microsoft.com/office/drawing/2014/main" id="{BFB93218-4A39-4215-A179-564ED84E3F55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16F1A774-095A-4BA1-90C8-27B12BBACC88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8699E323-68A4-46FF-9D75-5B88450B0F1C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5CB39AFD-3C9B-4DAF-9998-A4075B076228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4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0826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E609802-C50B-4C30-9ADF-63DA71704D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4" y="1464877"/>
            <a:ext cx="12192000" cy="50507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9CE2A1-E49A-40B7-8FBE-34E7A3FC9298}"/>
              </a:ext>
            </a:extLst>
          </p:cNvPr>
          <p:cNvSpPr txBox="1"/>
          <p:nvPr/>
        </p:nvSpPr>
        <p:spPr>
          <a:xfrm>
            <a:off x="1163849" y="61312"/>
            <a:ext cx="10872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눈 내리는 장면을 떠올리며 노래 불러 봅시다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7183E4B-A1B9-4DB4-9FE7-6E7C3833EA53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6" name="사각형: 둥근 모서리 5">
              <a:hlinkClick r:id="rId7" action="ppaction://hlinksldjump"/>
              <a:extLst>
                <a:ext uri="{FF2B5EF4-FFF2-40B4-BE49-F238E27FC236}">
                  <a16:creationId xmlns:a16="http://schemas.microsoft.com/office/drawing/2014/main" id="{9060D32F-8DA7-40C6-8A5A-59286462C11B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7" name="사각형: 둥근 모서리 6">
              <a:hlinkClick r:id="rId8" action="ppaction://hlinksldjump"/>
              <a:extLst>
                <a:ext uri="{FF2B5EF4-FFF2-40B4-BE49-F238E27FC236}">
                  <a16:creationId xmlns:a16="http://schemas.microsoft.com/office/drawing/2014/main" id="{49BC3648-045D-46A3-864A-7903D18AB14E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8" name="사각형: 둥근 모서리 7">
              <a:hlinkClick r:id="rId9" action="ppaction://hlinksldjump"/>
              <a:extLst>
                <a:ext uri="{FF2B5EF4-FFF2-40B4-BE49-F238E27FC236}">
                  <a16:creationId xmlns:a16="http://schemas.microsoft.com/office/drawing/2014/main" id="{60324D4F-07BE-44A2-931B-2067EA27A49D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9" name="사각형: 둥근 모서리 8">
              <a:hlinkClick r:id="rId10" action="ppaction://hlinksldjump"/>
              <a:extLst>
                <a:ext uri="{FF2B5EF4-FFF2-40B4-BE49-F238E27FC236}">
                  <a16:creationId xmlns:a16="http://schemas.microsoft.com/office/drawing/2014/main" id="{38C9CAF7-6CD7-40BD-B520-14AF977CFEEC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0" name="사각형: 둥근 모서리 9">
              <a:hlinkClick r:id="rId11" action="ppaction://hlinksldjump"/>
              <a:extLst>
                <a:ext uri="{FF2B5EF4-FFF2-40B4-BE49-F238E27FC236}">
                  <a16:creationId xmlns:a16="http://schemas.microsoft.com/office/drawing/2014/main" id="{01554B85-DB28-423C-8CBA-2B17D66012DB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1" name="사각형: 둥근 모서리 10">
              <a:hlinkClick r:id="rId12" action="ppaction://hlinksldjump"/>
              <a:extLst>
                <a:ext uri="{FF2B5EF4-FFF2-40B4-BE49-F238E27FC236}">
                  <a16:creationId xmlns:a16="http://schemas.microsoft.com/office/drawing/2014/main" id="{A641FACA-A040-4631-9BB9-0A81A2E2F6BE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12" name="사각형: 둥근 모서리 11">
              <a:hlinkClick r:id="rId13" action="ppaction://hlinksldjump"/>
              <a:extLst>
                <a:ext uri="{FF2B5EF4-FFF2-40B4-BE49-F238E27FC236}">
                  <a16:creationId xmlns:a16="http://schemas.microsoft.com/office/drawing/2014/main" id="{AA9D3532-1DF4-4CFB-92F4-F307636EAEA7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42C972F-A377-4AE8-9F0E-A25C847D9E93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724D8F54-1040-445C-9BAE-317A02F38CD9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51A56024-2947-43B9-AA30-6B36534B6473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5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DFC47C28-5A04-5D71-598D-F3BF4C418D1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9728" y="1404050"/>
            <a:ext cx="12192000" cy="5050763"/>
          </a:xfrm>
          <a:prstGeom prst="rect">
            <a:avLst/>
          </a:prstGeom>
        </p:spPr>
      </p:pic>
      <p:pic>
        <p:nvPicPr>
          <p:cNvPr id="3" name="3-4-4-01 눈꽃송이(학생 창)">
            <a:hlinkClick r:id="" action="ppaction://media"/>
            <a:extLst>
              <a:ext uri="{FF2B5EF4-FFF2-40B4-BE49-F238E27FC236}">
                <a16:creationId xmlns:a16="http://schemas.microsoft.com/office/drawing/2014/main" id="{D8387BF3-9678-4D66-8702-2485EEF253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9832061" y="852722"/>
            <a:ext cx="730800" cy="730800"/>
          </a:xfrm>
          <a:prstGeom prst="rect">
            <a:avLst/>
          </a:prstGeom>
        </p:spPr>
      </p:pic>
      <p:pic>
        <p:nvPicPr>
          <p:cNvPr id="16" name="3-4-4-02 눈꽃송이(반주)">
            <a:hlinkClick r:id="" action="ppaction://media"/>
            <a:extLst>
              <a:ext uri="{FF2B5EF4-FFF2-40B4-BE49-F238E27FC236}">
                <a16:creationId xmlns:a16="http://schemas.microsoft.com/office/drawing/2014/main" id="{E129D863-126D-4564-B486-F5107981FBF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0666558" y="852722"/>
            <a:ext cx="730800" cy="73080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EFAD388E-F1BE-4890-88B7-17345198D58E}"/>
              </a:ext>
            </a:extLst>
          </p:cNvPr>
          <p:cNvGrpSpPr/>
          <p:nvPr/>
        </p:nvGrpSpPr>
        <p:grpSpPr>
          <a:xfrm>
            <a:off x="9826751" y="1567999"/>
            <a:ext cx="1519356" cy="288147"/>
            <a:chOff x="9904457" y="5963694"/>
            <a:chExt cx="1519356" cy="28814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6AF8F6F-04D3-4D73-9473-33D5CCEC7DF7}"/>
                </a:ext>
              </a:extLst>
            </p:cNvPr>
            <p:cNvSpPr txBox="1"/>
            <p:nvPr/>
          </p:nvSpPr>
          <p:spPr>
            <a:xfrm>
              <a:off x="10677650" y="5963694"/>
              <a:ext cx="74616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00B050"/>
                  </a:solidFill>
                </a:rPr>
                <a:t>반주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ABA9971-B26E-421A-B8D7-ED8E156413EC}"/>
                </a:ext>
              </a:extLst>
            </p:cNvPr>
            <p:cNvSpPr txBox="1"/>
            <p:nvPr/>
          </p:nvSpPr>
          <p:spPr>
            <a:xfrm>
              <a:off x="9904457" y="5963694"/>
              <a:ext cx="74616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00B050"/>
                  </a:solidFill>
                </a:rPr>
                <a:t>노래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375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7836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7836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73D7F446-C347-47BB-AC07-9526DE1C6A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5937" y="1803562"/>
            <a:ext cx="5598414" cy="36579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9CE2A1-E49A-40B7-8FBE-34E7A3FC9298}"/>
              </a:ext>
            </a:extLst>
          </p:cNvPr>
          <p:cNvSpPr txBox="1"/>
          <p:nvPr/>
        </p:nvSpPr>
        <p:spPr>
          <a:xfrm>
            <a:off x="1125749" y="61312"/>
            <a:ext cx="10872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박자의 </a:t>
            </a:r>
            <a:r>
              <a:rPr lang="ko-KR" altLang="en-US" sz="3200" b="1" spc="-15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셈여림을</a:t>
            </a:r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살려 노래 불러 봅시다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4ADD86-76B3-423F-8137-C0C0F95B93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9510" y="9525"/>
            <a:ext cx="346482" cy="646087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17FEE0D1-842C-48AA-91F7-8CE3E4806C18}"/>
              </a:ext>
            </a:extLst>
          </p:cNvPr>
          <p:cNvGrpSpPr/>
          <p:nvPr/>
        </p:nvGrpSpPr>
        <p:grpSpPr>
          <a:xfrm>
            <a:off x="992865" y="834482"/>
            <a:ext cx="4781374" cy="1160703"/>
            <a:chOff x="992865" y="834482"/>
            <a:chExt cx="4781374" cy="1160703"/>
          </a:xfrm>
        </p:grpSpPr>
        <p:sp>
          <p:nvSpPr>
            <p:cNvPr id="20" name="object 70">
              <a:extLst>
                <a:ext uri="{FF2B5EF4-FFF2-40B4-BE49-F238E27FC236}">
                  <a16:creationId xmlns:a16="http://schemas.microsoft.com/office/drawing/2014/main" id="{1B39FE34-3DDB-4F81-AE1F-D7CBCD929016}"/>
                </a:ext>
              </a:extLst>
            </p:cNvPr>
            <p:cNvSpPr/>
            <p:nvPr/>
          </p:nvSpPr>
          <p:spPr>
            <a:xfrm>
              <a:off x="1010645" y="969025"/>
              <a:ext cx="4763594" cy="1026160"/>
            </a:xfrm>
            <a:custGeom>
              <a:avLst/>
              <a:gdLst/>
              <a:ahLst/>
              <a:cxnLst/>
              <a:rect l="l" t="t" r="r" b="b"/>
              <a:pathLst>
                <a:path w="7497445" h="2052320">
                  <a:moveTo>
                    <a:pt x="6816546" y="0"/>
                  </a:moveTo>
                  <a:lnTo>
                    <a:pt x="680607" y="0"/>
                  </a:lnTo>
                  <a:lnTo>
                    <a:pt x="624997" y="2267"/>
                  </a:lnTo>
                  <a:lnTo>
                    <a:pt x="570587" y="8949"/>
                  </a:lnTo>
                  <a:lnTo>
                    <a:pt x="517555" y="19869"/>
                  </a:lnTo>
                  <a:lnTo>
                    <a:pt x="466080" y="34847"/>
                  </a:lnTo>
                  <a:lnTo>
                    <a:pt x="416340" y="53704"/>
                  </a:lnTo>
                  <a:lnTo>
                    <a:pt x="368514" y="76262"/>
                  </a:lnTo>
                  <a:lnTo>
                    <a:pt x="322782" y="102342"/>
                  </a:lnTo>
                  <a:lnTo>
                    <a:pt x="279321" y="131765"/>
                  </a:lnTo>
                  <a:lnTo>
                    <a:pt x="238310" y="164353"/>
                  </a:lnTo>
                  <a:lnTo>
                    <a:pt x="199928" y="199928"/>
                  </a:lnTo>
                  <a:lnTo>
                    <a:pt x="164353" y="238310"/>
                  </a:lnTo>
                  <a:lnTo>
                    <a:pt x="131765" y="279321"/>
                  </a:lnTo>
                  <a:lnTo>
                    <a:pt x="102342" y="322782"/>
                  </a:lnTo>
                  <a:lnTo>
                    <a:pt x="76262" y="368514"/>
                  </a:lnTo>
                  <a:lnTo>
                    <a:pt x="53704" y="416340"/>
                  </a:lnTo>
                  <a:lnTo>
                    <a:pt x="34847" y="466080"/>
                  </a:lnTo>
                  <a:lnTo>
                    <a:pt x="19869" y="517555"/>
                  </a:lnTo>
                  <a:lnTo>
                    <a:pt x="8949" y="570587"/>
                  </a:lnTo>
                  <a:lnTo>
                    <a:pt x="2267" y="624997"/>
                  </a:lnTo>
                  <a:lnTo>
                    <a:pt x="0" y="680607"/>
                  </a:lnTo>
                  <a:lnTo>
                    <a:pt x="0" y="1371685"/>
                  </a:lnTo>
                  <a:lnTo>
                    <a:pt x="2267" y="1427295"/>
                  </a:lnTo>
                  <a:lnTo>
                    <a:pt x="8949" y="1481706"/>
                  </a:lnTo>
                  <a:lnTo>
                    <a:pt x="19869" y="1534738"/>
                  </a:lnTo>
                  <a:lnTo>
                    <a:pt x="34847" y="1586213"/>
                  </a:lnTo>
                  <a:lnTo>
                    <a:pt x="53704" y="1635953"/>
                  </a:lnTo>
                  <a:lnTo>
                    <a:pt x="76262" y="1683778"/>
                  </a:lnTo>
                  <a:lnTo>
                    <a:pt x="102342" y="1729511"/>
                  </a:lnTo>
                  <a:lnTo>
                    <a:pt x="131765" y="1772972"/>
                  </a:lnTo>
                  <a:lnTo>
                    <a:pt x="164353" y="1813983"/>
                  </a:lnTo>
                  <a:lnTo>
                    <a:pt x="199928" y="1852365"/>
                  </a:lnTo>
                  <a:lnTo>
                    <a:pt x="238310" y="1887939"/>
                  </a:lnTo>
                  <a:lnTo>
                    <a:pt x="279321" y="1920527"/>
                  </a:lnTo>
                  <a:lnTo>
                    <a:pt x="322782" y="1949951"/>
                  </a:lnTo>
                  <a:lnTo>
                    <a:pt x="368514" y="1976031"/>
                  </a:lnTo>
                  <a:lnTo>
                    <a:pt x="416340" y="1998589"/>
                  </a:lnTo>
                  <a:lnTo>
                    <a:pt x="466080" y="2017446"/>
                  </a:lnTo>
                  <a:lnTo>
                    <a:pt x="517555" y="2032424"/>
                  </a:lnTo>
                  <a:lnTo>
                    <a:pt x="570587" y="2043343"/>
                  </a:lnTo>
                  <a:lnTo>
                    <a:pt x="624997" y="2050026"/>
                  </a:lnTo>
                  <a:lnTo>
                    <a:pt x="680607" y="2052293"/>
                  </a:lnTo>
                  <a:lnTo>
                    <a:pt x="6816546" y="2052293"/>
                  </a:lnTo>
                  <a:lnTo>
                    <a:pt x="6872156" y="2050026"/>
                  </a:lnTo>
                  <a:lnTo>
                    <a:pt x="6926566" y="2043343"/>
                  </a:lnTo>
                  <a:lnTo>
                    <a:pt x="6979598" y="2032424"/>
                  </a:lnTo>
                  <a:lnTo>
                    <a:pt x="7031073" y="2017446"/>
                  </a:lnTo>
                  <a:lnTo>
                    <a:pt x="7080813" y="1998589"/>
                  </a:lnTo>
                  <a:lnTo>
                    <a:pt x="7128638" y="1976031"/>
                  </a:lnTo>
                  <a:lnTo>
                    <a:pt x="7174371" y="1949951"/>
                  </a:lnTo>
                  <a:lnTo>
                    <a:pt x="7217832" y="1920527"/>
                  </a:lnTo>
                  <a:lnTo>
                    <a:pt x="7258843" y="1887939"/>
                  </a:lnTo>
                  <a:lnTo>
                    <a:pt x="7297225" y="1852365"/>
                  </a:lnTo>
                  <a:lnTo>
                    <a:pt x="7332799" y="1813983"/>
                  </a:lnTo>
                  <a:lnTo>
                    <a:pt x="7365388" y="1772972"/>
                  </a:lnTo>
                  <a:lnTo>
                    <a:pt x="7394811" y="1729511"/>
                  </a:lnTo>
                  <a:lnTo>
                    <a:pt x="7420891" y="1683778"/>
                  </a:lnTo>
                  <a:lnTo>
                    <a:pt x="7443449" y="1635953"/>
                  </a:lnTo>
                  <a:lnTo>
                    <a:pt x="7462306" y="1586213"/>
                  </a:lnTo>
                  <a:lnTo>
                    <a:pt x="7477284" y="1534738"/>
                  </a:lnTo>
                  <a:lnTo>
                    <a:pt x="7488203" y="1481706"/>
                  </a:lnTo>
                  <a:lnTo>
                    <a:pt x="7494886" y="1427295"/>
                  </a:lnTo>
                  <a:lnTo>
                    <a:pt x="7497153" y="1371685"/>
                  </a:lnTo>
                  <a:lnTo>
                    <a:pt x="7497153" y="680607"/>
                  </a:lnTo>
                  <a:lnTo>
                    <a:pt x="7494886" y="624997"/>
                  </a:lnTo>
                  <a:lnTo>
                    <a:pt x="7488203" y="570587"/>
                  </a:lnTo>
                  <a:lnTo>
                    <a:pt x="7477284" y="517555"/>
                  </a:lnTo>
                  <a:lnTo>
                    <a:pt x="7462306" y="466080"/>
                  </a:lnTo>
                  <a:lnTo>
                    <a:pt x="7443449" y="416340"/>
                  </a:lnTo>
                  <a:lnTo>
                    <a:pt x="7420891" y="368514"/>
                  </a:lnTo>
                  <a:lnTo>
                    <a:pt x="7394811" y="322782"/>
                  </a:lnTo>
                  <a:lnTo>
                    <a:pt x="7365388" y="279321"/>
                  </a:lnTo>
                  <a:lnTo>
                    <a:pt x="7332799" y="238310"/>
                  </a:lnTo>
                  <a:lnTo>
                    <a:pt x="7297225" y="199928"/>
                  </a:lnTo>
                  <a:lnTo>
                    <a:pt x="7258843" y="164353"/>
                  </a:lnTo>
                  <a:lnTo>
                    <a:pt x="7217832" y="131765"/>
                  </a:lnTo>
                  <a:lnTo>
                    <a:pt x="7174371" y="102342"/>
                  </a:lnTo>
                  <a:lnTo>
                    <a:pt x="7128638" y="76262"/>
                  </a:lnTo>
                  <a:lnTo>
                    <a:pt x="7080813" y="53704"/>
                  </a:lnTo>
                  <a:lnTo>
                    <a:pt x="7031073" y="34847"/>
                  </a:lnTo>
                  <a:lnTo>
                    <a:pt x="6979598" y="19869"/>
                  </a:lnTo>
                  <a:lnTo>
                    <a:pt x="6926566" y="8949"/>
                  </a:lnTo>
                  <a:lnTo>
                    <a:pt x="6872156" y="2267"/>
                  </a:lnTo>
                  <a:lnTo>
                    <a:pt x="6816546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171ED0F-4D28-4B4A-955F-B269DE98E301}"/>
                </a:ext>
              </a:extLst>
            </p:cNvPr>
            <p:cNvGrpSpPr/>
            <p:nvPr/>
          </p:nvGrpSpPr>
          <p:grpSpPr>
            <a:xfrm>
              <a:off x="992865" y="834482"/>
              <a:ext cx="4763594" cy="1139352"/>
              <a:chOff x="-3152827" y="2230080"/>
              <a:chExt cx="4763594" cy="1139352"/>
            </a:xfrm>
          </p:grpSpPr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B7E702A3-E6CC-46D4-B015-7556B2AFC9BB}"/>
                  </a:ext>
                </a:extLst>
              </p:cNvPr>
              <p:cNvGrpSpPr/>
              <p:nvPr/>
            </p:nvGrpSpPr>
            <p:grpSpPr>
              <a:xfrm>
                <a:off x="-3152827" y="2230080"/>
                <a:ext cx="4763594" cy="1139352"/>
                <a:chOff x="1103885" y="1281423"/>
                <a:chExt cx="7497445" cy="2278704"/>
              </a:xfrm>
            </p:grpSpPr>
            <p:sp>
              <p:nvSpPr>
                <p:cNvPr id="25" name="object 70">
                  <a:extLst>
                    <a:ext uri="{FF2B5EF4-FFF2-40B4-BE49-F238E27FC236}">
                      <a16:creationId xmlns:a16="http://schemas.microsoft.com/office/drawing/2014/main" id="{80167F94-23A8-4BDB-8FD8-A806A26D857A}"/>
                    </a:ext>
                  </a:extLst>
                </p:cNvPr>
                <p:cNvSpPr/>
                <p:nvPr/>
              </p:nvSpPr>
              <p:spPr>
                <a:xfrm>
                  <a:off x="1103885" y="1507807"/>
                  <a:ext cx="7497445" cy="2052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97445" h="2052320">
                      <a:moveTo>
                        <a:pt x="6816546" y="0"/>
                      </a:moveTo>
                      <a:lnTo>
                        <a:pt x="680607" y="0"/>
                      </a:lnTo>
                      <a:lnTo>
                        <a:pt x="624997" y="2267"/>
                      </a:lnTo>
                      <a:lnTo>
                        <a:pt x="570587" y="8949"/>
                      </a:lnTo>
                      <a:lnTo>
                        <a:pt x="517555" y="19869"/>
                      </a:lnTo>
                      <a:lnTo>
                        <a:pt x="466080" y="34847"/>
                      </a:lnTo>
                      <a:lnTo>
                        <a:pt x="416340" y="53704"/>
                      </a:lnTo>
                      <a:lnTo>
                        <a:pt x="368514" y="76262"/>
                      </a:lnTo>
                      <a:lnTo>
                        <a:pt x="322782" y="102342"/>
                      </a:lnTo>
                      <a:lnTo>
                        <a:pt x="279321" y="131765"/>
                      </a:lnTo>
                      <a:lnTo>
                        <a:pt x="238310" y="164353"/>
                      </a:lnTo>
                      <a:lnTo>
                        <a:pt x="199928" y="199928"/>
                      </a:lnTo>
                      <a:lnTo>
                        <a:pt x="164353" y="238310"/>
                      </a:lnTo>
                      <a:lnTo>
                        <a:pt x="131765" y="279321"/>
                      </a:lnTo>
                      <a:lnTo>
                        <a:pt x="102342" y="322782"/>
                      </a:lnTo>
                      <a:lnTo>
                        <a:pt x="76262" y="368514"/>
                      </a:lnTo>
                      <a:lnTo>
                        <a:pt x="53704" y="416340"/>
                      </a:lnTo>
                      <a:lnTo>
                        <a:pt x="34847" y="466080"/>
                      </a:lnTo>
                      <a:lnTo>
                        <a:pt x="19869" y="517555"/>
                      </a:lnTo>
                      <a:lnTo>
                        <a:pt x="8949" y="570587"/>
                      </a:lnTo>
                      <a:lnTo>
                        <a:pt x="2267" y="624997"/>
                      </a:lnTo>
                      <a:lnTo>
                        <a:pt x="0" y="680607"/>
                      </a:lnTo>
                      <a:lnTo>
                        <a:pt x="0" y="1371685"/>
                      </a:lnTo>
                      <a:lnTo>
                        <a:pt x="2267" y="1427295"/>
                      </a:lnTo>
                      <a:lnTo>
                        <a:pt x="8949" y="1481706"/>
                      </a:lnTo>
                      <a:lnTo>
                        <a:pt x="19869" y="1534738"/>
                      </a:lnTo>
                      <a:lnTo>
                        <a:pt x="34847" y="1586213"/>
                      </a:lnTo>
                      <a:lnTo>
                        <a:pt x="53704" y="1635953"/>
                      </a:lnTo>
                      <a:lnTo>
                        <a:pt x="76262" y="1683778"/>
                      </a:lnTo>
                      <a:lnTo>
                        <a:pt x="102342" y="1729511"/>
                      </a:lnTo>
                      <a:lnTo>
                        <a:pt x="131765" y="1772972"/>
                      </a:lnTo>
                      <a:lnTo>
                        <a:pt x="164353" y="1813983"/>
                      </a:lnTo>
                      <a:lnTo>
                        <a:pt x="199928" y="1852365"/>
                      </a:lnTo>
                      <a:lnTo>
                        <a:pt x="238310" y="1887939"/>
                      </a:lnTo>
                      <a:lnTo>
                        <a:pt x="279321" y="1920527"/>
                      </a:lnTo>
                      <a:lnTo>
                        <a:pt x="322782" y="1949951"/>
                      </a:lnTo>
                      <a:lnTo>
                        <a:pt x="368514" y="1976031"/>
                      </a:lnTo>
                      <a:lnTo>
                        <a:pt x="416340" y="1998589"/>
                      </a:lnTo>
                      <a:lnTo>
                        <a:pt x="466080" y="2017446"/>
                      </a:lnTo>
                      <a:lnTo>
                        <a:pt x="517555" y="2032424"/>
                      </a:lnTo>
                      <a:lnTo>
                        <a:pt x="570587" y="2043343"/>
                      </a:lnTo>
                      <a:lnTo>
                        <a:pt x="624997" y="2050026"/>
                      </a:lnTo>
                      <a:lnTo>
                        <a:pt x="680607" y="2052293"/>
                      </a:lnTo>
                      <a:lnTo>
                        <a:pt x="6816546" y="2052293"/>
                      </a:lnTo>
                      <a:lnTo>
                        <a:pt x="6872156" y="2050026"/>
                      </a:lnTo>
                      <a:lnTo>
                        <a:pt x="6926566" y="2043343"/>
                      </a:lnTo>
                      <a:lnTo>
                        <a:pt x="6979598" y="2032424"/>
                      </a:lnTo>
                      <a:lnTo>
                        <a:pt x="7031073" y="2017446"/>
                      </a:lnTo>
                      <a:lnTo>
                        <a:pt x="7080813" y="1998589"/>
                      </a:lnTo>
                      <a:lnTo>
                        <a:pt x="7128638" y="1976031"/>
                      </a:lnTo>
                      <a:lnTo>
                        <a:pt x="7174371" y="1949951"/>
                      </a:lnTo>
                      <a:lnTo>
                        <a:pt x="7217832" y="1920527"/>
                      </a:lnTo>
                      <a:lnTo>
                        <a:pt x="7258843" y="1887939"/>
                      </a:lnTo>
                      <a:lnTo>
                        <a:pt x="7297225" y="1852365"/>
                      </a:lnTo>
                      <a:lnTo>
                        <a:pt x="7332799" y="1813983"/>
                      </a:lnTo>
                      <a:lnTo>
                        <a:pt x="7365388" y="1772972"/>
                      </a:lnTo>
                      <a:lnTo>
                        <a:pt x="7394811" y="1729511"/>
                      </a:lnTo>
                      <a:lnTo>
                        <a:pt x="7420891" y="1683778"/>
                      </a:lnTo>
                      <a:lnTo>
                        <a:pt x="7443449" y="1635953"/>
                      </a:lnTo>
                      <a:lnTo>
                        <a:pt x="7462306" y="1586213"/>
                      </a:lnTo>
                      <a:lnTo>
                        <a:pt x="7477284" y="1534738"/>
                      </a:lnTo>
                      <a:lnTo>
                        <a:pt x="7488203" y="1481706"/>
                      </a:lnTo>
                      <a:lnTo>
                        <a:pt x="7494886" y="1427295"/>
                      </a:lnTo>
                      <a:lnTo>
                        <a:pt x="7497153" y="1371685"/>
                      </a:lnTo>
                      <a:lnTo>
                        <a:pt x="7497153" y="680607"/>
                      </a:lnTo>
                      <a:lnTo>
                        <a:pt x="7494886" y="624997"/>
                      </a:lnTo>
                      <a:lnTo>
                        <a:pt x="7488203" y="570587"/>
                      </a:lnTo>
                      <a:lnTo>
                        <a:pt x="7477284" y="517555"/>
                      </a:lnTo>
                      <a:lnTo>
                        <a:pt x="7462306" y="466080"/>
                      </a:lnTo>
                      <a:lnTo>
                        <a:pt x="7443449" y="416340"/>
                      </a:lnTo>
                      <a:lnTo>
                        <a:pt x="7420891" y="368514"/>
                      </a:lnTo>
                      <a:lnTo>
                        <a:pt x="7394811" y="322782"/>
                      </a:lnTo>
                      <a:lnTo>
                        <a:pt x="7365388" y="279321"/>
                      </a:lnTo>
                      <a:lnTo>
                        <a:pt x="7332799" y="238310"/>
                      </a:lnTo>
                      <a:lnTo>
                        <a:pt x="7297225" y="199928"/>
                      </a:lnTo>
                      <a:lnTo>
                        <a:pt x="7258843" y="164353"/>
                      </a:lnTo>
                      <a:lnTo>
                        <a:pt x="7217832" y="131765"/>
                      </a:lnTo>
                      <a:lnTo>
                        <a:pt x="7174371" y="102342"/>
                      </a:lnTo>
                      <a:lnTo>
                        <a:pt x="7128638" y="76262"/>
                      </a:lnTo>
                      <a:lnTo>
                        <a:pt x="7080813" y="53704"/>
                      </a:lnTo>
                      <a:lnTo>
                        <a:pt x="7031073" y="34847"/>
                      </a:lnTo>
                      <a:lnTo>
                        <a:pt x="6979598" y="19869"/>
                      </a:lnTo>
                      <a:lnTo>
                        <a:pt x="6926566" y="8949"/>
                      </a:lnTo>
                      <a:lnTo>
                        <a:pt x="6872156" y="2267"/>
                      </a:lnTo>
                      <a:lnTo>
                        <a:pt x="6816546" y="0"/>
                      </a:lnTo>
                      <a:close/>
                    </a:path>
                  </a:pathLst>
                </a:custGeom>
                <a:solidFill>
                  <a:srgbClr val="DAF2F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26" name="object 71">
                  <a:extLst>
                    <a:ext uri="{FF2B5EF4-FFF2-40B4-BE49-F238E27FC236}">
                      <a16:creationId xmlns:a16="http://schemas.microsoft.com/office/drawing/2014/main" id="{A9BBE766-0E02-4D19-A5B1-63652E8ADBAE}"/>
                    </a:ext>
                  </a:extLst>
                </p:cNvPr>
                <p:cNvSpPr/>
                <p:nvPr/>
              </p:nvSpPr>
              <p:spPr>
                <a:xfrm>
                  <a:off x="3537308" y="1281423"/>
                  <a:ext cx="483870" cy="306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3870" h="306705">
                      <a:moveTo>
                        <a:pt x="0" y="0"/>
                      </a:moveTo>
                      <a:lnTo>
                        <a:pt x="32630" y="30985"/>
                      </a:lnTo>
                      <a:lnTo>
                        <a:pt x="51505" y="67991"/>
                      </a:lnTo>
                      <a:lnTo>
                        <a:pt x="70682" y="115479"/>
                      </a:lnTo>
                      <a:lnTo>
                        <a:pt x="87363" y="159757"/>
                      </a:lnTo>
                      <a:lnTo>
                        <a:pt x="108095" y="216133"/>
                      </a:lnTo>
                      <a:lnTo>
                        <a:pt x="133681" y="286326"/>
                      </a:lnTo>
                      <a:lnTo>
                        <a:pt x="483713" y="306482"/>
                      </a:lnTo>
                      <a:lnTo>
                        <a:pt x="415850" y="236775"/>
                      </a:lnTo>
                      <a:lnTo>
                        <a:pt x="386626" y="207130"/>
                      </a:lnTo>
                      <a:lnTo>
                        <a:pt x="335781" y="157109"/>
                      </a:lnTo>
                      <a:lnTo>
                        <a:pt x="292654" y="117913"/>
                      </a:lnTo>
                      <a:lnTo>
                        <a:pt x="254341" y="87702"/>
                      </a:lnTo>
                      <a:lnTo>
                        <a:pt x="217942" y="64640"/>
                      </a:lnTo>
                      <a:lnTo>
                        <a:pt x="180553" y="46885"/>
                      </a:lnTo>
                      <a:lnTo>
                        <a:pt x="139273" y="32600"/>
                      </a:lnTo>
                      <a:lnTo>
                        <a:pt x="91198" y="19946"/>
                      </a:lnTo>
                      <a:lnTo>
                        <a:pt x="63707" y="136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AF2F1"/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</p:grp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50517834-052A-425D-9FFD-9BD09DABE013}"/>
                  </a:ext>
                </a:extLst>
              </p:cNvPr>
              <p:cNvSpPr/>
              <p:nvPr/>
            </p:nvSpPr>
            <p:spPr>
              <a:xfrm>
                <a:off x="-3127427" y="2366818"/>
                <a:ext cx="4723499" cy="980389"/>
              </a:xfrm>
              <a:prstGeom prst="roundRect">
                <a:avLst>
                  <a:gd name="adj" fmla="val 49225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ko-KR" sz="2400" b="1" spc="-1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</a:t>
                </a:r>
                <a:r>
                  <a:rPr lang="ko-KR" altLang="en-US" sz="2400" b="1" spc="-15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분음표</a:t>
                </a:r>
                <a:r>
                  <a:rPr lang="en-US" altLang="ko-KR" sz="2400" b="1" spc="-1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   )</a:t>
                </a:r>
                <a:r>
                  <a:rPr lang="ko-KR" altLang="en-US" sz="2400" b="1" spc="-1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를 한 박으로 하여</a:t>
                </a:r>
                <a:endParaRPr lang="en-US" altLang="ko-KR" sz="2400" b="1" spc="-1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ko-KR" altLang="en-US" sz="2400" b="1" spc="-1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한 마디에 </a:t>
                </a:r>
                <a:r>
                  <a:rPr lang="en-US" altLang="ko-KR" sz="2400" b="1" spc="-1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</a:t>
                </a:r>
                <a:r>
                  <a:rPr lang="ko-KR" altLang="en-US" sz="2400" b="1" spc="-15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박이 들어 있는 박자</a:t>
                </a:r>
                <a:endParaRPr lang="en-US" altLang="ko-KR" sz="2400" b="1" spc="-1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B8AAA990-FF7D-45AC-AA66-3C45A98555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452416" y="2488274"/>
                <a:ext cx="162873" cy="372282"/>
              </a:xfrm>
              <a:prstGeom prst="rect">
                <a:avLst/>
              </a:prstGeom>
            </p:spPr>
          </p:pic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8CA9184-26C7-480E-9BDC-73BA7B21462C}"/>
              </a:ext>
            </a:extLst>
          </p:cNvPr>
          <p:cNvGrpSpPr/>
          <p:nvPr/>
        </p:nvGrpSpPr>
        <p:grpSpPr>
          <a:xfrm>
            <a:off x="2302113" y="545978"/>
            <a:ext cx="303792" cy="303792"/>
            <a:chOff x="1348197" y="2759121"/>
            <a:chExt cx="350567" cy="350567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9A65E6D6-539C-4944-898F-DA82FB9DF16B}"/>
                </a:ext>
              </a:extLst>
            </p:cNvPr>
            <p:cNvGrpSpPr/>
            <p:nvPr/>
          </p:nvGrpSpPr>
          <p:grpSpPr>
            <a:xfrm>
              <a:off x="1348197" y="2759121"/>
              <a:ext cx="350567" cy="350567"/>
              <a:chOff x="8672916" y="4683297"/>
              <a:chExt cx="534015" cy="534015"/>
            </a:xfrm>
          </p:grpSpPr>
          <p:sp>
            <p:nvSpPr>
              <p:cNvPr id="31" name="object 20">
                <a:extLst>
                  <a:ext uri="{FF2B5EF4-FFF2-40B4-BE49-F238E27FC236}">
                    <a16:creationId xmlns:a16="http://schemas.microsoft.com/office/drawing/2014/main" id="{75C18C7F-F3EE-4F06-AC1B-334F8CC0DB28}"/>
                  </a:ext>
                </a:extLst>
              </p:cNvPr>
              <p:cNvSpPr/>
              <p:nvPr/>
            </p:nvSpPr>
            <p:spPr>
              <a:xfrm>
                <a:off x="8672916" y="4683297"/>
                <a:ext cx="534015" cy="534015"/>
              </a:xfrm>
              <a:prstGeom prst="rect">
                <a:avLst/>
              </a:prstGeom>
              <a:blipFill dpi="0" rotWithShape="1">
                <a:blip r:embed="rId11" cstate="print">
                  <a:alphaModFix amt="40000"/>
                </a:blip>
                <a:srcRect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21">
                <a:extLst>
                  <a:ext uri="{FF2B5EF4-FFF2-40B4-BE49-F238E27FC236}">
                    <a16:creationId xmlns:a16="http://schemas.microsoft.com/office/drawing/2014/main" id="{AD4A619C-694E-4560-A0E1-B751754D3C8D}"/>
                  </a:ext>
                </a:extLst>
              </p:cNvPr>
              <p:cNvSpPr/>
              <p:nvPr/>
            </p:nvSpPr>
            <p:spPr>
              <a:xfrm>
                <a:off x="8736727" y="4731568"/>
                <a:ext cx="4064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06400">
                    <a:moveTo>
                      <a:pt x="202920" y="0"/>
                    </a:moveTo>
                    <a:lnTo>
                      <a:pt x="156513" y="5348"/>
                    </a:lnTo>
                    <a:lnTo>
                      <a:pt x="112100" y="21395"/>
                    </a:lnTo>
                    <a:lnTo>
                      <a:pt x="71676" y="48140"/>
                    </a:lnTo>
                    <a:lnTo>
                      <a:pt x="38036" y="84584"/>
                    </a:lnTo>
                    <a:lnTo>
                      <a:pt x="14858" y="126559"/>
                    </a:lnTo>
                    <a:lnTo>
                      <a:pt x="2377" y="171859"/>
                    </a:lnTo>
                    <a:lnTo>
                      <a:pt x="0" y="202920"/>
                    </a:lnTo>
                    <a:lnTo>
                      <a:pt x="594" y="218488"/>
                    </a:lnTo>
                    <a:lnTo>
                      <a:pt x="9509" y="264452"/>
                    </a:lnTo>
                    <a:lnTo>
                      <a:pt x="29122" y="307757"/>
                    </a:lnTo>
                    <a:lnTo>
                      <a:pt x="59432" y="346408"/>
                    </a:lnTo>
                    <a:lnTo>
                      <a:pt x="98084" y="376719"/>
                    </a:lnTo>
                    <a:lnTo>
                      <a:pt x="141388" y="396331"/>
                    </a:lnTo>
                    <a:lnTo>
                      <a:pt x="187352" y="405246"/>
                    </a:lnTo>
                    <a:lnTo>
                      <a:pt x="202920" y="405841"/>
                    </a:lnTo>
                    <a:lnTo>
                      <a:pt x="218488" y="405246"/>
                    </a:lnTo>
                    <a:lnTo>
                      <a:pt x="264452" y="396331"/>
                    </a:lnTo>
                    <a:lnTo>
                      <a:pt x="307757" y="376719"/>
                    </a:lnTo>
                    <a:lnTo>
                      <a:pt x="346408" y="346408"/>
                    </a:lnTo>
                    <a:lnTo>
                      <a:pt x="376719" y="307757"/>
                    </a:lnTo>
                    <a:lnTo>
                      <a:pt x="396331" y="264452"/>
                    </a:lnTo>
                    <a:lnTo>
                      <a:pt x="405246" y="218488"/>
                    </a:lnTo>
                    <a:lnTo>
                      <a:pt x="405841" y="202920"/>
                    </a:lnTo>
                    <a:lnTo>
                      <a:pt x="405246" y="187352"/>
                    </a:lnTo>
                    <a:lnTo>
                      <a:pt x="396331" y="141388"/>
                    </a:lnTo>
                    <a:lnTo>
                      <a:pt x="376719" y="98084"/>
                    </a:lnTo>
                    <a:lnTo>
                      <a:pt x="346408" y="59432"/>
                    </a:lnTo>
                    <a:lnTo>
                      <a:pt x="307757" y="29122"/>
                    </a:lnTo>
                    <a:lnTo>
                      <a:pt x="264452" y="9509"/>
                    </a:lnTo>
                    <a:lnTo>
                      <a:pt x="218488" y="594"/>
                    </a:lnTo>
                    <a:lnTo>
                      <a:pt x="20292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22">
                <a:extLst>
                  <a:ext uri="{FF2B5EF4-FFF2-40B4-BE49-F238E27FC236}">
                    <a16:creationId xmlns:a16="http://schemas.microsoft.com/office/drawing/2014/main" id="{99FFAC7C-93B8-4113-8688-4F658EDFB708}"/>
                  </a:ext>
                </a:extLst>
              </p:cNvPr>
              <p:cNvSpPr/>
              <p:nvPr/>
            </p:nvSpPr>
            <p:spPr>
              <a:xfrm>
                <a:off x="8721116" y="4715960"/>
                <a:ext cx="436957" cy="437054"/>
              </a:xfrm>
              <a:prstGeom prst="rect">
                <a:avLst/>
              </a:prstGeom>
              <a:blipFill>
                <a:blip r:embed="rId1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23">
                <a:extLst>
                  <a:ext uri="{FF2B5EF4-FFF2-40B4-BE49-F238E27FC236}">
                    <a16:creationId xmlns:a16="http://schemas.microsoft.com/office/drawing/2014/main" id="{E398CDA3-D9B2-44E0-8B19-1924DEFFE7DB}"/>
                  </a:ext>
                </a:extLst>
              </p:cNvPr>
              <p:cNvSpPr/>
              <p:nvPr/>
            </p:nvSpPr>
            <p:spPr>
              <a:xfrm>
                <a:off x="8736728" y="4781917"/>
                <a:ext cx="355486" cy="355497"/>
              </a:xfrm>
              <a:prstGeom prst="rect">
                <a:avLst/>
              </a:prstGeom>
              <a:blipFill>
                <a:blip r:embed="rId1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9F1F5F40-0D75-4FB2-A91F-F4284FF39209}"/>
                  </a:ext>
                </a:extLst>
              </p:cNvPr>
              <p:cNvSpPr/>
              <p:nvPr/>
            </p:nvSpPr>
            <p:spPr>
              <a:xfrm>
                <a:off x="8802370" y="4795194"/>
                <a:ext cx="276567" cy="276577"/>
              </a:xfrm>
              <a:prstGeom prst="rect">
                <a:avLst/>
              </a:prstGeom>
              <a:blipFill>
                <a:blip r:embed="rId1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D72F9E82-04BC-4EA3-B889-F8462619E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26675" y="2824860"/>
              <a:ext cx="194887" cy="193296"/>
            </a:xfrm>
            <a:prstGeom prst="rect">
              <a:avLst/>
            </a:prstGeom>
          </p:spPr>
        </p:pic>
      </p:grpSp>
      <p:pic>
        <p:nvPicPr>
          <p:cNvPr id="38" name="3-4-4-01 눈꽃송이(학생 창)">
            <a:hlinkClick r:id="" action="ppaction://media"/>
            <a:extLst>
              <a:ext uri="{FF2B5EF4-FFF2-40B4-BE49-F238E27FC236}">
                <a16:creationId xmlns:a16="http://schemas.microsoft.com/office/drawing/2014/main" id="{AAFC221D-543F-42C4-A5CA-248A232DD2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9832061" y="852722"/>
            <a:ext cx="730800" cy="730800"/>
          </a:xfrm>
          <a:prstGeom prst="rect">
            <a:avLst/>
          </a:prstGeom>
        </p:spPr>
      </p:pic>
      <p:pic>
        <p:nvPicPr>
          <p:cNvPr id="43" name="3-4-4-02 눈꽃송이(반주)">
            <a:hlinkClick r:id="" action="ppaction://media"/>
            <a:extLst>
              <a:ext uri="{FF2B5EF4-FFF2-40B4-BE49-F238E27FC236}">
                <a16:creationId xmlns:a16="http://schemas.microsoft.com/office/drawing/2014/main" id="{B2922CB6-33D0-4958-B89E-DDAA61368D7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0666558" y="852722"/>
            <a:ext cx="730800" cy="730800"/>
          </a:xfrm>
          <a:prstGeom prst="rect">
            <a:avLst/>
          </a:prstGeom>
        </p:spPr>
      </p:pic>
      <p:grpSp>
        <p:nvGrpSpPr>
          <p:cNvPr id="44" name="그룹 43">
            <a:extLst>
              <a:ext uri="{FF2B5EF4-FFF2-40B4-BE49-F238E27FC236}">
                <a16:creationId xmlns:a16="http://schemas.microsoft.com/office/drawing/2014/main" id="{D1B8F0E4-0B6A-4BC9-8390-DEC265F7E31D}"/>
              </a:ext>
            </a:extLst>
          </p:cNvPr>
          <p:cNvGrpSpPr/>
          <p:nvPr/>
        </p:nvGrpSpPr>
        <p:grpSpPr>
          <a:xfrm>
            <a:off x="9826751" y="1567999"/>
            <a:ext cx="1519356" cy="288147"/>
            <a:chOff x="9904457" y="5963694"/>
            <a:chExt cx="1519356" cy="288147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47D8E00-AA01-49EF-A10A-0AB8A51EE1B5}"/>
                </a:ext>
              </a:extLst>
            </p:cNvPr>
            <p:cNvSpPr txBox="1"/>
            <p:nvPr/>
          </p:nvSpPr>
          <p:spPr>
            <a:xfrm>
              <a:off x="10677650" y="5963694"/>
              <a:ext cx="74616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00B050"/>
                  </a:solidFill>
                </a:rPr>
                <a:t>반주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4E926F5-A753-4298-8B5F-EA5F31FBD79D}"/>
                </a:ext>
              </a:extLst>
            </p:cNvPr>
            <p:cNvSpPr txBox="1"/>
            <p:nvPr/>
          </p:nvSpPr>
          <p:spPr>
            <a:xfrm>
              <a:off x="9904457" y="5963694"/>
              <a:ext cx="74616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1400" b="1" dirty="0">
                  <a:solidFill>
                    <a:srgbClr val="00B050"/>
                  </a:solidFill>
                </a:rPr>
                <a:t>노래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EBCC82-1A44-E9BE-029B-CF6CC81E653E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16" name="사각형: 둥근 모서리 15">
              <a:hlinkClick r:id="rId17" action="ppaction://hlinksldjump"/>
              <a:extLst>
                <a:ext uri="{FF2B5EF4-FFF2-40B4-BE49-F238E27FC236}">
                  <a16:creationId xmlns:a16="http://schemas.microsoft.com/office/drawing/2014/main" id="{32556962-F331-FAA0-8C8D-BF27A0C05DBB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7" name="사각형: 둥근 모서리 16">
              <a:hlinkClick r:id="rId18" action="ppaction://hlinksldjump"/>
              <a:extLst>
                <a:ext uri="{FF2B5EF4-FFF2-40B4-BE49-F238E27FC236}">
                  <a16:creationId xmlns:a16="http://schemas.microsoft.com/office/drawing/2014/main" id="{80E32061-F066-BFBC-B32A-4A749DF7D16B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8" name="사각형: 둥근 모서리 17">
              <a:hlinkClick r:id="rId19" action="ppaction://hlinksldjump"/>
              <a:extLst>
                <a:ext uri="{FF2B5EF4-FFF2-40B4-BE49-F238E27FC236}">
                  <a16:creationId xmlns:a16="http://schemas.microsoft.com/office/drawing/2014/main" id="{DCBB1320-68C1-8FA9-AB55-805B313BC7FD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7" name="사각형: 둥근 모서리 26">
              <a:hlinkClick r:id="rId20" action="ppaction://hlinksldjump"/>
              <a:extLst>
                <a:ext uri="{FF2B5EF4-FFF2-40B4-BE49-F238E27FC236}">
                  <a16:creationId xmlns:a16="http://schemas.microsoft.com/office/drawing/2014/main" id="{F564AB26-C60D-8FC2-3740-392B6CE39A7E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37" name="사각형: 둥근 모서리 36">
              <a:hlinkClick r:id="rId21" action="ppaction://hlinksldjump"/>
              <a:extLst>
                <a:ext uri="{FF2B5EF4-FFF2-40B4-BE49-F238E27FC236}">
                  <a16:creationId xmlns:a16="http://schemas.microsoft.com/office/drawing/2014/main" id="{E9CC1E2E-BDAD-1521-60F1-CF5F4E7A233C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48" name="사각형: 둥근 모서리 47">
              <a:hlinkClick r:id="rId22" action="ppaction://hlinksldjump"/>
              <a:extLst>
                <a:ext uri="{FF2B5EF4-FFF2-40B4-BE49-F238E27FC236}">
                  <a16:creationId xmlns:a16="http://schemas.microsoft.com/office/drawing/2014/main" id="{51DB2D10-9BDB-2519-79A2-1002409D4E71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49" name="사각형: 둥근 모서리 48">
              <a:hlinkClick r:id="rId23" action="ppaction://hlinksldjump"/>
              <a:extLst>
                <a:ext uri="{FF2B5EF4-FFF2-40B4-BE49-F238E27FC236}">
                  <a16:creationId xmlns:a16="http://schemas.microsoft.com/office/drawing/2014/main" id="{841C4550-FCAE-5B72-95F8-E61163B7887C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49415689-873F-FBED-74B9-0930402CB50F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548A62E0-1278-BBF1-1BB9-B424E589795B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A80C64D1-F374-93FC-C2D0-D3332F4374C3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6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53" name="3-4-4 3박자 일정박 강약">
            <a:hlinkClick r:id="" action="ppaction://media"/>
            <a:extLst>
              <a:ext uri="{FF2B5EF4-FFF2-40B4-BE49-F238E27FC236}">
                <a16:creationId xmlns:a16="http://schemas.microsoft.com/office/drawing/2014/main" id="{85CFF615-F2DD-0F5B-9264-DE863C3BDC0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652422" y="217265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2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128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8360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8360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5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3D0D8E13-11F7-45E7-AA3E-9FAF6AACD4BB}"/>
              </a:ext>
            </a:extLst>
          </p:cNvPr>
          <p:cNvSpPr txBox="1"/>
          <p:nvPr/>
        </p:nvSpPr>
        <p:spPr>
          <a:xfrm>
            <a:off x="1163849" y="61312"/>
            <a:ext cx="10872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눈 내리는 장면을 그리고 장면에 어울리는 소리를 찾아봅시다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55E125B-F3E9-4AC2-BFBB-336152391788}"/>
              </a:ext>
            </a:extLst>
          </p:cNvPr>
          <p:cNvGrpSpPr/>
          <p:nvPr/>
        </p:nvGrpSpPr>
        <p:grpSpPr>
          <a:xfrm>
            <a:off x="1320275" y="1056287"/>
            <a:ext cx="10618318" cy="668148"/>
            <a:chOff x="1316250" y="770793"/>
            <a:chExt cx="10618318" cy="66814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2564EED-1B70-485E-8C36-765897738F94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눈 내리는 날의 경험을 생각하며 이야기를 만들어 보세요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5C6BB1A1-D82D-4374-9600-F79F6ACA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869371EA-2604-452F-9DC1-200B8EF54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660" y="687891"/>
            <a:ext cx="2977449" cy="324000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1F5A9424-E999-4098-8F27-7E4819615CB6}"/>
              </a:ext>
            </a:extLst>
          </p:cNvPr>
          <p:cNvGrpSpPr>
            <a:grpSpLocks noChangeAspect="1"/>
          </p:cNvGrpSpPr>
          <p:nvPr/>
        </p:nvGrpSpPr>
        <p:grpSpPr>
          <a:xfrm>
            <a:off x="1056000" y="1911607"/>
            <a:ext cx="10440000" cy="938226"/>
            <a:chOff x="1426712" y="3032600"/>
            <a:chExt cx="17251045" cy="1550324"/>
          </a:xfrm>
        </p:grpSpPr>
        <p:sp>
          <p:nvSpPr>
            <p:cNvPr id="47" name="object 16">
              <a:extLst>
                <a:ext uri="{FF2B5EF4-FFF2-40B4-BE49-F238E27FC236}">
                  <a16:creationId xmlns:a16="http://schemas.microsoft.com/office/drawing/2014/main" id="{B23D8380-DB32-4E67-9FF6-EE0019DDB393}"/>
                </a:ext>
              </a:extLst>
            </p:cNvPr>
            <p:cNvSpPr/>
            <p:nvPr/>
          </p:nvSpPr>
          <p:spPr>
            <a:xfrm>
              <a:off x="1456711" y="3114949"/>
              <a:ext cx="17190720" cy="1437640"/>
            </a:xfrm>
            <a:custGeom>
              <a:avLst/>
              <a:gdLst/>
              <a:ahLst/>
              <a:cxnLst/>
              <a:rect l="l" t="t" r="r" b="b"/>
              <a:pathLst>
                <a:path w="17190720" h="1437639">
                  <a:moveTo>
                    <a:pt x="16820765" y="0"/>
                  </a:moveTo>
                  <a:lnTo>
                    <a:pt x="369915" y="0"/>
                  </a:lnTo>
                  <a:lnTo>
                    <a:pt x="339622" y="1228"/>
                  </a:lnTo>
                  <a:lnTo>
                    <a:pt x="281129" y="10769"/>
                  </a:lnTo>
                  <a:lnTo>
                    <a:pt x="226069" y="29115"/>
                  </a:lnTo>
                  <a:lnTo>
                    <a:pt x="175208" y="55499"/>
                  </a:lnTo>
                  <a:lnTo>
                    <a:pt x="129315" y="89154"/>
                  </a:lnTo>
                  <a:lnTo>
                    <a:pt x="89157" y="129311"/>
                  </a:lnTo>
                  <a:lnTo>
                    <a:pt x="55502" y="175204"/>
                  </a:lnTo>
                  <a:lnTo>
                    <a:pt x="29117" y="226065"/>
                  </a:lnTo>
                  <a:lnTo>
                    <a:pt x="10770" y="281126"/>
                  </a:lnTo>
                  <a:lnTo>
                    <a:pt x="1228" y="339620"/>
                  </a:lnTo>
                  <a:lnTo>
                    <a:pt x="0" y="369915"/>
                  </a:lnTo>
                  <a:lnTo>
                    <a:pt x="0" y="1067464"/>
                  </a:lnTo>
                  <a:lnTo>
                    <a:pt x="4850" y="1127387"/>
                  </a:lnTo>
                  <a:lnTo>
                    <a:pt x="18890" y="1184261"/>
                  </a:lnTo>
                  <a:lnTo>
                    <a:pt x="41352" y="1237318"/>
                  </a:lnTo>
                  <a:lnTo>
                    <a:pt x="71469" y="1285791"/>
                  </a:lnTo>
                  <a:lnTo>
                    <a:pt x="108471" y="1328912"/>
                  </a:lnTo>
                  <a:lnTo>
                    <a:pt x="151593" y="1365914"/>
                  </a:lnTo>
                  <a:lnTo>
                    <a:pt x="200066" y="1396029"/>
                  </a:lnTo>
                  <a:lnTo>
                    <a:pt x="253122" y="1418490"/>
                  </a:lnTo>
                  <a:lnTo>
                    <a:pt x="309994" y="1432529"/>
                  </a:lnTo>
                  <a:lnTo>
                    <a:pt x="369915" y="1437380"/>
                  </a:lnTo>
                  <a:lnTo>
                    <a:pt x="16820765" y="1437380"/>
                  </a:lnTo>
                  <a:lnTo>
                    <a:pt x="16880685" y="1432529"/>
                  </a:lnTo>
                  <a:lnTo>
                    <a:pt x="16937558" y="1418490"/>
                  </a:lnTo>
                  <a:lnTo>
                    <a:pt x="16990614" y="1396029"/>
                  </a:lnTo>
                  <a:lnTo>
                    <a:pt x="17039087" y="1365914"/>
                  </a:lnTo>
                  <a:lnTo>
                    <a:pt x="17082208" y="1328912"/>
                  </a:lnTo>
                  <a:lnTo>
                    <a:pt x="17119211" y="1285791"/>
                  </a:lnTo>
                  <a:lnTo>
                    <a:pt x="17149327" y="1237318"/>
                  </a:lnTo>
                  <a:lnTo>
                    <a:pt x="17171789" y="1184261"/>
                  </a:lnTo>
                  <a:lnTo>
                    <a:pt x="17185830" y="1127387"/>
                  </a:lnTo>
                  <a:lnTo>
                    <a:pt x="17190680" y="1067464"/>
                  </a:lnTo>
                  <a:lnTo>
                    <a:pt x="17190680" y="369915"/>
                  </a:lnTo>
                  <a:lnTo>
                    <a:pt x="17185830" y="309992"/>
                  </a:lnTo>
                  <a:lnTo>
                    <a:pt x="17171789" y="253118"/>
                  </a:lnTo>
                  <a:lnTo>
                    <a:pt x="17149327" y="200061"/>
                  </a:lnTo>
                  <a:lnTo>
                    <a:pt x="17119211" y="151588"/>
                  </a:lnTo>
                  <a:lnTo>
                    <a:pt x="17082208" y="108467"/>
                  </a:lnTo>
                  <a:lnTo>
                    <a:pt x="17039087" y="71466"/>
                  </a:lnTo>
                  <a:lnTo>
                    <a:pt x="16990614" y="41350"/>
                  </a:lnTo>
                  <a:lnTo>
                    <a:pt x="16937558" y="18889"/>
                  </a:lnTo>
                  <a:lnTo>
                    <a:pt x="16880685" y="4850"/>
                  </a:lnTo>
                  <a:lnTo>
                    <a:pt x="16820765" y="0"/>
                  </a:lnTo>
                  <a:close/>
                </a:path>
              </a:pathLst>
            </a:custGeom>
            <a:solidFill>
              <a:srgbClr val="FCD8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17">
              <a:extLst>
                <a:ext uri="{FF2B5EF4-FFF2-40B4-BE49-F238E27FC236}">
                  <a16:creationId xmlns:a16="http://schemas.microsoft.com/office/drawing/2014/main" id="{AA87EC3C-7584-4283-9B45-B9D62412BDBA}"/>
                </a:ext>
              </a:extLst>
            </p:cNvPr>
            <p:cNvSpPr/>
            <p:nvPr/>
          </p:nvSpPr>
          <p:spPr>
            <a:xfrm>
              <a:off x="1426712" y="3084959"/>
              <a:ext cx="17251045" cy="1497965"/>
            </a:xfrm>
            <a:custGeom>
              <a:avLst/>
              <a:gdLst/>
              <a:ahLst/>
              <a:cxnLst/>
              <a:rect l="l" t="t" r="r" b="b"/>
              <a:pathLst>
                <a:path w="17251045" h="1497964">
                  <a:moveTo>
                    <a:pt x="16850764" y="0"/>
                  </a:moveTo>
                  <a:lnTo>
                    <a:pt x="399914" y="0"/>
                  </a:lnTo>
                  <a:lnTo>
                    <a:pt x="367239" y="1332"/>
                  </a:lnTo>
                  <a:lnTo>
                    <a:pt x="304108" y="11675"/>
                  </a:lnTo>
                  <a:lnTo>
                    <a:pt x="244635" y="31555"/>
                  </a:lnTo>
                  <a:lnTo>
                    <a:pt x="189662" y="60134"/>
                  </a:lnTo>
                  <a:lnTo>
                    <a:pt x="140028" y="96571"/>
                  </a:lnTo>
                  <a:lnTo>
                    <a:pt x="96572" y="140026"/>
                  </a:lnTo>
                  <a:lnTo>
                    <a:pt x="60135" y="189659"/>
                  </a:lnTo>
                  <a:lnTo>
                    <a:pt x="31555" y="244631"/>
                  </a:lnTo>
                  <a:lnTo>
                    <a:pt x="11675" y="304101"/>
                  </a:lnTo>
                  <a:lnTo>
                    <a:pt x="1332" y="367230"/>
                  </a:lnTo>
                  <a:lnTo>
                    <a:pt x="0" y="399904"/>
                  </a:lnTo>
                  <a:lnTo>
                    <a:pt x="0" y="1097453"/>
                  </a:lnTo>
                  <a:lnTo>
                    <a:pt x="5258" y="1162099"/>
                  </a:lnTo>
                  <a:lnTo>
                    <a:pt x="20475" y="1223505"/>
                  </a:lnTo>
                  <a:lnTo>
                    <a:pt x="44810" y="1280833"/>
                  </a:lnTo>
                  <a:lnTo>
                    <a:pt x="77423" y="1333242"/>
                  </a:lnTo>
                  <a:lnTo>
                    <a:pt x="117475" y="1379892"/>
                  </a:lnTo>
                  <a:lnTo>
                    <a:pt x="164125" y="1419944"/>
                  </a:lnTo>
                  <a:lnTo>
                    <a:pt x="216534" y="1452557"/>
                  </a:lnTo>
                  <a:lnTo>
                    <a:pt x="273862" y="1476892"/>
                  </a:lnTo>
                  <a:lnTo>
                    <a:pt x="335268" y="1492109"/>
                  </a:lnTo>
                  <a:lnTo>
                    <a:pt x="399914" y="1497368"/>
                  </a:lnTo>
                  <a:lnTo>
                    <a:pt x="16850764" y="1497368"/>
                  </a:lnTo>
                  <a:lnTo>
                    <a:pt x="16915409" y="1492109"/>
                  </a:lnTo>
                  <a:lnTo>
                    <a:pt x="16976815" y="1476892"/>
                  </a:lnTo>
                  <a:lnTo>
                    <a:pt x="17034142" y="1452557"/>
                  </a:lnTo>
                  <a:lnTo>
                    <a:pt x="17060754" y="1437380"/>
                  </a:lnTo>
                  <a:lnTo>
                    <a:pt x="399914" y="1437380"/>
                  </a:lnTo>
                  <a:lnTo>
                    <a:pt x="372075" y="1436251"/>
                  </a:lnTo>
                  <a:lnTo>
                    <a:pt x="318322" y="1427484"/>
                  </a:lnTo>
                  <a:lnTo>
                    <a:pt x="267724" y="1410625"/>
                  </a:lnTo>
                  <a:lnTo>
                    <a:pt x="220987" y="1386380"/>
                  </a:lnTo>
                  <a:lnTo>
                    <a:pt x="178815" y="1355454"/>
                  </a:lnTo>
                  <a:lnTo>
                    <a:pt x="141913" y="1318552"/>
                  </a:lnTo>
                  <a:lnTo>
                    <a:pt x="110987" y="1276380"/>
                  </a:lnTo>
                  <a:lnTo>
                    <a:pt x="86742" y="1229643"/>
                  </a:lnTo>
                  <a:lnTo>
                    <a:pt x="69883" y="1179045"/>
                  </a:lnTo>
                  <a:lnTo>
                    <a:pt x="61116" y="1125292"/>
                  </a:lnTo>
                  <a:lnTo>
                    <a:pt x="59987" y="1097453"/>
                  </a:lnTo>
                  <a:lnTo>
                    <a:pt x="59987" y="399904"/>
                  </a:lnTo>
                  <a:lnTo>
                    <a:pt x="64444" y="344841"/>
                  </a:lnTo>
                  <a:lnTo>
                    <a:pt x="77345" y="292580"/>
                  </a:lnTo>
                  <a:lnTo>
                    <a:pt x="97985" y="243825"/>
                  </a:lnTo>
                  <a:lnTo>
                    <a:pt x="125659" y="199284"/>
                  </a:lnTo>
                  <a:lnTo>
                    <a:pt x="159661" y="159660"/>
                  </a:lnTo>
                  <a:lnTo>
                    <a:pt x="199286" y="125658"/>
                  </a:lnTo>
                  <a:lnTo>
                    <a:pt x="243829" y="97985"/>
                  </a:lnTo>
                  <a:lnTo>
                    <a:pt x="292585" y="77345"/>
                  </a:lnTo>
                  <a:lnTo>
                    <a:pt x="344848" y="64444"/>
                  </a:lnTo>
                  <a:lnTo>
                    <a:pt x="399914" y="59987"/>
                  </a:lnTo>
                  <a:lnTo>
                    <a:pt x="17060755" y="59987"/>
                  </a:lnTo>
                  <a:lnTo>
                    <a:pt x="17034142" y="44810"/>
                  </a:lnTo>
                  <a:lnTo>
                    <a:pt x="16976815" y="20475"/>
                  </a:lnTo>
                  <a:lnTo>
                    <a:pt x="16915409" y="5258"/>
                  </a:lnTo>
                  <a:lnTo>
                    <a:pt x="16883439" y="1332"/>
                  </a:lnTo>
                  <a:lnTo>
                    <a:pt x="16850764" y="0"/>
                  </a:lnTo>
                  <a:close/>
                </a:path>
                <a:path w="17251045" h="1497964">
                  <a:moveTo>
                    <a:pt x="17060755" y="59987"/>
                  </a:moveTo>
                  <a:lnTo>
                    <a:pt x="16850764" y="59987"/>
                  </a:lnTo>
                  <a:lnTo>
                    <a:pt x="16878601" y="61116"/>
                  </a:lnTo>
                  <a:lnTo>
                    <a:pt x="16905827" y="64444"/>
                  </a:lnTo>
                  <a:lnTo>
                    <a:pt x="16958088" y="77345"/>
                  </a:lnTo>
                  <a:lnTo>
                    <a:pt x="17006842" y="97985"/>
                  </a:lnTo>
                  <a:lnTo>
                    <a:pt x="17051384" y="125658"/>
                  </a:lnTo>
                  <a:lnTo>
                    <a:pt x="17091008" y="159660"/>
                  </a:lnTo>
                  <a:lnTo>
                    <a:pt x="17125009" y="199284"/>
                  </a:lnTo>
                  <a:lnTo>
                    <a:pt x="17152682" y="243825"/>
                  </a:lnTo>
                  <a:lnTo>
                    <a:pt x="17173322" y="292580"/>
                  </a:lnTo>
                  <a:lnTo>
                    <a:pt x="17186223" y="344841"/>
                  </a:lnTo>
                  <a:lnTo>
                    <a:pt x="17190680" y="399904"/>
                  </a:lnTo>
                  <a:lnTo>
                    <a:pt x="17190680" y="1097453"/>
                  </a:lnTo>
                  <a:lnTo>
                    <a:pt x="17186223" y="1152519"/>
                  </a:lnTo>
                  <a:lnTo>
                    <a:pt x="17173322" y="1204782"/>
                  </a:lnTo>
                  <a:lnTo>
                    <a:pt x="17152682" y="1253538"/>
                  </a:lnTo>
                  <a:lnTo>
                    <a:pt x="17125009" y="1298081"/>
                  </a:lnTo>
                  <a:lnTo>
                    <a:pt x="17091008" y="1337706"/>
                  </a:lnTo>
                  <a:lnTo>
                    <a:pt x="17051384" y="1371708"/>
                  </a:lnTo>
                  <a:lnTo>
                    <a:pt x="17006842" y="1399382"/>
                  </a:lnTo>
                  <a:lnTo>
                    <a:pt x="16958088" y="1420022"/>
                  </a:lnTo>
                  <a:lnTo>
                    <a:pt x="16905827" y="1432923"/>
                  </a:lnTo>
                  <a:lnTo>
                    <a:pt x="16850764" y="1437380"/>
                  </a:lnTo>
                  <a:lnTo>
                    <a:pt x="17060754" y="1437380"/>
                  </a:lnTo>
                  <a:lnTo>
                    <a:pt x="17110646" y="1400795"/>
                  </a:lnTo>
                  <a:lnTo>
                    <a:pt x="17154100" y="1357339"/>
                  </a:lnTo>
                  <a:lnTo>
                    <a:pt x="17190536" y="1307705"/>
                  </a:lnTo>
                  <a:lnTo>
                    <a:pt x="17219114" y="1252732"/>
                  </a:lnTo>
                  <a:lnTo>
                    <a:pt x="17238994" y="1193260"/>
                  </a:lnTo>
                  <a:lnTo>
                    <a:pt x="17249336" y="1130128"/>
                  </a:lnTo>
                  <a:lnTo>
                    <a:pt x="17250668" y="1097453"/>
                  </a:lnTo>
                  <a:lnTo>
                    <a:pt x="17250668" y="399904"/>
                  </a:lnTo>
                  <a:lnTo>
                    <a:pt x="17245409" y="335261"/>
                  </a:lnTo>
                  <a:lnTo>
                    <a:pt x="17230193" y="273856"/>
                  </a:lnTo>
                  <a:lnTo>
                    <a:pt x="17205860" y="216530"/>
                  </a:lnTo>
                  <a:lnTo>
                    <a:pt x="17173248" y="164123"/>
                  </a:lnTo>
                  <a:lnTo>
                    <a:pt x="17133198" y="117474"/>
                  </a:lnTo>
                  <a:lnTo>
                    <a:pt x="17086549" y="77423"/>
                  </a:lnTo>
                  <a:lnTo>
                    <a:pt x="17061013" y="60134"/>
                  </a:lnTo>
                  <a:lnTo>
                    <a:pt x="17060755" y="59987"/>
                  </a:lnTo>
                  <a:close/>
                </a:path>
              </a:pathLst>
            </a:custGeom>
            <a:solidFill>
              <a:srgbClr val="FCD8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18">
              <a:extLst>
                <a:ext uri="{FF2B5EF4-FFF2-40B4-BE49-F238E27FC236}">
                  <a16:creationId xmlns:a16="http://schemas.microsoft.com/office/drawing/2014/main" id="{576C1AA3-9BA1-4395-B50A-1E81BA9AA69E}"/>
                </a:ext>
              </a:extLst>
            </p:cNvPr>
            <p:cNvSpPr/>
            <p:nvPr/>
          </p:nvSpPr>
          <p:spPr>
            <a:xfrm>
              <a:off x="1426712" y="3032600"/>
              <a:ext cx="17251045" cy="1497965"/>
            </a:xfrm>
            <a:custGeom>
              <a:avLst/>
              <a:gdLst/>
              <a:ahLst/>
              <a:cxnLst/>
              <a:rect l="l" t="t" r="r" b="b"/>
              <a:pathLst>
                <a:path w="17251045" h="1497964">
                  <a:moveTo>
                    <a:pt x="16850764" y="0"/>
                  </a:moveTo>
                  <a:lnTo>
                    <a:pt x="399914" y="0"/>
                  </a:lnTo>
                  <a:lnTo>
                    <a:pt x="367239" y="1332"/>
                  </a:lnTo>
                  <a:lnTo>
                    <a:pt x="304108" y="11675"/>
                  </a:lnTo>
                  <a:lnTo>
                    <a:pt x="244635" y="31555"/>
                  </a:lnTo>
                  <a:lnTo>
                    <a:pt x="189662" y="60135"/>
                  </a:lnTo>
                  <a:lnTo>
                    <a:pt x="140028" y="96572"/>
                  </a:lnTo>
                  <a:lnTo>
                    <a:pt x="96572" y="140028"/>
                  </a:lnTo>
                  <a:lnTo>
                    <a:pt x="60135" y="189662"/>
                  </a:lnTo>
                  <a:lnTo>
                    <a:pt x="31555" y="244635"/>
                  </a:lnTo>
                  <a:lnTo>
                    <a:pt x="11675" y="304108"/>
                  </a:lnTo>
                  <a:lnTo>
                    <a:pt x="1332" y="367239"/>
                  </a:lnTo>
                  <a:lnTo>
                    <a:pt x="0" y="399914"/>
                  </a:lnTo>
                  <a:lnTo>
                    <a:pt x="0" y="1097463"/>
                  </a:lnTo>
                  <a:lnTo>
                    <a:pt x="5258" y="1162106"/>
                  </a:lnTo>
                  <a:lnTo>
                    <a:pt x="20475" y="1223511"/>
                  </a:lnTo>
                  <a:lnTo>
                    <a:pt x="44810" y="1280837"/>
                  </a:lnTo>
                  <a:lnTo>
                    <a:pt x="77423" y="1333244"/>
                  </a:lnTo>
                  <a:lnTo>
                    <a:pt x="117475" y="1379893"/>
                  </a:lnTo>
                  <a:lnTo>
                    <a:pt x="164125" y="1419944"/>
                  </a:lnTo>
                  <a:lnTo>
                    <a:pt x="216534" y="1452557"/>
                  </a:lnTo>
                  <a:lnTo>
                    <a:pt x="273862" y="1476892"/>
                  </a:lnTo>
                  <a:lnTo>
                    <a:pt x="335268" y="1492109"/>
                  </a:lnTo>
                  <a:lnTo>
                    <a:pt x="399914" y="1497368"/>
                  </a:lnTo>
                  <a:lnTo>
                    <a:pt x="16850764" y="1497368"/>
                  </a:lnTo>
                  <a:lnTo>
                    <a:pt x="16915409" y="1492109"/>
                  </a:lnTo>
                  <a:lnTo>
                    <a:pt x="16976815" y="1476892"/>
                  </a:lnTo>
                  <a:lnTo>
                    <a:pt x="17034142" y="1452557"/>
                  </a:lnTo>
                  <a:lnTo>
                    <a:pt x="17086549" y="1419944"/>
                  </a:lnTo>
                  <a:lnTo>
                    <a:pt x="17133198" y="1379893"/>
                  </a:lnTo>
                  <a:lnTo>
                    <a:pt x="17173248" y="1333244"/>
                  </a:lnTo>
                  <a:lnTo>
                    <a:pt x="17205860" y="1280837"/>
                  </a:lnTo>
                  <a:lnTo>
                    <a:pt x="17230193" y="1223511"/>
                  </a:lnTo>
                  <a:lnTo>
                    <a:pt x="17245409" y="1162106"/>
                  </a:lnTo>
                  <a:lnTo>
                    <a:pt x="17250668" y="1097463"/>
                  </a:lnTo>
                  <a:lnTo>
                    <a:pt x="17250668" y="399914"/>
                  </a:lnTo>
                  <a:lnTo>
                    <a:pt x="17245409" y="335268"/>
                  </a:lnTo>
                  <a:lnTo>
                    <a:pt x="17230193" y="273862"/>
                  </a:lnTo>
                  <a:lnTo>
                    <a:pt x="17205860" y="216534"/>
                  </a:lnTo>
                  <a:lnTo>
                    <a:pt x="17173248" y="164125"/>
                  </a:lnTo>
                  <a:lnTo>
                    <a:pt x="17133198" y="117475"/>
                  </a:lnTo>
                  <a:lnTo>
                    <a:pt x="17086549" y="77423"/>
                  </a:lnTo>
                  <a:lnTo>
                    <a:pt x="17034142" y="44810"/>
                  </a:lnTo>
                  <a:lnTo>
                    <a:pt x="16976815" y="20475"/>
                  </a:lnTo>
                  <a:lnTo>
                    <a:pt x="16915409" y="5258"/>
                  </a:lnTo>
                  <a:lnTo>
                    <a:pt x="16850764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그림 54">
            <a:extLst>
              <a:ext uri="{FF2B5EF4-FFF2-40B4-BE49-F238E27FC236}">
                <a16:creationId xmlns:a16="http://schemas.microsoft.com/office/drawing/2014/main" id="{24AE3C40-94DD-4C94-855E-674380A4A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817" y="2201761"/>
            <a:ext cx="2484628" cy="3240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DDE264A-DFCB-4911-AEBA-CACB79B53DB2}"/>
              </a:ext>
            </a:extLst>
          </p:cNvPr>
          <p:cNvSpPr txBox="1"/>
          <p:nvPr/>
        </p:nvSpPr>
        <p:spPr>
          <a:xfrm>
            <a:off x="1074155" y="2029687"/>
            <a:ext cx="10403492" cy="668148"/>
          </a:xfrm>
          <a:prstGeom prst="rect">
            <a:avLst/>
          </a:prstGeom>
          <a:solidFill>
            <a:srgbClr val="F9ECE1"/>
          </a:solidFill>
        </p:spPr>
        <p:txBody>
          <a:bodyPr wrap="square" lIns="36000" tIns="36000" rIns="36000" bIns="36000" anchor="ctr">
            <a:noAutofit/>
          </a:bodyPr>
          <a:lstStyle/>
          <a:p>
            <a:pPr algn="ctr">
              <a:buClr>
                <a:srgbClr val="E28508"/>
              </a:buClr>
            </a:pPr>
            <a:r>
              <a:rPr lang="ko-KR" altLang="en-US" sz="3000" b="1" spc="-30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아이들이 눈싸움을 하고 옆에서 한 아이는 스케이트를 타고 있어</a:t>
            </a:r>
            <a:r>
              <a:rPr lang="en-US" altLang="ko-KR" sz="3000" b="1" spc="-300" dirty="0">
                <a:solidFill>
                  <a:srgbClr val="CC210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AC446F25-D4E3-46B9-8D99-976E9B5FD216}"/>
              </a:ext>
            </a:extLst>
          </p:cNvPr>
          <p:cNvGrpSpPr/>
          <p:nvPr/>
        </p:nvGrpSpPr>
        <p:grpSpPr>
          <a:xfrm>
            <a:off x="1331023" y="3073775"/>
            <a:ext cx="10618318" cy="668148"/>
            <a:chOff x="1316250" y="770793"/>
            <a:chExt cx="10618318" cy="668148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25D7655-A2ED-464C-AEC2-2B1A78330274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내가 만든 이야기를 그림으로 표현해 보세요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65" name="그림 64">
              <a:extLst>
                <a:ext uri="{FF2B5EF4-FFF2-40B4-BE49-F238E27FC236}">
                  <a16:creationId xmlns:a16="http://schemas.microsoft.com/office/drawing/2014/main" id="{E7D43E79-2452-4087-8540-0079D6269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pic>
        <p:nvPicPr>
          <p:cNvPr id="66" name="그림 65">
            <a:extLst>
              <a:ext uri="{FF2B5EF4-FFF2-40B4-BE49-F238E27FC236}">
                <a16:creationId xmlns:a16="http://schemas.microsoft.com/office/drawing/2014/main" id="{060DE09B-6494-46E9-B6BA-BF8A64BD2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686" y="3909123"/>
            <a:ext cx="487466" cy="486000"/>
          </a:xfrm>
          <a:prstGeom prst="rect">
            <a:avLst/>
          </a:prstGeom>
        </p:spPr>
      </p:pic>
      <p:sp>
        <p:nvSpPr>
          <p:cNvPr id="67" name="object 19">
            <a:extLst>
              <a:ext uri="{FF2B5EF4-FFF2-40B4-BE49-F238E27FC236}">
                <a16:creationId xmlns:a16="http://schemas.microsoft.com/office/drawing/2014/main" id="{E772CC23-18B3-4662-B47B-007600F8F2BA}"/>
              </a:ext>
            </a:extLst>
          </p:cNvPr>
          <p:cNvSpPr/>
          <p:nvPr/>
        </p:nvSpPr>
        <p:spPr>
          <a:xfrm>
            <a:off x="4454771" y="3741923"/>
            <a:ext cx="3282457" cy="26372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B4C6A0A-D0CF-BF1D-CAF5-27DFE3768D0A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3" name="사각형: 둥근 모서리 2">
              <a:hlinkClick r:id="rId7" action="ppaction://hlinksldjump"/>
              <a:extLst>
                <a:ext uri="{FF2B5EF4-FFF2-40B4-BE49-F238E27FC236}">
                  <a16:creationId xmlns:a16="http://schemas.microsoft.com/office/drawing/2014/main" id="{CB98A542-4070-79E3-82C7-09D8EFE0E1F7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8" action="ppaction://hlinksldjump"/>
              <a:extLst>
                <a:ext uri="{FF2B5EF4-FFF2-40B4-BE49-F238E27FC236}">
                  <a16:creationId xmlns:a16="http://schemas.microsoft.com/office/drawing/2014/main" id="{5FC18140-D151-8F28-9AAF-293678094796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7" name="사각형: 둥근 모서리 16">
              <a:hlinkClick r:id="rId9" action="ppaction://hlinksldjump"/>
              <a:extLst>
                <a:ext uri="{FF2B5EF4-FFF2-40B4-BE49-F238E27FC236}">
                  <a16:creationId xmlns:a16="http://schemas.microsoft.com/office/drawing/2014/main" id="{7523E4D1-95C5-C0BB-392D-1FB46594AFA3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8" name="사각형: 둥근 모서리 17">
              <a:hlinkClick r:id="rId10" action="ppaction://hlinksldjump"/>
              <a:extLst>
                <a:ext uri="{FF2B5EF4-FFF2-40B4-BE49-F238E27FC236}">
                  <a16:creationId xmlns:a16="http://schemas.microsoft.com/office/drawing/2014/main" id="{B07D6EE9-290F-956B-2ECA-EF44CA0E783E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9" name="사각형: 둥근 모서리 18">
              <a:hlinkClick r:id="rId11" action="ppaction://hlinksldjump"/>
              <a:extLst>
                <a:ext uri="{FF2B5EF4-FFF2-40B4-BE49-F238E27FC236}">
                  <a16:creationId xmlns:a16="http://schemas.microsoft.com/office/drawing/2014/main" id="{B01E19F6-6BFE-4064-67AA-4C867C4FEB18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0" name="사각형: 둥근 모서리 19">
              <a:hlinkClick r:id="rId12" action="ppaction://hlinksldjump"/>
              <a:extLst>
                <a:ext uri="{FF2B5EF4-FFF2-40B4-BE49-F238E27FC236}">
                  <a16:creationId xmlns:a16="http://schemas.microsoft.com/office/drawing/2014/main" id="{60DD2B85-8A04-8809-8727-A8C87B27BE51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1" name="사각형: 둥근 모서리 20">
              <a:hlinkClick r:id="rId13" action="ppaction://hlinksldjump"/>
              <a:extLst>
                <a:ext uri="{FF2B5EF4-FFF2-40B4-BE49-F238E27FC236}">
                  <a16:creationId xmlns:a16="http://schemas.microsoft.com/office/drawing/2014/main" id="{AD8E2819-EBFD-9136-499D-27700BF95D19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4E3899EB-018D-E253-321F-906B43AF73DF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269E8B2A-DB09-5241-98BE-EDBABE5F631D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E0D945E2-164A-5452-EA6C-68DA38C65FD5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5" name="직사각형 24">
            <a:hlinkClick r:id="rId14" action="ppaction://hlinksldjump"/>
            <a:extLst>
              <a:ext uri="{FF2B5EF4-FFF2-40B4-BE49-F238E27FC236}">
                <a16:creationId xmlns:a16="http://schemas.microsoft.com/office/drawing/2014/main" id="{69200F9D-C298-A743-2076-092C6A39E411}"/>
              </a:ext>
            </a:extLst>
          </p:cNvPr>
          <p:cNvSpPr/>
          <p:nvPr/>
        </p:nvSpPr>
        <p:spPr>
          <a:xfrm>
            <a:off x="8773660" y="687891"/>
            <a:ext cx="1171529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hlinkClick r:id="rId15" action="ppaction://hlinksldjump"/>
            <a:extLst>
              <a:ext uri="{FF2B5EF4-FFF2-40B4-BE49-F238E27FC236}">
                <a16:creationId xmlns:a16="http://schemas.microsoft.com/office/drawing/2014/main" id="{445B7073-0B18-1742-5FD3-296FD919B5C9}"/>
              </a:ext>
            </a:extLst>
          </p:cNvPr>
          <p:cNvSpPr/>
          <p:nvPr/>
        </p:nvSpPr>
        <p:spPr>
          <a:xfrm>
            <a:off x="9988732" y="688697"/>
            <a:ext cx="1744960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05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3D0D8E13-11F7-45E7-AA3E-9FAF6AACD4BB}"/>
              </a:ext>
            </a:extLst>
          </p:cNvPr>
          <p:cNvSpPr txBox="1"/>
          <p:nvPr/>
        </p:nvSpPr>
        <p:spPr>
          <a:xfrm>
            <a:off x="1163849" y="61312"/>
            <a:ext cx="10872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눈 내리는 장면을 그리고 장면에 어울리는 소리를 찾아봅시다</a:t>
            </a:r>
            <a:r>
              <a:rPr lang="en-US" altLang="ko-KR" sz="3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55E125B-F3E9-4AC2-BFBB-336152391788}"/>
              </a:ext>
            </a:extLst>
          </p:cNvPr>
          <p:cNvGrpSpPr/>
          <p:nvPr/>
        </p:nvGrpSpPr>
        <p:grpSpPr>
          <a:xfrm>
            <a:off x="1320275" y="1056287"/>
            <a:ext cx="10618318" cy="668148"/>
            <a:chOff x="1316250" y="770793"/>
            <a:chExt cx="10618318" cy="66814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2564EED-1B70-485E-8C36-765897738F94}"/>
                </a:ext>
              </a:extLst>
            </p:cNvPr>
            <p:cNvSpPr txBox="1"/>
            <p:nvPr/>
          </p:nvSpPr>
          <p:spPr>
            <a:xfrm>
              <a:off x="1472675" y="770793"/>
              <a:ext cx="10461893" cy="668148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noAutofit/>
            </a:bodyPr>
            <a:lstStyle/>
            <a:p>
              <a:pPr>
                <a:lnSpc>
                  <a:spcPct val="150000"/>
                </a:lnSpc>
                <a:buClr>
                  <a:srgbClr val="E28508"/>
                </a:buClr>
              </a:pPr>
              <a:r>
                <a:rPr lang="ko-KR" altLang="en-US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이야기의 장면에 어울리는 소리를 찾아보세요</a:t>
              </a:r>
              <a:r>
                <a:rPr lang="en-US" altLang="ko-KR" sz="2800" b="1" spc="-150" dirty="0">
                  <a:solidFill>
                    <a:srgbClr val="211D1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5C6BB1A1-D82D-4374-9600-F79F6ACA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6250" y="1063625"/>
              <a:ext cx="138435" cy="166687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9D805E6-507F-45E0-A2D5-39070DA4F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825" y="689378"/>
            <a:ext cx="2989263" cy="32134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2CD4490-73DF-4318-8007-5A9D6DF85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82" y="2494718"/>
            <a:ext cx="487466" cy="486000"/>
          </a:xfrm>
          <a:prstGeom prst="rect">
            <a:avLst/>
          </a:prstGeom>
        </p:spPr>
      </p:pic>
      <p:sp>
        <p:nvSpPr>
          <p:cNvPr id="33" name="object 14">
            <a:extLst>
              <a:ext uri="{FF2B5EF4-FFF2-40B4-BE49-F238E27FC236}">
                <a16:creationId xmlns:a16="http://schemas.microsoft.com/office/drawing/2014/main" id="{BC7DC197-C5E8-4EB0-A99C-53CC564B7F96}"/>
              </a:ext>
            </a:extLst>
          </p:cNvPr>
          <p:cNvSpPr/>
          <p:nvPr/>
        </p:nvSpPr>
        <p:spPr>
          <a:xfrm>
            <a:off x="1458710" y="3425093"/>
            <a:ext cx="2635674" cy="17077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object 15">
            <a:extLst>
              <a:ext uri="{FF2B5EF4-FFF2-40B4-BE49-F238E27FC236}">
                <a16:creationId xmlns:a16="http://schemas.microsoft.com/office/drawing/2014/main" id="{86C334D0-D862-447F-BD77-BB9B95A40B87}"/>
              </a:ext>
            </a:extLst>
          </p:cNvPr>
          <p:cNvSpPr/>
          <p:nvPr/>
        </p:nvSpPr>
        <p:spPr>
          <a:xfrm>
            <a:off x="4671470" y="3351676"/>
            <a:ext cx="2971302" cy="17064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object 16">
            <a:extLst>
              <a:ext uri="{FF2B5EF4-FFF2-40B4-BE49-F238E27FC236}">
                <a16:creationId xmlns:a16="http://schemas.microsoft.com/office/drawing/2014/main" id="{C7217E8B-F5FC-446A-AC1A-CA1F43CDA652}"/>
              </a:ext>
            </a:extLst>
          </p:cNvPr>
          <p:cNvSpPr/>
          <p:nvPr/>
        </p:nvSpPr>
        <p:spPr>
          <a:xfrm>
            <a:off x="8148175" y="3414383"/>
            <a:ext cx="3030535" cy="16702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5F1799D8-0231-4623-A606-9A6C72C57E2C}"/>
              </a:ext>
            </a:extLst>
          </p:cNvPr>
          <p:cNvSpPr/>
          <p:nvPr/>
        </p:nvSpPr>
        <p:spPr>
          <a:xfrm>
            <a:off x="1476014" y="2308809"/>
            <a:ext cx="2690534" cy="876869"/>
          </a:xfrm>
          <a:custGeom>
            <a:avLst/>
            <a:gdLst/>
            <a:ahLst/>
            <a:cxnLst/>
            <a:rect l="l" t="t" r="r" b="b"/>
            <a:pathLst>
              <a:path w="4418965" h="1440179">
                <a:moveTo>
                  <a:pt x="3999993" y="0"/>
                </a:moveTo>
                <a:lnTo>
                  <a:pt x="418835" y="0"/>
                </a:lnTo>
                <a:lnTo>
                  <a:pt x="384484" y="1388"/>
                </a:lnTo>
                <a:lnTo>
                  <a:pt x="318185" y="12172"/>
                </a:lnTo>
                <a:lnTo>
                  <a:pt x="255807" y="32914"/>
                </a:lnTo>
                <a:lnTo>
                  <a:pt x="198212" y="62752"/>
                </a:lnTo>
                <a:lnTo>
                  <a:pt x="146263" y="100822"/>
                </a:lnTo>
                <a:lnTo>
                  <a:pt x="100822" y="146263"/>
                </a:lnTo>
                <a:lnTo>
                  <a:pt x="62752" y="198212"/>
                </a:lnTo>
                <a:lnTo>
                  <a:pt x="32914" y="255807"/>
                </a:lnTo>
                <a:lnTo>
                  <a:pt x="12172" y="318185"/>
                </a:lnTo>
                <a:lnTo>
                  <a:pt x="1388" y="384484"/>
                </a:lnTo>
                <a:lnTo>
                  <a:pt x="0" y="418835"/>
                </a:lnTo>
                <a:lnTo>
                  <a:pt x="0" y="1020879"/>
                </a:lnTo>
                <a:lnTo>
                  <a:pt x="5481" y="1088816"/>
                </a:lnTo>
                <a:lnTo>
                  <a:pt x="21352" y="1153262"/>
                </a:lnTo>
                <a:lnTo>
                  <a:pt x="46750" y="1213357"/>
                </a:lnTo>
                <a:lnTo>
                  <a:pt x="80812" y="1268236"/>
                </a:lnTo>
                <a:lnTo>
                  <a:pt x="122675" y="1317039"/>
                </a:lnTo>
                <a:lnTo>
                  <a:pt x="171478" y="1358903"/>
                </a:lnTo>
                <a:lnTo>
                  <a:pt x="226358" y="1392964"/>
                </a:lnTo>
                <a:lnTo>
                  <a:pt x="286452" y="1418362"/>
                </a:lnTo>
                <a:lnTo>
                  <a:pt x="350899" y="1434233"/>
                </a:lnTo>
                <a:lnTo>
                  <a:pt x="418835" y="1439715"/>
                </a:lnTo>
                <a:lnTo>
                  <a:pt x="3999993" y="1439715"/>
                </a:lnTo>
                <a:lnTo>
                  <a:pt x="4067929" y="1434233"/>
                </a:lnTo>
                <a:lnTo>
                  <a:pt x="4132376" y="1418362"/>
                </a:lnTo>
                <a:lnTo>
                  <a:pt x="4192470" y="1392964"/>
                </a:lnTo>
                <a:lnTo>
                  <a:pt x="4247350" y="1358903"/>
                </a:lnTo>
                <a:lnTo>
                  <a:pt x="4296153" y="1317039"/>
                </a:lnTo>
                <a:lnTo>
                  <a:pt x="4338016" y="1268236"/>
                </a:lnTo>
                <a:lnTo>
                  <a:pt x="4372078" y="1213357"/>
                </a:lnTo>
                <a:lnTo>
                  <a:pt x="4397475" y="1153262"/>
                </a:lnTo>
                <a:lnTo>
                  <a:pt x="4413346" y="1088816"/>
                </a:lnTo>
                <a:lnTo>
                  <a:pt x="4418828" y="1020879"/>
                </a:lnTo>
                <a:lnTo>
                  <a:pt x="4418828" y="418835"/>
                </a:lnTo>
                <a:lnTo>
                  <a:pt x="4413346" y="350899"/>
                </a:lnTo>
                <a:lnTo>
                  <a:pt x="4397475" y="286452"/>
                </a:lnTo>
                <a:lnTo>
                  <a:pt x="4372078" y="226358"/>
                </a:lnTo>
                <a:lnTo>
                  <a:pt x="4338016" y="171478"/>
                </a:lnTo>
                <a:lnTo>
                  <a:pt x="4296153" y="122675"/>
                </a:lnTo>
                <a:lnTo>
                  <a:pt x="4247350" y="80812"/>
                </a:lnTo>
                <a:lnTo>
                  <a:pt x="4192470" y="46750"/>
                </a:lnTo>
                <a:lnTo>
                  <a:pt x="4132376" y="21352"/>
                </a:lnTo>
                <a:lnTo>
                  <a:pt x="4067929" y="5481"/>
                </a:lnTo>
                <a:lnTo>
                  <a:pt x="3999993" y="0"/>
                </a:lnTo>
                <a:close/>
              </a:path>
            </a:pathLst>
          </a:custGeom>
          <a:solidFill>
            <a:srgbClr val="FFEBCA"/>
          </a:solidFill>
        </p:spPr>
        <p:txBody>
          <a:bodyPr wrap="square" lIns="0" tIns="0" rIns="0" bIns="0" rtlCol="0"/>
          <a:lstStyle/>
          <a:p>
            <a:endParaRPr sz="3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object 22">
            <a:extLst>
              <a:ext uri="{FF2B5EF4-FFF2-40B4-BE49-F238E27FC236}">
                <a16:creationId xmlns:a16="http://schemas.microsoft.com/office/drawing/2014/main" id="{E61E773A-27E7-4213-8006-4211DDF8285D}"/>
              </a:ext>
            </a:extLst>
          </p:cNvPr>
          <p:cNvSpPr/>
          <p:nvPr/>
        </p:nvSpPr>
        <p:spPr>
          <a:xfrm>
            <a:off x="4855405" y="2308809"/>
            <a:ext cx="2690534" cy="876869"/>
          </a:xfrm>
          <a:custGeom>
            <a:avLst/>
            <a:gdLst/>
            <a:ahLst/>
            <a:cxnLst/>
            <a:rect l="l" t="t" r="r" b="b"/>
            <a:pathLst>
              <a:path w="4418965" h="1440179">
                <a:moveTo>
                  <a:pt x="3999993" y="0"/>
                </a:moveTo>
                <a:lnTo>
                  <a:pt x="418835" y="0"/>
                </a:lnTo>
                <a:lnTo>
                  <a:pt x="384484" y="1388"/>
                </a:lnTo>
                <a:lnTo>
                  <a:pt x="318185" y="12172"/>
                </a:lnTo>
                <a:lnTo>
                  <a:pt x="255807" y="32914"/>
                </a:lnTo>
                <a:lnTo>
                  <a:pt x="198212" y="62752"/>
                </a:lnTo>
                <a:lnTo>
                  <a:pt x="146263" y="100822"/>
                </a:lnTo>
                <a:lnTo>
                  <a:pt x="100822" y="146263"/>
                </a:lnTo>
                <a:lnTo>
                  <a:pt x="62752" y="198212"/>
                </a:lnTo>
                <a:lnTo>
                  <a:pt x="32914" y="255807"/>
                </a:lnTo>
                <a:lnTo>
                  <a:pt x="12172" y="318185"/>
                </a:lnTo>
                <a:lnTo>
                  <a:pt x="1388" y="384484"/>
                </a:lnTo>
                <a:lnTo>
                  <a:pt x="0" y="418835"/>
                </a:lnTo>
                <a:lnTo>
                  <a:pt x="0" y="1020879"/>
                </a:lnTo>
                <a:lnTo>
                  <a:pt x="5481" y="1088816"/>
                </a:lnTo>
                <a:lnTo>
                  <a:pt x="21352" y="1153262"/>
                </a:lnTo>
                <a:lnTo>
                  <a:pt x="46750" y="1213357"/>
                </a:lnTo>
                <a:lnTo>
                  <a:pt x="80812" y="1268236"/>
                </a:lnTo>
                <a:lnTo>
                  <a:pt x="122675" y="1317039"/>
                </a:lnTo>
                <a:lnTo>
                  <a:pt x="171478" y="1358903"/>
                </a:lnTo>
                <a:lnTo>
                  <a:pt x="226358" y="1392964"/>
                </a:lnTo>
                <a:lnTo>
                  <a:pt x="286452" y="1418362"/>
                </a:lnTo>
                <a:lnTo>
                  <a:pt x="350899" y="1434233"/>
                </a:lnTo>
                <a:lnTo>
                  <a:pt x="418835" y="1439715"/>
                </a:lnTo>
                <a:lnTo>
                  <a:pt x="3999993" y="1439715"/>
                </a:lnTo>
                <a:lnTo>
                  <a:pt x="4067929" y="1434233"/>
                </a:lnTo>
                <a:lnTo>
                  <a:pt x="4132376" y="1418362"/>
                </a:lnTo>
                <a:lnTo>
                  <a:pt x="4192470" y="1392964"/>
                </a:lnTo>
                <a:lnTo>
                  <a:pt x="4247350" y="1358903"/>
                </a:lnTo>
                <a:lnTo>
                  <a:pt x="4296153" y="1317039"/>
                </a:lnTo>
                <a:lnTo>
                  <a:pt x="4338016" y="1268236"/>
                </a:lnTo>
                <a:lnTo>
                  <a:pt x="4372078" y="1213357"/>
                </a:lnTo>
                <a:lnTo>
                  <a:pt x="4397475" y="1153262"/>
                </a:lnTo>
                <a:lnTo>
                  <a:pt x="4413346" y="1088816"/>
                </a:lnTo>
                <a:lnTo>
                  <a:pt x="4418828" y="1020879"/>
                </a:lnTo>
                <a:lnTo>
                  <a:pt x="4418828" y="418835"/>
                </a:lnTo>
                <a:lnTo>
                  <a:pt x="4413346" y="350899"/>
                </a:lnTo>
                <a:lnTo>
                  <a:pt x="4397475" y="286452"/>
                </a:lnTo>
                <a:lnTo>
                  <a:pt x="4372078" y="226358"/>
                </a:lnTo>
                <a:lnTo>
                  <a:pt x="4338016" y="171478"/>
                </a:lnTo>
                <a:lnTo>
                  <a:pt x="4296153" y="122675"/>
                </a:lnTo>
                <a:lnTo>
                  <a:pt x="4247350" y="80812"/>
                </a:lnTo>
                <a:lnTo>
                  <a:pt x="4192470" y="46750"/>
                </a:lnTo>
                <a:lnTo>
                  <a:pt x="4132376" y="21352"/>
                </a:lnTo>
                <a:lnTo>
                  <a:pt x="4067929" y="5481"/>
                </a:lnTo>
                <a:lnTo>
                  <a:pt x="3999993" y="0"/>
                </a:lnTo>
                <a:close/>
              </a:path>
            </a:pathLst>
          </a:custGeom>
          <a:solidFill>
            <a:srgbClr val="C9E1EF"/>
          </a:solidFill>
        </p:spPr>
        <p:txBody>
          <a:bodyPr wrap="square" lIns="0" tIns="0" rIns="0" bIns="0" rtlCol="0"/>
          <a:lstStyle/>
          <a:p>
            <a:endParaRPr sz="3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object 23">
            <a:extLst>
              <a:ext uri="{FF2B5EF4-FFF2-40B4-BE49-F238E27FC236}">
                <a16:creationId xmlns:a16="http://schemas.microsoft.com/office/drawing/2014/main" id="{A26F2F6B-F089-419C-B3BF-DD13EDDAEFE0}"/>
              </a:ext>
            </a:extLst>
          </p:cNvPr>
          <p:cNvSpPr/>
          <p:nvPr/>
        </p:nvSpPr>
        <p:spPr>
          <a:xfrm>
            <a:off x="8234795" y="2308809"/>
            <a:ext cx="2690534" cy="876869"/>
          </a:xfrm>
          <a:custGeom>
            <a:avLst/>
            <a:gdLst/>
            <a:ahLst/>
            <a:cxnLst/>
            <a:rect l="l" t="t" r="r" b="b"/>
            <a:pathLst>
              <a:path w="4418965" h="1440179">
                <a:moveTo>
                  <a:pt x="3999993" y="0"/>
                </a:moveTo>
                <a:lnTo>
                  <a:pt x="418835" y="0"/>
                </a:lnTo>
                <a:lnTo>
                  <a:pt x="384484" y="1388"/>
                </a:lnTo>
                <a:lnTo>
                  <a:pt x="318185" y="12172"/>
                </a:lnTo>
                <a:lnTo>
                  <a:pt x="255807" y="32914"/>
                </a:lnTo>
                <a:lnTo>
                  <a:pt x="198212" y="62752"/>
                </a:lnTo>
                <a:lnTo>
                  <a:pt x="146263" y="100822"/>
                </a:lnTo>
                <a:lnTo>
                  <a:pt x="100822" y="146263"/>
                </a:lnTo>
                <a:lnTo>
                  <a:pt x="62752" y="198212"/>
                </a:lnTo>
                <a:lnTo>
                  <a:pt x="32914" y="255807"/>
                </a:lnTo>
                <a:lnTo>
                  <a:pt x="12172" y="318185"/>
                </a:lnTo>
                <a:lnTo>
                  <a:pt x="1388" y="384484"/>
                </a:lnTo>
                <a:lnTo>
                  <a:pt x="0" y="418835"/>
                </a:lnTo>
                <a:lnTo>
                  <a:pt x="0" y="1020879"/>
                </a:lnTo>
                <a:lnTo>
                  <a:pt x="5481" y="1088816"/>
                </a:lnTo>
                <a:lnTo>
                  <a:pt x="21352" y="1153262"/>
                </a:lnTo>
                <a:lnTo>
                  <a:pt x="46750" y="1213357"/>
                </a:lnTo>
                <a:lnTo>
                  <a:pt x="80812" y="1268236"/>
                </a:lnTo>
                <a:lnTo>
                  <a:pt x="122675" y="1317039"/>
                </a:lnTo>
                <a:lnTo>
                  <a:pt x="171478" y="1358903"/>
                </a:lnTo>
                <a:lnTo>
                  <a:pt x="226358" y="1392964"/>
                </a:lnTo>
                <a:lnTo>
                  <a:pt x="286452" y="1418362"/>
                </a:lnTo>
                <a:lnTo>
                  <a:pt x="350899" y="1434233"/>
                </a:lnTo>
                <a:lnTo>
                  <a:pt x="418835" y="1439715"/>
                </a:lnTo>
                <a:lnTo>
                  <a:pt x="3999993" y="1439715"/>
                </a:lnTo>
                <a:lnTo>
                  <a:pt x="4067929" y="1434233"/>
                </a:lnTo>
                <a:lnTo>
                  <a:pt x="4132376" y="1418362"/>
                </a:lnTo>
                <a:lnTo>
                  <a:pt x="4192470" y="1392964"/>
                </a:lnTo>
                <a:lnTo>
                  <a:pt x="4247350" y="1358903"/>
                </a:lnTo>
                <a:lnTo>
                  <a:pt x="4296153" y="1317039"/>
                </a:lnTo>
                <a:lnTo>
                  <a:pt x="4338016" y="1268236"/>
                </a:lnTo>
                <a:lnTo>
                  <a:pt x="4372078" y="1213357"/>
                </a:lnTo>
                <a:lnTo>
                  <a:pt x="4397475" y="1153262"/>
                </a:lnTo>
                <a:lnTo>
                  <a:pt x="4413346" y="1088816"/>
                </a:lnTo>
                <a:lnTo>
                  <a:pt x="4418828" y="1020879"/>
                </a:lnTo>
                <a:lnTo>
                  <a:pt x="4418828" y="418835"/>
                </a:lnTo>
                <a:lnTo>
                  <a:pt x="4413346" y="350899"/>
                </a:lnTo>
                <a:lnTo>
                  <a:pt x="4397475" y="286452"/>
                </a:lnTo>
                <a:lnTo>
                  <a:pt x="4372078" y="226358"/>
                </a:lnTo>
                <a:lnTo>
                  <a:pt x="4338016" y="171478"/>
                </a:lnTo>
                <a:lnTo>
                  <a:pt x="4296153" y="122675"/>
                </a:lnTo>
                <a:lnTo>
                  <a:pt x="4247350" y="80812"/>
                </a:lnTo>
                <a:lnTo>
                  <a:pt x="4192470" y="46750"/>
                </a:lnTo>
                <a:lnTo>
                  <a:pt x="4132376" y="21352"/>
                </a:lnTo>
                <a:lnTo>
                  <a:pt x="4067929" y="5481"/>
                </a:lnTo>
                <a:lnTo>
                  <a:pt x="3999993" y="0"/>
                </a:lnTo>
                <a:close/>
              </a:path>
            </a:pathLst>
          </a:custGeom>
          <a:solidFill>
            <a:srgbClr val="C3E1C9"/>
          </a:solidFill>
        </p:spPr>
        <p:txBody>
          <a:bodyPr wrap="square" lIns="0" tIns="0" rIns="0" bIns="0" rtlCol="0"/>
          <a:lstStyle/>
          <a:p>
            <a:endParaRPr sz="3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object 24">
            <a:extLst>
              <a:ext uri="{FF2B5EF4-FFF2-40B4-BE49-F238E27FC236}">
                <a16:creationId xmlns:a16="http://schemas.microsoft.com/office/drawing/2014/main" id="{18C380BB-6BA5-40BC-A01C-298B0D09E28E}"/>
              </a:ext>
            </a:extLst>
          </p:cNvPr>
          <p:cNvSpPr txBox="1"/>
          <p:nvPr/>
        </p:nvSpPr>
        <p:spPr>
          <a:xfrm>
            <a:off x="5697579" y="2514042"/>
            <a:ext cx="81934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</a:pPr>
            <a:r>
              <a:rPr sz="32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KoPub돋움체 Bold"/>
              </a:rPr>
              <a:t>물체</a:t>
            </a:r>
            <a:endParaRPr sz="3200" spc="-150">
              <a:latin typeface="맑은 고딕" panose="020B0503020000020004" pitchFamily="50" charset="-127"/>
              <a:ea typeface="맑은 고딕" panose="020B0503020000020004" pitchFamily="50" charset="-127"/>
              <a:cs typeface="KoPub돋움체 Bold"/>
            </a:endParaRPr>
          </a:p>
        </p:txBody>
      </p:sp>
      <p:sp>
        <p:nvSpPr>
          <p:cNvPr id="42" name="object 25">
            <a:extLst>
              <a:ext uri="{FF2B5EF4-FFF2-40B4-BE49-F238E27FC236}">
                <a16:creationId xmlns:a16="http://schemas.microsoft.com/office/drawing/2014/main" id="{78984BF1-F304-4649-8893-F23DEA12F14D}"/>
              </a:ext>
            </a:extLst>
          </p:cNvPr>
          <p:cNvSpPr txBox="1"/>
          <p:nvPr/>
        </p:nvSpPr>
        <p:spPr>
          <a:xfrm>
            <a:off x="9077131" y="2514042"/>
            <a:ext cx="81934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</a:pPr>
            <a:r>
              <a:rPr sz="32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KoPub돋움체 Bold"/>
              </a:rPr>
              <a:t>신체</a:t>
            </a:r>
            <a:endParaRPr sz="3200" spc="-150">
              <a:latin typeface="맑은 고딕" panose="020B0503020000020004" pitchFamily="50" charset="-127"/>
              <a:ea typeface="맑은 고딕" panose="020B0503020000020004" pitchFamily="50" charset="-127"/>
              <a:cs typeface="KoPub돋움체 Bold"/>
            </a:endParaRPr>
          </a:p>
        </p:txBody>
      </p:sp>
      <p:sp>
        <p:nvSpPr>
          <p:cNvPr id="45" name="object 33">
            <a:extLst>
              <a:ext uri="{FF2B5EF4-FFF2-40B4-BE49-F238E27FC236}">
                <a16:creationId xmlns:a16="http://schemas.microsoft.com/office/drawing/2014/main" id="{F7A3CFD6-AE84-4F54-BEB9-87387B404388}"/>
              </a:ext>
            </a:extLst>
          </p:cNvPr>
          <p:cNvSpPr txBox="1"/>
          <p:nvPr/>
        </p:nvSpPr>
        <p:spPr>
          <a:xfrm>
            <a:off x="2318027" y="2514042"/>
            <a:ext cx="81934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ct val="100000"/>
              </a:lnSpc>
            </a:pPr>
            <a:r>
              <a:rPr sz="32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KoPub돋움체 Bold"/>
              </a:rPr>
              <a:t>악기</a:t>
            </a:r>
            <a:endParaRPr sz="3200" spc="-150" dirty="0">
              <a:latin typeface="맑은 고딕" panose="020B0503020000020004" pitchFamily="50" charset="-127"/>
              <a:ea typeface="맑은 고딕" panose="020B0503020000020004" pitchFamily="50" charset="-127"/>
              <a:cs typeface="KoPub돋움체 Bold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9850F4E-29F4-B659-64C5-3C3FFA1F8754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4" name="사각형: 둥근 모서리 3">
              <a:hlinkClick r:id="rId8" action="ppaction://hlinksldjump"/>
              <a:extLst>
                <a:ext uri="{FF2B5EF4-FFF2-40B4-BE49-F238E27FC236}">
                  <a16:creationId xmlns:a16="http://schemas.microsoft.com/office/drawing/2014/main" id="{401E6647-21DA-4CB1-A87C-D9105E881AC6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6" name="사각형: 둥근 모서리 15">
              <a:hlinkClick r:id="rId9" action="ppaction://hlinksldjump"/>
              <a:extLst>
                <a:ext uri="{FF2B5EF4-FFF2-40B4-BE49-F238E27FC236}">
                  <a16:creationId xmlns:a16="http://schemas.microsoft.com/office/drawing/2014/main" id="{65627FBB-1795-BC0D-1A26-9456494937A5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7" name="사각형: 둥근 모서리 16">
              <a:hlinkClick r:id="rId10" action="ppaction://hlinksldjump"/>
              <a:extLst>
                <a:ext uri="{FF2B5EF4-FFF2-40B4-BE49-F238E27FC236}">
                  <a16:creationId xmlns:a16="http://schemas.microsoft.com/office/drawing/2014/main" id="{2195D4A4-08A3-94F7-EE58-1722B046064B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8" name="사각형: 둥근 모서리 17">
              <a:hlinkClick r:id="rId11" action="ppaction://hlinksldjump"/>
              <a:extLst>
                <a:ext uri="{FF2B5EF4-FFF2-40B4-BE49-F238E27FC236}">
                  <a16:creationId xmlns:a16="http://schemas.microsoft.com/office/drawing/2014/main" id="{036A382D-D3BC-395C-4D90-A231225AFE80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9" name="사각형: 둥근 모서리 18">
              <a:hlinkClick r:id="rId12" action="ppaction://hlinksldjump"/>
              <a:extLst>
                <a:ext uri="{FF2B5EF4-FFF2-40B4-BE49-F238E27FC236}">
                  <a16:creationId xmlns:a16="http://schemas.microsoft.com/office/drawing/2014/main" id="{EEB30079-0EAC-7A05-9B68-565244A3FA0B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0" name="사각형: 둥근 모서리 19">
              <a:hlinkClick r:id="rId13" action="ppaction://hlinksldjump"/>
              <a:extLst>
                <a:ext uri="{FF2B5EF4-FFF2-40B4-BE49-F238E27FC236}">
                  <a16:creationId xmlns:a16="http://schemas.microsoft.com/office/drawing/2014/main" id="{68BC5CE8-FBA3-B29E-6426-2154CDC44CCF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1" name="사각형: 둥근 모서리 20">
              <a:hlinkClick r:id="rId14" action="ppaction://hlinksldjump"/>
              <a:extLst>
                <a:ext uri="{FF2B5EF4-FFF2-40B4-BE49-F238E27FC236}">
                  <a16:creationId xmlns:a16="http://schemas.microsoft.com/office/drawing/2014/main" id="{43AC6928-2D70-CCA7-2E83-02DD2D3A03C8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6398CD43-9E2D-990B-330B-3BDDCB03E059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663A3F4B-C8CF-F7AF-E6CD-0E4E44C6BE9B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9B30C802-EF3F-AD94-698A-6A4611F75AF6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7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25" name="직사각형 24">
            <a:hlinkClick r:id="rId15" action="ppaction://hlinksldjump"/>
            <a:extLst>
              <a:ext uri="{FF2B5EF4-FFF2-40B4-BE49-F238E27FC236}">
                <a16:creationId xmlns:a16="http://schemas.microsoft.com/office/drawing/2014/main" id="{5A3B53F9-0E7B-D7E4-5D13-2E4D6772242F}"/>
              </a:ext>
            </a:extLst>
          </p:cNvPr>
          <p:cNvSpPr/>
          <p:nvPr/>
        </p:nvSpPr>
        <p:spPr>
          <a:xfrm>
            <a:off x="8773660" y="687891"/>
            <a:ext cx="1171529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hlinkClick r:id="rId16" action="ppaction://hlinksldjump"/>
            <a:extLst>
              <a:ext uri="{FF2B5EF4-FFF2-40B4-BE49-F238E27FC236}">
                <a16:creationId xmlns:a16="http://schemas.microsoft.com/office/drawing/2014/main" id="{C84C8543-DBFE-1004-0AAC-CC5C2298ECF3}"/>
              </a:ext>
            </a:extLst>
          </p:cNvPr>
          <p:cNvSpPr/>
          <p:nvPr/>
        </p:nvSpPr>
        <p:spPr>
          <a:xfrm>
            <a:off x="9988732" y="688697"/>
            <a:ext cx="1744960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365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3D0D8E13-11F7-45E7-AA3E-9FAF6AACD4BB}"/>
              </a:ext>
            </a:extLst>
          </p:cNvPr>
          <p:cNvSpPr txBox="1"/>
          <p:nvPr/>
        </p:nvSpPr>
        <p:spPr>
          <a:xfrm>
            <a:off x="1163849" y="61312"/>
            <a:ext cx="10872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장면에 어울리는 소리를 다양한 방법으로 표현해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object 14">
            <a:extLst>
              <a:ext uri="{FF2B5EF4-FFF2-40B4-BE49-F238E27FC236}">
                <a16:creationId xmlns:a16="http://schemas.microsoft.com/office/drawing/2014/main" id="{8500E66D-0B1B-4330-8A7E-877FC0D61D6A}"/>
              </a:ext>
            </a:extLst>
          </p:cNvPr>
          <p:cNvSpPr/>
          <p:nvPr/>
        </p:nvSpPr>
        <p:spPr>
          <a:xfrm>
            <a:off x="3698477" y="1001655"/>
            <a:ext cx="5593629" cy="49417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5">
            <a:extLst>
              <a:ext uri="{FF2B5EF4-FFF2-40B4-BE49-F238E27FC236}">
                <a16:creationId xmlns:a16="http://schemas.microsoft.com/office/drawing/2014/main" id="{CFE9AD66-4780-406D-B087-72E3F737405F}"/>
              </a:ext>
            </a:extLst>
          </p:cNvPr>
          <p:cNvSpPr/>
          <p:nvPr/>
        </p:nvSpPr>
        <p:spPr>
          <a:xfrm>
            <a:off x="442913" y="1441158"/>
            <a:ext cx="3127438" cy="1638164"/>
          </a:xfrm>
          <a:custGeom>
            <a:avLst/>
            <a:gdLst/>
            <a:ahLst/>
            <a:cxnLst/>
            <a:rect l="l" t="t" r="r" b="b"/>
            <a:pathLst>
              <a:path w="5428615" h="2843529">
                <a:moveTo>
                  <a:pt x="4381154" y="0"/>
                </a:moveTo>
                <a:lnTo>
                  <a:pt x="1047088" y="0"/>
                </a:lnTo>
                <a:lnTo>
                  <a:pt x="961534" y="3488"/>
                </a:lnTo>
                <a:lnTo>
                  <a:pt x="877826" y="13769"/>
                </a:lnTo>
                <a:lnTo>
                  <a:pt x="796238" y="30568"/>
                </a:lnTo>
                <a:lnTo>
                  <a:pt x="717046" y="53610"/>
                </a:lnTo>
                <a:lnTo>
                  <a:pt x="640523" y="82621"/>
                </a:lnTo>
                <a:lnTo>
                  <a:pt x="566946" y="117326"/>
                </a:lnTo>
                <a:lnTo>
                  <a:pt x="496588" y="157449"/>
                </a:lnTo>
                <a:lnTo>
                  <a:pt x="429725" y="202716"/>
                </a:lnTo>
                <a:lnTo>
                  <a:pt x="366631" y="252852"/>
                </a:lnTo>
                <a:lnTo>
                  <a:pt x="307582" y="307582"/>
                </a:lnTo>
                <a:lnTo>
                  <a:pt x="252852" y="366631"/>
                </a:lnTo>
                <a:lnTo>
                  <a:pt x="202716" y="429725"/>
                </a:lnTo>
                <a:lnTo>
                  <a:pt x="157449" y="496588"/>
                </a:lnTo>
                <a:lnTo>
                  <a:pt x="117326" y="566946"/>
                </a:lnTo>
                <a:lnTo>
                  <a:pt x="82621" y="640523"/>
                </a:lnTo>
                <a:lnTo>
                  <a:pt x="53610" y="717046"/>
                </a:lnTo>
                <a:lnTo>
                  <a:pt x="30568" y="796238"/>
                </a:lnTo>
                <a:lnTo>
                  <a:pt x="13769" y="877826"/>
                </a:lnTo>
                <a:lnTo>
                  <a:pt x="3488" y="961534"/>
                </a:lnTo>
                <a:lnTo>
                  <a:pt x="0" y="1047088"/>
                </a:lnTo>
                <a:lnTo>
                  <a:pt x="0" y="1796269"/>
                </a:lnTo>
                <a:lnTo>
                  <a:pt x="3488" y="1881823"/>
                </a:lnTo>
                <a:lnTo>
                  <a:pt x="13769" y="1965531"/>
                </a:lnTo>
                <a:lnTo>
                  <a:pt x="30568" y="2047119"/>
                </a:lnTo>
                <a:lnTo>
                  <a:pt x="53610" y="2126312"/>
                </a:lnTo>
                <a:lnTo>
                  <a:pt x="82621" y="2202834"/>
                </a:lnTo>
                <a:lnTo>
                  <a:pt x="117326" y="2276412"/>
                </a:lnTo>
                <a:lnTo>
                  <a:pt x="157449" y="2346770"/>
                </a:lnTo>
                <a:lnTo>
                  <a:pt x="202716" y="2413633"/>
                </a:lnTo>
                <a:lnTo>
                  <a:pt x="252852" y="2476726"/>
                </a:lnTo>
                <a:lnTo>
                  <a:pt x="307582" y="2535776"/>
                </a:lnTo>
                <a:lnTo>
                  <a:pt x="366631" y="2590506"/>
                </a:lnTo>
                <a:lnTo>
                  <a:pt x="429725" y="2640642"/>
                </a:lnTo>
                <a:lnTo>
                  <a:pt x="496588" y="2685909"/>
                </a:lnTo>
                <a:lnTo>
                  <a:pt x="566946" y="2726032"/>
                </a:lnTo>
                <a:lnTo>
                  <a:pt x="640523" y="2760736"/>
                </a:lnTo>
                <a:lnTo>
                  <a:pt x="717046" y="2789747"/>
                </a:lnTo>
                <a:lnTo>
                  <a:pt x="796238" y="2812790"/>
                </a:lnTo>
                <a:lnTo>
                  <a:pt x="877826" y="2829589"/>
                </a:lnTo>
                <a:lnTo>
                  <a:pt x="961534" y="2839870"/>
                </a:lnTo>
                <a:lnTo>
                  <a:pt x="1047088" y="2843358"/>
                </a:lnTo>
                <a:lnTo>
                  <a:pt x="4381154" y="2843358"/>
                </a:lnTo>
                <a:lnTo>
                  <a:pt x="4466708" y="2839870"/>
                </a:lnTo>
                <a:lnTo>
                  <a:pt x="4550416" y="2829589"/>
                </a:lnTo>
                <a:lnTo>
                  <a:pt x="4632004" y="2812790"/>
                </a:lnTo>
                <a:lnTo>
                  <a:pt x="4711196" y="2789747"/>
                </a:lnTo>
                <a:lnTo>
                  <a:pt x="4787719" y="2760736"/>
                </a:lnTo>
                <a:lnTo>
                  <a:pt x="4861297" y="2726032"/>
                </a:lnTo>
                <a:lnTo>
                  <a:pt x="4931654" y="2685909"/>
                </a:lnTo>
                <a:lnTo>
                  <a:pt x="4998517" y="2640642"/>
                </a:lnTo>
                <a:lnTo>
                  <a:pt x="5061611" y="2590506"/>
                </a:lnTo>
                <a:lnTo>
                  <a:pt x="5120660" y="2535776"/>
                </a:lnTo>
                <a:lnTo>
                  <a:pt x="5175390" y="2476726"/>
                </a:lnTo>
                <a:lnTo>
                  <a:pt x="5225526" y="2413633"/>
                </a:lnTo>
                <a:lnTo>
                  <a:pt x="5270793" y="2346770"/>
                </a:lnTo>
                <a:lnTo>
                  <a:pt x="5310916" y="2276412"/>
                </a:lnTo>
                <a:lnTo>
                  <a:pt x="5345621" y="2202834"/>
                </a:lnTo>
                <a:lnTo>
                  <a:pt x="5374632" y="2126312"/>
                </a:lnTo>
                <a:lnTo>
                  <a:pt x="5397674" y="2047119"/>
                </a:lnTo>
                <a:lnTo>
                  <a:pt x="5414473" y="1965531"/>
                </a:lnTo>
                <a:lnTo>
                  <a:pt x="5424754" y="1881823"/>
                </a:lnTo>
                <a:lnTo>
                  <a:pt x="5428243" y="1796269"/>
                </a:lnTo>
                <a:lnTo>
                  <a:pt x="5428243" y="1047088"/>
                </a:lnTo>
                <a:lnTo>
                  <a:pt x="5424754" y="961534"/>
                </a:lnTo>
                <a:lnTo>
                  <a:pt x="5414473" y="877826"/>
                </a:lnTo>
                <a:lnTo>
                  <a:pt x="5397674" y="796238"/>
                </a:lnTo>
                <a:lnTo>
                  <a:pt x="5374632" y="717046"/>
                </a:lnTo>
                <a:lnTo>
                  <a:pt x="5345621" y="640523"/>
                </a:lnTo>
                <a:lnTo>
                  <a:pt x="5310916" y="566946"/>
                </a:lnTo>
                <a:lnTo>
                  <a:pt x="5270793" y="496588"/>
                </a:lnTo>
                <a:lnTo>
                  <a:pt x="5225526" y="429725"/>
                </a:lnTo>
                <a:lnTo>
                  <a:pt x="5175390" y="366631"/>
                </a:lnTo>
                <a:lnTo>
                  <a:pt x="5120660" y="307582"/>
                </a:lnTo>
                <a:lnTo>
                  <a:pt x="5061611" y="252852"/>
                </a:lnTo>
                <a:lnTo>
                  <a:pt x="4998517" y="202716"/>
                </a:lnTo>
                <a:lnTo>
                  <a:pt x="4931654" y="157449"/>
                </a:lnTo>
                <a:lnTo>
                  <a:pt x="4861297" y="117326"/>
                </a:lnTo>
                <a:lnTo>
                  <a:pt x="4787719" y="82621"/>
                </a:lnTo>
                <a:lnTo>
                  <a:pt x="4711196" y="53610"/>
                </a:lnTo>
                <a:lnTo>
                  <a:pt x="4632004" y="30568"/>
                </a:lnTo>
                <a:lnTo>
                  <a:pt x="4550416" y="13769"/>
                </a:lnTo>
                <a:lnTo>
                  <a:pt x="4466708" y="3488"/>
                </a:lnTo>
                <a:lnTo>
                  <a:pt x="4381154" y="0"/>
                </a:lnTo>
                <a:close/>
              </a:path>
            </a:pathLst>
          </a:custGeom>
          <a:solidFill>
            <a:srgbClr val="FCF1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6">
            <a:extLst>
              <a:ext uri="{FF2B5EF4-FFF2-40B4-BE49-F238E27FC236}">
                <a16:creationId xmlns:a16="http://schemas.microsoft.com/office/drawing/2014/main" id="{F10ADC84-4051-4D56-9DAF-A7A90AD699F9}"/>
              </a:ext>
            </a:extLst>
          </p:cNvPr>
          <p:cNvSpPr/>
          <p:nvPr/>
        </p:nvSpPr>
        <p:spPr>
          <a:xfrm>
            <a:off x="3437623" y="2043843"/>
            <a:ext cx="516179" cy="538860"/>
          </a:xfrm>
          <a:custGeom>
            <a:avLst/>
            <a:gdLst/>
            <a:ahLst/>
            <a:cxnLst/>
            <a:rect l="l" t="t" r="r" b="b"/>
            <a:pathLst>
              <a:path w="895984" h="935354">
                <a:moveTo>
                  <a:pt x="0" y="0"/>
                </a:moveTo>
                <a:lnTo>
                  <a:pt x="201386" y="766761"/>
                </a:lnTo>
                <a:lnTo>
                  <a:pt x="502638" y="812762"/>
                </a:lnTo>
                <a:lnTo>
                  <a:pt x="651603" y="837464"/>
                </a:lnTo>
                <a:lnTo>
                  <a:pt x="689374" y="844504"/>
                </a:lnTo>
                <a:lnTo>
                  <a:pt x="750215" y="857548"/>
                </a:lnTo>
                <a:lnTo>
                  <a:pt x="794927" y="870053"/>
                </a:lnTo>
                <a:lnTo>
                  <a:pt x="840867" y="890006"/>
                </a:lnTo>
                <a:lnTo>
                  <a:pt x="873954" y="914418"/>
                </a:lnTo>
                <a:lnTo>
                  <a:pt x="895815" y="934851"/>
                </a:lnTo>
                <a:lnTo>
                  <a:pt x="865092" y="863805"/>
                </a:lnTo>
                <a:lnTo>
                  <a:pt x="837028" y="799771"/>
                </a:lnTo>
                <a:lnTo>
                  <a:pt x="810779" y="741657"/>
                </a:lnTo>
                <a:lnTo>
                  <a:pt x="785731" y="688892"/>
                </a:lnTo>
                <a:lnTo>
                  <a:pt x="761211" y="640775"/>
                </a:lnTo>
                <a:lnTo>
                  <a:pt x="736548" y="596605"/>
                </a:lnTo>
                <a:lnTo>
                  <a:pt x="711071" y="555680"/>
                </a:lnTo>
                <a:lnTo>
                  <a:pt x="684106" y="517300"/>
                </a:lnTo>
                <a:lnTo>
                  <a:pt x="654983" y="480764"/>
                </a:lnTo>
                <a:lnTo>
                  <a:pt x="623029" y="445369"/>
                </a:lnTo>
                <a:lnTo>
                  <a:pt x="587573" y="410416"/>
                </a:lnTo>
                <a:lnTo>
                  <a:pt x="547942" y="375203"/>
                </a:lnTo>
                <a:lnTo>
                  <a:pt x="503465" y="339029"/>
                </a:lnTo>
                <a:lnTo>
                  <a:pt x="453471" y="301192"/>
                </a:lnTo>
                <a:lnTo>
                  <a:pt x="397286" y="260992"/>
                </a:lnTo>
                <a:lnTo>
                  <a:pt x="334240" y="217727"/>
                </a:lnTo>
                <a:lnTo>
                  <a:pt x="263660" y="170697"/>
                </a:lnTo>
                <a:lnTo>
                  <a:pt x="0" y="0"/>
                </a:lnTo>
                <a:close/>
              </a:path>
            </a:pathLst>
          </a:custGeom>
          <a:solidFill>
            <a:srgbClr val="FCF1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7">
            <a:extLst>
              <a:ext uri="{FF2B5EF4-FFF2-40B4-BE49-F238E27FC236}">
                <a16:creationId xmlns:a16="http://schemas.microsoft.com/office/drawing/2014/main" id="{85DD733C-C2B7-4256-950F-AC809631FCD0}"/>
              </a:ext>
            </a:extLst>
          </p:cNvPr>
          <p:cNvSpPr/>
          <p:nvPr/>
        </p:nvSpPr>
        <p:spPr>
          <a:xfrm>
            <a:off x="946397" y="1603396"/>
            <a:ext cx="2120257" cy="15598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8">
            <a:extLst>
              <a:ext uri="{FF2B5EF4-FFF2-40B4-BE49-F238E27FC236}">
                <a16:creationId xmlns:a16="http://schemas.microsoft.com/office/drawing/2014/main" id="{B4850EB8-7FF0-42C1-B1C2-CDF4119B4551}"/>
              </a:ext>
            </a:extLst>
          </p:cNvPr>
          <p:cNvSpPr/>
          <p:nvPr/>
        </p:nvSpPr>
        <p:spPr>
          <a:xfrm>
            <a:off x="703565" y="3865863"/>
            <a:ext cx="3127438" cy="1638164"/>
          </a:xfrm>
          <a:custGeom>
            <a:avLst/>
            <a:gdLst/>
            <a:ahLst/>
            <a:cxnLst/>
            <a:rect l="l" t="t" r="r" b="b"/>
            <a:pathLst>
              <a:path w="5428615" h="2843529">
                <a:moveTo>
                  <a:pt x="4381154" y="0"/>
                </a:moveTo>
                <a:lnTo>
                  <a:pt x="1047088" y="0"/>
                </a:lnTo>
                <a:lnTo>
                  <a:pt x="961534" y="3488"/>
                </a:lnTo>
                <a:lnTo>
                  <a:pt x="877826" y="13769"/>
                </a:lnTo>
                <a:lnTo>
                  <a:pt x="796238" y="30568"/>
                </a:lnTo>
                <a:lnTo>
                  <a:pt x="717046" y="53610"/>
                </a:lnTo>
                <a:lnTo>
                  <a:pt x="640523" y="82621"/>
                </a:lnTo>
                <a:lnTo>
                  <a:pt x="566946" y="117326"/>
                </a:lnTo>
                <a:lnTo>
                  <a:pt x="496588" y="157449"/>
                </a:lnTo>
                <a:lnTo>
                  <a:pt x="429725" y="202716"/>
                </a:lnTo>
                <a:lnTo>
                  <a:pt x="366631" y="252852"/>
                </a:lnTo>
                <a:lnTo>
                  <a:pt x="307582" y="307582"/>
                </a:lnTo>
                <a:lnTo>
                  <a:pt x="252852" y="366631"/>
                </a:lnTo>
                <a:lnTo>
                  <a:pt x="202716" y="429725"/>
                </a:lnTo>
                <a:lnTo>
                  <a:pt x="157449" y="496588"/>
                </a:lnTo>
                <a:lnTo>
                  <a:pt x="117326" y="566946"/>
                </a:lnTo>
                <a:lnTo>
                  <a:pt x="82621" y="640523"/>
                </a:lnTo>
                <a:lnTo>
                  <a:pt x="53610" y="717046"/>
                </a:lnTo>
                <a:lnTo>
                  <a:pt x="30568" y="796238"/>
                </a:lnTo>
                <a:lnTo>
                  <a:pt x="13769" y="877826"/>
                </a:lnTo>
                <a:lnTo>
                  <a:pt x="3488" y="961534"/>
                </a:lnTo>
                <a:lnTo>
                  <a:pt x="0" y="1047088"/>
                </a:lnTo>
                <a:lnTo>
                  <a:pt x="0" y="1796269"/>
                </a:lnTo>
                <a:lnTo>
                  <a:pt x="3488" y="1881823"/>
                </a:lnTo>
                <a:lnTo>
                  <a:pt x="13769" y="1965531"/>
                </a:lnTo>
                <a:lnTo>
                  <a:pt x="30568" y="2047119"/>
                </a:lnTo>
                <a:lnTo>
                  <a:pt x="53610" y="2126312"/>
                </a:lnTo>
                <a:lnTo>
                  <a:pt x="82621" y="2202834"/>
                </a:lnTo>
                <a:lnTo>
                  <a:pt x="117326" y="2276412"/>
                </a:lnTo>
                <a:lnTo>
                  <a:pt x="157449" y="2346770"/>
                </a:lnTo>
                <a:lnTo>
                  <a:pt x="202716" y="2413633"/>
                </a:lnTo>
                <a:lnTo>
                  <a:pt x="252852" y="2476726"/>
                </a:lnTo>
                <a:lnTo>
                  <a:pt x="307582" y="2535776"/>
                </a:lnTo>
                <a:lnTo>
                  <a:pt x="366631" y="2590506"/>
                </a:lnTo>
                <a:lnTo>
                  <a:pt x="429725" y="2640642"/>
                </a:lnTo>
                <a:lnTo>
                  <a:pt x="496588" y="2685909"/>
                </a:lnTo>
                <a:lnTo>
                  <a:pt x="566946" y="2726032"/>
                </a:lnTo>
                <a:lnTo>
                  <a:pt x="640523" y="2760736"/>
                </a:lnTo>
                <a:lnTo>
                  <a:pt x="717046" y="2789747"/>
                </a:lnTo>
                <a:lnTo>
                  <a:pt x="796238" y="2812790"/>
                </a:lnTo>
                <a:lnTo>
                  <a:pt x="877826" y="2829589"/>
                </a:lnTo>
                <a:lnTo>
                  <a:pt x="961534" y="2839870"/>
                </a:lnTo>
                <a:lnTo>
                  <a:pt x="1047088" y="2843358"/>
                </a:lnTo>
                <a:lnTo>
                  <a:pt x="4381154" y="2843358"/>
                </a:lnTo>
                <a:lnTo>
                  <a:pt x="4466708" y="2839870"/>
                </a:lnTo>
                <a:lnTo>
                  <a:pt x="4550416" y="2829589"/>
                </a:lnTo>
                <a:lnTo>
                  <a:pt x="4632004" y="2812790"/>
                </a:lnTo>
                <a:lnTo>
                  <a:pt x="4711196" y="2789747"/>
                </a:lnTo>
                <a:lnTo>
                  <a:pt x="4787719" y="2760736"/>
                </a:lnTo>
                <a:lnTo>
                  <a:pt x="4861297" y="2726032"/>
                </a:lnTo>
                <a:lnTo>
                  <a:pt x="4931654" y="2685909"/>
                </a:lnTo>
                <a:lnTo>
                  <a:pt x="4998517" y="2640642"/>
                </a:lnTo>
                <a:lnTo>
                  <a:pt x="5061611" y="2590506"/>
                </a:lnTo>
                <a:lnTo>
                  <a:pt x="5120660" y="2535776"/>
                </a:lnTo>
                <a:lnTo>
                  <a:pt x="5175390" y="2476726"/>
                </a:lnTo>
                <a:lnTo>
                  <a:pt x="5225526" y="2413633"/>
                </a:lnTo>
                <a:lnTo>
                  <a:pt x="5270793" y="2346770"/>
                </a:lnTo>
                <a:lnTo>
                  <a:pt x="5310916" y="2276412"/>
                </a:lnTo>
                <a:lnTo>
                  <a:pt x="5345621" y="2202834"/>
                </a:lnTo>
                <a:lnTo>
                  <a:pt x="5374632" y="2126312"/>
                </a:lnTo>
                <a:lnTo>
                  <a:pt x="5397674" y="2047119"/>
                </a:lnTo>
                <a:lnTo>
                  <a:pt x="5414473" y="1965531"/>
                </a:lnTo>
                <a:lnTo>
                  <a:pt x="5424754" y="1881823"/>
                </a:lnTo>
                <a:lnTo>
                  <a:pt x="5428243" y="1796269"/>
                </a:lnTo>
                <a:lnTo>
                  <a:pt x="5428243" y="1047088"/>
                </a:lnTo>
                <a:lnTo>
                  <a:pt x="5424754" y="961534"/>
                </a:lnTo>
                <a:lnTo>
                  <a:pt x="5414473" y="877826"/>
                </a:lnTo>
                <a:lnTo>
                  <a:pt x="5397674" y="796238"/>
                </a:lnTo>
                <a:lnTo>
                  <a:pt x="5374632" y="717046"/>
                </a:lnTo>
                <a:lnTo>
                  <a:pt x="5345621" y="640523"/>
                </a:lnTo>
                <a:lnTo>
                  <a:pt x="5310916" y="566946"/>
                </a:lnTo>
                <a:lnTo>
                  <a:pt x="5270793" y="496588"/>
                </a:lnTo>
                <a:lnTo>
                  <a:pt x="5225526" y="429725"/>
                </a:lnTo>
                <a:lnTo>
                  <a:pt x="5175390" y="366631"/>
                </a:lnTo>
                <a:lnTo>
                  <a:pt x="5120660" y="307582"/>
                </a:lnTo>
                <a:lnTo>
                  <a:pt x="5061611" y="252852"/>
                </a:lnTo>
                <a:lnTo>
                  <a:pt x="4998517" y="202716"/>
                </a:lnTo>
                <a:lnTo>
                  <a:pt x="4931654" y="157449"/>
                </a:lnTo>
                <a:lnTo>
                  <a:pt x="4861297" y="117326"/>
                </a:lnTo>
                <a:lnTo>
                  <a:pt x="4787719" y="82621"/>
                </a:lnTo>
                <a:lnTo>
                  <a:pt x="4711196" y="53610"/>
                </a:lnTo>
                <a:lnTo>
                  <a:pt x="4632004" y="30568"/>
                </a:lnTo>
                <a:lnTo>
                  <a:pt x="4550416" y="13769"/>
                </a:lnTo>
                <a:lnTo>
                  <a:pt x="4466708" y="3488"/>
                </a:lnTo>
                <a:lnTo>
                  <a:pt x="4381154" y="0"/>
                </a:lnTo>
                <a:close/>
              </a:path>
            </a:pathLst>
          </a:custGeom>
          <a:solidFill>
            <a:srgbClr val="DAF2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9">
            <a:extLst>
              <a:ext uri="{FF2B5EF4-FFF2-40B4-BE49-F238E27FC236}">
                <a16:creationId xmlns:a16="http://schemas.microsoft.com/office/drawing/2014/main" id="{27B8BC69-D51B-4603-9A42-FD885E18522B}"/>
              </a:ext>
            </a:extLst>
          </p:cNvPr>
          <p:cNvSpPr/>
          <p:nvPr/>
        </p:nvSpPr>
        <p:spPr>
          <a:xfrm>
            <a:off x="3792978" y="4414463"/>
            <a:ext cx="399481" cy="630316"/>
          </a:xfrm>
          <a:custGeom>
            <a:avLst/>
            <a:gdLst/>
            <a:ahLst/>
            <a:cxnLst/>
            <a:rect l="l" t="t" r="r" b="b"/>
            <a:pathLst>
              <a:path w="693420" h="1094104">
                <a:moveTo>
                  <a:pt x="692984" y="0"/>
                </a:moveTo>
                <a:lnTo>
                  <a:pt x="667088" y="35099"/>
                </a:lnTo>
                <a:lnTo>
                  <a:pt x="636452" y="64291"/>
                </a:lnTo>
                <a:lnTo>
                  <a:pt x="587963" y="93697"/>
                </a:lnTo>
                <a:lnTo>
                  <a:pt x="539246" y="116441"/>
                </a:lnTo>
                <a:lnTo>
                  <a:pt x="472884" y="143814"/>
                </a:lnTo>
                <a:lnTo>
                  <a:pt x="384992" y="177629"/>
                </a:lnTo>
                <a:lnTo>
                  <a:pt x="45579" y="302252"/>
                </a:lnTo>
                <a:lnTo>
                  <a:pt x="0" y="1093704"/>
                </a:lnTo>
                <a:lnTo>
                  <a:pt x="157613" y="940262"/>
                </a:lnTo>
                <a:lnTo>
                  <a:pt x="224642" y="874186"/>
                </a:lnTo>
                <a:lnTo>
                  <a:pt x="284513" y="814112"/>
                </a:lnTo>
                <a:lnTo>
                  <a:pt x="337745" y="759222"/>
                </a:lnTo>
                <a:lnTo>
                  <a:pt x="384858" y="708694"/>
                </a:lnTo>
                <a:lnTo>
                  <a:pt x="426371" y="661708"/>
                </a:lnTo>
                <a:lnTo>
                  <a:pt x="462805" y="617444"/>
                </a:lnTo>
                <a:lnTo>
                  <a:pt x="494679" y="575081"/>
                </a:lnTo>
                <a:lnTo>
                  <a:pt x="522512" y="533800"/>
                </a:lnTo>
                <a:lnTo>
                  <a:pt x="546826" y="492780"/>
                </a:lnTo>
                <a:lnTo>
                  <a:pt x="568138" y="451201"/>
                </a:lnTo>
                <a:lnTo>
                  <a:pt x="586970" y="408242"/>
                </a:lnTo>
                <a:lnTo>
                  <a:pt x="603841" y="363083"/>
                </a:lnTo>
                <a:lnTo>
                  <a:pt x="619270" y="314904"/>
                </a:lnTo>
                <a:lnTo>
                  <a:pt x="633777" y="262885"/>
                </a:lnTo>
                <a:lnTo>
                  <a:pt x="647882" y="206205"/>
                </a:lnTo>
                <a:lnTo>
                  <a:pt x="662155" y="143814"/>
                </a:lnTo>
                <a:lnTo>
                  <a:pt x="676966" y="75583"/>
                </a:lnTo>
                <a:lnTo>
                  <a:pt x="692984" y="0"/>
                </a:lnTo>
                <a:close/>
              </a:path>
            </a:pathLst>
          </a:custGeom>
          <a:solidFill>
            <a:srgbClr val="DAF2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0">
            <a:extLst>
              <a:ext uri="{FF2B5EF4-FFF2-40B4-BE49-F238E27FC236}">
                <a16:creationId xmlns:a16="http://schemas.microsoft.com/office/drawing/2014/main" id="{D01A9D4B-1EEF-4E67-AE7F-3433BC43EC14}"/>
              </a:ext>
            </a:extLst>
          </p:cNvPr>
          <p:cNvSpPr/>
          <p:nvPr/>
        </p:nvSpPr>
        <p:spPr>
          <a:xfrm>
            <a:off x="1181367" y="3989980"/>
            <a:ext cx="2171628" cy="15139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1">
            <a:extLst>
              <a:ext uri="{FF2B5EF4-FFF2-40B4-BE49-F238E27FC236}">
                <a16:creationId xmlns:a16="http://schemas.microsoft.com/office/drawing/2014/main" id="{4B45B05D-E504-4AD6-8F9D-AFBA7A4319F4}"/>
              </a:ext>
            </a:extLst>
          </p:cNvPr>
          <p:cNvSpPr/>
          <p:nvPr/>
        </p:nvSpPr>
        <p:spPr>
          <a:xfrm>
            <a:off x="7082356" y="2920250"/>
            <a:ext cx="1836352" cy="27989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F1B1A88-8FC2-4D77-8D26-0962B5D6C1BE}"/>
              </a:ext>
            </a:extLst>
          </p:cNvPr>
          <p:cNvGrpSpPr/>
          <p:nvPr/>
        </p:nvGrpSpPr>
        <p:grpSpPr>
          <a:xfrm>
            <a:off x="8062815" y="1001654"/>
            <a:ext cx="3552085" cy="2231561"/>
            <a:chOff x="8062815" y="1001654"/>
            <a:chExt cx="3552085" cy="2231561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8CB5E2EE-5752-49A9-953C-D0DE6C8C2AE8}"/>
                </a:ext>
              </a:extLst>
            </p:cNvPr>
            <p:cNvGrpSpPr/>
            <p:nvPr/>
          </p:nvGrpSpPr>
          <p:grpSpPr>
            <a:xfrm>
              <a:off x="8062815" y="1001654"/>
              <a:ext cx="3552084" cy="2231561"/>
              <a:chOff x="13563968" y="2024482"/>
              <a:chExt cx="5953125" cy="3739991"/>
            </a:xfrm>
          </p:grpSpPr>
          <p:sp>
            <p:nvSpPr>
              <p:cNvPr id="62" name="object 19">
                <a:extLst>
                  <a:ext uri="{FF2B5EF4-FFF2-40B4-BE49-F238E27FC236}">
                    <a16:creationId xmlns:a16="http://schemas.microsoft.com/office/drawing/2014/main" id="{704896EE-F4BF-4EC9-9C43-CBD9D56CA22F}"/>
                  </a:ext>
                </a:extLst>
              </p:cNvPr>
              <p:cNvSpPr/>
              <p:nvPr/>
            </p:nvSpPr>
            <p:spPr>
              <a:xfrm>
                <a:off x="13563968" y="2024482"/>
                <a:ext cx="5953125" cy="3118485"/>
              </a:xfrm>
              <a:custGeom>
                <a:avLst/>
                <a:gdLst/>
                <a:ahLst/>
                <a:cxnLst/>
                <a:rect l="l" t="t" r="r" b="b"/>
                <a:pathLst>
                  <a:path w="5953125" h="3118485">
                    <a:moveTo>
                      <a:pt x="4905986" y="0"/>
                    </a:moveTo>
                    <a:lnTo>
                      <a:pt x="1047088" y="0"/>
                    </a:lnTo>
                    <a:lnTo>
                      <a:pt x="961534" y="3488"/>
                    </a:lnTo>
                    <a:lnTo>
                      <a:pt x="877826" y="13769"/>
                    </a:lnTo>
                    <a:lnTo>
                      <a:pt x="796238" y="30568"/>
                    </a:lnTo>
                    <a:lnTo>
                      <a:pt x="717046" y="53610"/>
                    </a:lnTo>
                    <a:lnTo>
                      <a:pt x="640523" y="82621"/>
                    </a:lnTo>
                    <a:lnTo>
                      <a:pt x="566946" y="117326"/>
                    </a:lnTo>
                    <a:lnTo>
                      <a:pt x="496588" y="157449"/>
                    </a:lnTo>
                    <a:lnTo>
                      <a:pt x="429725" y="202716"/>
                    </a:lnTo>
                    <a:lnTo>
                      <a:pt x="366631" y="252852"/>
                    </a:lnTo>
                    <a:lnTo>
                      <a:pt x="307582" y="307582"/>
                    </a:lnTo>
                    <a:lnTo>
                      <a:pt x="252852" y="366631"/>
                    </a:lnTo>
                    <a:lnTo>
                      <a:pt x="202716" y="429725"/>
                    </a:lnTo>
                    <a:lnTo>
                      <a:pt x="157449" y="496588"/>
                    </a:lnTo>
                    <a:lnTo>
                      <a:pt x="117326" y="566946"/>
                    </a:lnTo>
                    <a:lnTo>
                      <a:pt x="82621" y="640523"/>
                    </a:lnTo>
                    <a:lnTo>
                      <a:pt x="53610" y="717046"/>
                    </a:lnTo>
                    <a:lnTo>
                      <a:pt x="30568" y="796238"/>
                    </a:lnTo>
                    <a:lnTo>
                      <a:pt x="13769" y="877826"/>
                    </a:lnTo>
                    <a:lnTo>
                      <a:pt x="3488" y="961534"/>
                    </a:lnTo>
                    <a:lnTo>
                      <a:pt x="0" y="1047088"/>
                    </a:lnTo>
                    <a:lnTo>
                      <a:pt x="0" y="2071193"/>
                    </a:lnTo>
                    <a:lnTo>
                      <a:pt x="3488" y="2156747"/>
                    </a:lnTo>
                    <a:lnTo>
                      <a:pt x="13769" y="2240455"/>
                    </a:lnTo>
                    <a:lnTo>
                      <a:pt x="30568" y="2322043"/>
                    </a:lnTo>
                    <a:lnTo>
                      <a:pt x="53610" y="2401235"/>
                    </a:lnTo>
                    <a:lnTo>
                      <a:pt x="82621" y="2477758"/>
                    </a:lnTo>
                    <a:lnTo>
                      <a:pt x="117326" y="2551335"/>
                    </a:lnTo>
                    <a:lnTo>
                      <a:pt x="157449" y="2621693"/>
                    </a:lnTo>
                    <a:lnTo>
                      <a:pt x="202716" y="2688556"/>
                    </a:lnTo>
                    <a:lnTo>
                      <a:pt x="252852" y="2751650"/>
                    </a:lnTo>
                    <a:lnTo>
                      <a:pt x="307582" y="2810699"/>
                    </a:lnTo>
                    <a:lnTo>
                      <a:pt x="366631" y="2865429"/>
                    </a:lnTo>
                    <a:lnTo>
                      <a:pt x="429725" y="2915565"/>
                    </a:lnTo>
                    <a:lnTo>
                      <a:pt x="496588" y="2960832"/>
                    </a:lnTo>
                    <a:lnTo>
                      <a:pt x="566946" y="3000955"/>
                    </a:lnTo>
                    <a:lnTo>
                      <a:pt x="640523" y="3035660"/>
                    </a:lnTo>
                    <a:lnTo>
                      <a:pt x="717046" y="3064671"/>
                    </a:lnTo>
                    <a:lnTo>
                      <a:pt x="796238" y="3087713"/>
                    </a:lnTo>
                    <a:lnTo>
                      <a:pt x="877826" y="3104512"/>
                    </a:lnTo>
                    <a:lnTo>
                      <a:pt x="961534" y="3114793"/>
                    </a:lnTo>
                    <a:lnTo>
                      <a:pt x="1047088" y="3118282"/>
                    </a:lnTo>
                    <a:lnTo>
                      <a:pt x="4905986" y="3118282"/>
                    </a:lnTo>
                    <a:lnTo>
                      <a:pt x="4991540" y="3114793"/>
                    </a:lnTo>
                    <a:lnTo>
                      <a:pt x="5075248" y="3104512"/>
                    </a:lnTo>
                    <a:lnTo>
                      <a:pt x="5156836" y="3087713"/>
                    </a:lnTo>
                    <a:lnTo>
                      <a:pt x="5236029" y="3064671"/>
                    </a:lnTo>
                    <a:lnTo>
                      <a:pt x="5312551" y="3035660"/>
                    </a:lnTo>
                    <a:lnTo>
                      <a:pt x="5386129" y="3000955"/>
                    </a:lnTo>
                    <a:lnTo>
                      <a:pt x="5456486" y="2960832"/>
                    </a:lnTo>
                    <a:lnTo>
                      <a:pt x="5523350" y="2915565"/>
                    </a:lnTo>
                    <a:lnTo>
                      <a:pt x="5586443" y="2865429"/>
                    </a:lnTo>
                    <a:lnTo>
                      <a:pt x="5645493" y="2810699"/>
                    </a:lnTo>
                    <a:lnTo>
                      <a:pt x="5700223" y="2751650"/>
                    </a:lnTo>
                    <a:lnTo>
                      <a:pt x="5750358" y="2688556"/>
                    </a:lnTo>
                    <a:lnTo>
                      <a:pt x="5795625" y="2621693"/>
                    </a:lnTo>
                    <a:lnTo>
                      <a:pt x="5835749" y="2551335"/>
                    </a:lnTo>
                    <a:lnTo>
                      <a:pt x="5870453" y="2477758"/>
                    </a:lnTo>
                    <a:lnTo>
                      <a:pt x="5899464" y="2401235"/>
                    </a:lnTo>
                    <a:lnTo>
                      <a:pt x="5922506" y="2322043"/>
                    </a:lnTo>
                    <a:lnTo>
                      <a:pt x="5939306" y="2240455"/>
                    </a:lnTo>
                    <a:lnTo>
                      <a:pt x="5949587" y="2156747"/>
                    </a:lnTo>
                    <a:lnTo>
                      <a:pt x="5953075" y="2071193"/>
                    </a:lnTo>
                    <a:lnTo>
                      <a:pt x="5953075" y="1047088"/>
                    </a:lnTo>
                    <a:lnTo>
                      <a:pt x="5949587" y="961534"/>
                    </a:lnTo>
                    <a:lnTo>
                      <a:pt x="5939306" y="877826"/>
                    </a:lnTo>
                    <a:lnTo>
                      <a:pt x="5922506" y="796238"/>
                    </a:lnTo>
                    <a:lnTo>
                      <a:pt x="5899464" y="717046"/>
                    </a:lnTo>
                    <a:lnTo>
                      <a:pt x="5870453" y="640523"/>
                    </a:lnTo>
                    <a:lnTo>
                      <a:pt x="5835749" y="566946"/>
                    </a:lnTo>
                    <a:lnTo>
                      <a:pt x="5795625" y="496588"/>
                    </a:lnTo>
                    <a:lnTo>
                      <a:pt x="5750358" y="429725"/>
                    </a:lnTo>
                    <a:lnTo>
                      <a:pt x="5700223" y="366631"/>
                    </a:lnTo>
                    <a:lnTo>
                      <a:pt x="5645493" y="307582"/>
                    </a:lnTo>
                    <a:lnTo>
                      <a:pt x="5586443" y="252852"/>
                    </a:lnTo>
                    <a:lnTo>
                      <a:pt x="5523350" y="202716"/>
                    </a:lnTo>
                    <a:lnTo>
                      <a:pt x="5456486" y="157449"/>
                    </a:lnTo>
                    <a:lnTo>
                      <a:pt x="5386129" y="117326"/>
                    </a:lnTo>
                    <a:lnTo>
                      <a:pt x="5312551" y="82621"/>
                    </a:lnTo>
                    <a:lnTo>
                      <a:pt x="5236029" y="53610"/>
                    </a:lnTo>
                    <a:lnTo>
                      <a:pt x="5156836" y="30568"/>
                    </a:lnTo>
                    <a:lnTo>
                      <a:pt x="5075248" y="13769"/>
                    </a:lnTo>
                    <a:lnTo>
                      <a:pt x="4991540" y="3488"/>
                    </a:lnTo>
                    <a:lnTo>
                      <a:pt x="4905986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20">
                <a:extLst>
                  <a:ext uri="{FF2B5EF4-FFF2-40B4-BE49-F238E27FC236}">
                    <a16:creationId xmlns:a16="http://schemas.microsoft.com/office/drawing/2014/main" id="{9543B040-9B65-4979-A90F-EA97E0B146C3}"/>
                  </a:ext>
                </a:extLst>
              </p:cNvPr>
              <p:cNvSpPr/>
              <p:nvPr/>
            </p:nvSpPr>
            <p:spPr>
              <a:xfrm>
                <a:off x="15227410" y="5004378"/>
                <a:ext cx="1199515" cy="760095"/>
              </a:xfrm>
              <a:custGeom>
                <a:avLst/>
                <a:gdLst/>
                <a:ahLst/>
                <a:cxnLst/>
                <a:rect l="l" t="t" r="r" b="b"/>
                <a:pathLst>
                  <a:path w="1199515" h="760095">
                    <a:moveTo>
                      <a:pt x="1199450" y="0"/>
                    </a:moveTo>
                    <a:lnTo>
                      <a:pt x="331476" y="49988"/>
                    </a:lnTo>
                    <a:lnTo>
                      <a:pt x="268029" y="224044"/>
                    </a:lnTo>
                    <a:lnTo>
                      <a:pt x="240943" y="297957"/>
                    </a:lnTo>
                    <a:lnTo>
                      <a:pt x="216618" y="363838"/>
                    </a:lnTo>
                    <a:lnTo>
                      <a:pt x="194806" y="422219"/>
                    </a:lnTo>
                    <a:lnTo>
                      <a:pt x="175256" y="473632"/>
                    </a:lnTo>
                    <a:lnTo>
                      <a:pt x="157721" y="518609"/>
                    </a:lnTo>
                    <a:lnTo>
                      <a:pt x="141953" y="557684"/>
                    </a:lnTo>
                    <a:lnTo>
                      <a:pt x="114720" y="620254"/>
                    </a:lnTo>
                    <a:lnTo>
                      <a:pt x="91568" y="665603"/>
                    </a:lnTo>
                    <a:lnTo>
                      <a:pt x="70509" y="697991"/>
                    </a:lnTo>
                    <a:lnTo>
                      <a:pt x="38494" y="731589"/>
                    </a:lnTo>
                    <a:lnTo>
                      <a:pt x="0" y="759987"/>
                    </a:lnTo>
                    <a:lnTo>
                      <a:pt x="157972" y="726124"/>
                    </a:lnTo>
                    <a:lnTo>
                      <a:pt x="226143" y="710526"/>
                    </a:lnTo>
                    <a:lnTo>
                      <a:pt x="288303" y="695057"/>
                    </a:lnTo>
                    <a:lnTo>
                      <a:pt x="345352" y="679148"/>
                    </a:lnTo>
                    <a:lnTo>
                      <a:pt x="398189" y="662227"/>
                    </a:lnTo>
                    <a:lnTo>
                      <a:pt x="447714" y="643725"/>
                    </a:lnTo>
                    <a:lnTo>
                      <a:pt x="494827" y="623073"/>
                    </a:lnTo>
                    <a:lnTo>
                      <a:pt x="540426" y="599700"/>
                    </a:lnTo>
                    <a:lnTo>
                      <a:pt x="585412" y="573036"/>
                    </a:lnTo>
                    <a:lnTo>
                      <a:pt x="630685" y="542511"/>
                    </a:lnTo>
                    <a:lnTo>
                      <a:pt x="677143" y="507555"/>
                    </a:lnTo>
                    <a:lnTo>
                      <a:pt x="725687" y="467598"/>
                    </a:lnTo>
                    <a:lnTo>
                      <a:pt x="777215" y="422071"/>
                    </a:lnTo>
                    <a:lnTo>
                      <a:pt x="832629" y="370403"/>
                    </a:lnTo>
                    <a:lnTo>
                      <a:pt x="892826" y="312024"/>
                    </a:lnTo>
                    <a:lnTo>
                      <a:pt x="958708" y="246364"/>
                    </a:lnTo>
                    <a:lnTo>
                      <a:pt x="1031172" y="172853"/>
                    </a:lnTo>
                    <a:lnTo>
                      <a:pt x="1199450" y="0"/>
                    </a:lnTo>
                    <a:close/>
                  </a:path>
                </a:pathLst>
              </a:custGeom>
              <a:solidFill>
                <a:srgbClr val="F9ECE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831197C-8395-4D64-9A21-20F834CE7019}"/>
                </a:ext>
              </a:extLst>
            </p:cNvPr>
            <p:cNvSpPr txBox="1"/>
            <p:nvPr/>
          </p:nvSpPr>
          <p:spPr>
            <a:xfrm>
              <a:off x="8091774" y="1294617"/>
              <a:ext cx="3523126" cy="1368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latin typeface="맑은 고딕" panose="020B0503020000020004" pitchFamily="50" charset="-127"/>
                </a:rPr>
                <a:t>친구들에게 내 이야기의 장면과 내가 찾은 소리를 들려줘요</a:t>
              </a:r>
              <a:r>
                <a:rPr lang="en-US" altLang="ko-KR" sz="2400" b="1" spc="-150" dirty="0">
                  <a:latin typeface="맑은 고딕" panose="020B0503020000020004" pitchFamily="50" charset="-127"/>
                </a:rPr>
                <a:t>.</a:t>
              </a:r>
              <a:endParaRPr lang="ko-KR" altLang="en-US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4D0F160-637A-E9C2-4FCB-82B81BF426AA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4" name="사각형: 둥근 모서리 3">
              <a:hlinkClick r:id="rId6" action="ppaction://hlinksldjump"/>
              <a:extLst>
                <a:ext uri="{FF2B5EF4-FFF2-40B4-BE49-F238E27FC236}">
                  <a16:creationId xmlns:a16="http://schemas.microsoft.com/office/drawing/2014/main" id="{6BE7F39B-BD24-4FB0-3853-8E4C936E4641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6" name="사각형: 둥근 모서리 15">
              <a:hlinkClick r:id="rId7" action="ppaction://hlinksldjump"/>
              <a:extLst>
                <a:ext uri="{FF2B5EF4-FFF2-40B4-BE49-F238E27FC236}">
                  <a16:creationId xmlns:a16="http://schemas.microsoft.com/office/drawing/2014/main" id="{3F3AE8D5-5629-37C8-07BB-9D28A07ABC9B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7" name="사각형: 둥근 모서리 16">
              <a:hlinkClick r:id="rId8" action="ppaction://hlinksldjump"/>
              <a:extLst>
                <a:ext uri="{FF2B5EF4-FFF2-40B4-BE49-F238E27FC236}">
                  <a16:creationId xmlns:a16="http://schemas.microsoft.com/office/drawing/2014/main" id="{26C5864B-75BC-76FE-C6D8-D76B97E7BA02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8" name="사각형: 둥근 모서리 17">
              <a:hlinkClick r:id="rId9" action="ppaction://hlinksldjump"/>
              <a:extLst>
                <a:ext uri="{FF2B5EF4-FFF2-40B4-BE49-F238E27FC236}">
                  <a16:creationId xmlns:a16="http://schemas.microsoft.com/office/drawing/2014/main" id="{641ACEA6-D938-6D37-AA4B-B3DE21B19F16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9" name="사각형: 둥근 모서리 18">
              <a:hlinkClick r:id="rId10" action="ppaction://hlinksldjump"/>
              <a:extLst>
                <a:ext uri="{FF2B5EF4-FFF2-40B4-BE49-F238E27FC236}">
                  <a16:creationId xmlns:a16="http://schemas.microsoft.com/office/drawing/2014/main" id="{265B855C-A56A-38BF-1217-2CFAC6D3A539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0" name="사각형: 둥근 모서리 19">
              <a:hlinkClick r:id="rId11" action="ppaction://hlinksldjump"/>
              <a:extLst>
                <a:ext uri="{FF2B5EF4-FFF2-40B4-BE49-F238E27FC236}">
                  <a16:creationId xmlns:a16="http://schemas.microsoft.com/office/drawing/2014/main" id="{DCA3FFE3-E1C3-9D1A-E14A-410F34529833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1" name="사각형: 둥근 모서리 20">
              <a:hlinkClick r:id="rId12" action="ppaction://hlinksldjump"/>
              <a:extLst>
                <a:ext uri="{FF2B5EF4-FFF2-40B4-BE49-F238E27FC236}">
                  <a16:creationId xmlns:a16="http://schemas.microsoft.com/office/drawing/2014/main" id="{61679A0D-070F-6DD7-4569-A006D451BC5A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99308BAF-6168-4418-1AA0-41934EF57D7E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A2E0BF33-8FEB-4D1F-AF18-D42F23C27B8E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8A7603A0-DE8D-8665-85D6-43A0BB425D1A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8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299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3D0D8E13-11F7-45E7-AA3E-9FAF6AACD4BB}"/>
              </a:ext>
            </a:extLst>
          </p:cNvPr>
          <p:cNvSpPr txBox="1"/>
          <p:nvPr/>
        </p:nvSpPr>
        <p:spPr>
          <a:xfrm>
            <a:off x="1163849" y="61312"/>
            <a:ext cx="10872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2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장면을 표현한 소리를 연결하여 하나의 음악으로 발표해 봅시다</a:t>
            </a:r>
            <a:r>
              <a:rPr lang="en-US" altLang="ko-KR" sz="3200" b="1" spc="-2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D20B37D1-C854-4CE7-A8EA-54E7D1B1DFE5}"/>
              </a:ext>
            </a:extLst>
          </p:cNvPr>
          <p:cNvSpPr/>
          <p:nvPr/>
        </p:nvSpPr>
        <p:spPr>
          <a:xfrm>
            <a:off x="897785" y="5353259"/>
            <a:ext cx="10402964" cy="606206"/>
          </a:xfrm>
          <a:custGeom>
            <a:avLst/>
            <a:gdLst/>
            <a:ahLst/>
            <a:cxnLst/>
            <a:rect l="l" t="t" r="r" b="b"/>
            <a:pathLst>
              <a:path w="16944975" h="987425">
                <a:moveTo>
                  <a:pt x="16575045" y="0"/>
                </a:moveTo>
                <a:lnTo>
                  <a:pt x="369915" y="0"/>
                </a:lnTo>
                <a:lnTo>
                  <a:pt x="339620" y="1228"/>
                </a:lnTo>
                <a:lnTo>
                  <a:pt x="281126" y="10769"/>
                </a:lnTo>
                <a:lnTo>
                  <a:pt x="226065" y="29115"/>
                </a:lnTo>
                <a:lnTo>
                  <a:pt x="175204" y="55499"/>
                </a:lnTo>
                <a:lnTo>
                  <a:pt x="129311" y="89154"/>
                </a:lnTo>
                <a:lnTo>
                  <a:pt x="89154" y="129311"/>
                </a:lnTo>
                <a:lnTo>
                  <a:pt x="55499" y="175204"/>
                </a:lnTo>
                <a:lnTo>
                  <a:pt x="29115" y="226065"/>
                </a:lnTo>
                <a:lnTo>
                  <a:pt x="10769" y="281126"/>
                </a:lnTo>
                <a:lnTo>
                  <a:pt x="1228" y="339620"/>
                </a:lnTo>
                <a:lnTo>
                  <a:pt x="0" y="369915"/>
                </a:lnTo>
                <a:lnTo>
                  <a:pt x="0" y="617185"/>
                </a:lnTo>
                <a:lnTo>
                  <a:pt x="4850" y="677105"/>
                </a:lnTo>
                <a:lnTo>
                  <a:pt x="18889" y="733978"/>
                </a:lnTo>
                <a:lnTo>
                  <a:pt x="41350" y="787034"/>
                </a:lnTo>
                <a:lnTo>
                  <a:pt x="71466" y="835507"/>
                </a:lnTo>
                <a:lnTo>
                  <a:pt x="108467" y="878629"/>
                </a:lnTo>
                <a:lnTo>
                  <a:pt x="151588" y="915631"/>
                </a:lnTo>
                <a:lnTo>
                  <a:pt x="200061" y="945747"/>
                </a:lnTo>
                <a:lnTo>
                  <a:pt x="253118" y="968210"/>
                </a:lnTo>
                <a:lnTo>
                  <a:pt x="309992" y="982250"/>
                </a:lnTo>
                <a:lnTo>
                  <a:pt x="369915" y="987100"/>
                </a:lnTo>
                <a:lnTo>
                  <a:pt x="16575045" y="987100"/>
                </a:lnTo>
                <a:lnTo>
                  <a:pt x="16634968" y="982250"/>
                </a:lnTo>
                <a:lnTo>
                  <a:pt x="16691841" y="968210"/>
                </a:lnTo>
                <a:lnTo>
                  <a:pt x="16744898" y="945747"/>
                </a:lnTo>
                <a:lnTo>
                  <a:pt x="16793371" y="915631"/>
                </a:lnTo>
                <a:lnTo>
                  <a:pt x="16836492" y="878629"/>
                </a:lnTo>
                <a:lnTo>
                  <a:pt x="16873494" y="835507"/>
                </a:lnTo>
                <a:lnTo>
                  <a:pt x="16903609" y="787034"/>
                </a:lnTo>
                <a:lnTo>
                  <a:pt x="16926070" y="733978"/>
                </a:lnTo>
                <a:lnTo>
                  <a:pt x="16940110" y="677105"/>
                </a:lnTo>
                <a:lnTo>
                  <a:pt x="16944960" y="617185"/>
                </a:lnTo>
                <a:lnTo>
                  <a:pt x="16944960" y="369915"/>
                </a:lnTo>
                <a:lnTo>
                  <a:pt x="16940110" y="309992"/>
                </a:lnTo>
                <a:lnTo>
                  <a:pt x="16926070" y="253118"/>
                </a:lnTo>
                <a:lnTo>
                  <a:pt x="16903609" y="200061"/>
                </a:lnTo>
                <a:lnTo>
                  <a:pt x="16873494" y="151588"/>
                </a:lnTo>
                <a:lnTo>
                  <a:pt x="16836492" y="108467"/>
                </a:lnTo>
                <a:lnTo>
                  <a:pt x="16793371" y="71466"/>
                </a:lnTo>
                <a:lnTo>
                  <a:pt x="16744898" y="41350"/>
                </a:lnTo>
                <a:lnTo>
                  <a:pt x="16691841" y="18889"/>
                </a:lnTo>
                <a:lnTo>
                  <a:pt x="16634968" y="4850"/>
                </a:lnTo>
                <a:lnTo>
                  <a:pt x="16575045" y="0"/>
                </a:lnTo>
                <a:close/>
              </a:path>
            </a:pathLst>
          </a:custGeom>
          <a:solidFill>
            <a:srgbClr val="FCD8BE"/>
          </a:solidFill>
        </p:spPr>
        <p:txBody>
          <a:bodyPr wrap="square" lIns="0" tIns="0" rIns="0" bIns="0" rtlCol="0"/>
          <a:lstStyle/>
          <a:p>
            <a:endParaRPr sz="2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8D88DB64-B6F3-493C-87D6-8211BC65A89F}"/>
              </a:ext>
            </a:extLst>
          </p:cNvPr>
          <p:cNvSpPr/>
          <p:nvPr/>
        </p:nvSpPr>
        <p:spPr>
          <a:xfrm>
            <a:off x="879373" y="5334842"/>
            <a:ext cx="10439999" cy="642851"/>
          </a:xfrm>
          <a:custGeom>
            <a:avLst/>
            <a:gdLst/>
            <a:ahLst/>
            <a:cxnLst/>
            <a:rect l="l" t="t" r="r" b="b"/>
            <a:pathLst>
              <a:path w="17005300" h="1047115">
                <a:moveTo>
                  <a:pt x="16605044" y="0"/>
                </a:moveTo>
                <a:lnTo>
                  <a:pt x="399904" y="0"/>
                </a:lnTo>
                <a:lnTo>
                  <a:pt x="367228" y="1332"/>
                </a:lnTo>
                <a:lnTo>
                  <a:pt x="304098" y="11675"/>
                </a:lnTo>
                <a:lnTo>
                  <a:pt x="244627" y="31555"/>
                </a:lnTo>
                <a:lnTo>
                  <a:pt x="189655" y="60134"/>
                </a:lnTo>
                <a:lnTo>
                  <a:pt x="140022" y="96571"/>
                </a:lnTo>
                <a:lnTo>
                  <a:pt x="96567" y="140026"/>
                </a:lnTo>
                <a:lnTo>
                  <a:pt x="60132" y="189659"/>
                </a:lnTo>
                <a:lnTo>
                  <a:pt x="31554" y="244631"/>
                </a:lnTo>
                <a:lnTo>
                  <a:pt x="11674" y="304101"/>
                </a:lnTo>
                <a:lnTo>
                  <a:pt x="1332" y="367230"/>
                </a:lnTo>
                <a:lnTo>
                  <a:pt x="0" y="399904"/>
                </a:lnTo>
                <a:lnTo>
                  <a:pt x="0" y="647184"/>
                </a:lnTo>
                <a:lnTo>
                  <a:pt x="5258" y="711827"/>
                </a:lnTo>
                <a:lnTo>
                  <a:pt x="20474" y="773231"/>
                </a:lnTo>
                <a:lnTo>
                  <a:pt x="44808" y="830557"/>
                </a:lnTo>
                <a:lnTo>
                  <a:pt x="77420" y="882965"/>
                </a:lnTo>
                <a:lnTo>
                  <a:pt x="117470" y="929614"/>
                </a:lnTo>
                <a:lnTo>
                  <a:pt x="164118" y="969665"/>
                </a:lnTo>
                <a:lnTo>
                  <a:pt x="216526" y="1002278"/>
                </a:lnTo>
                <a:lnTo>
                  <a:pt x="273852" y="1026612"/>
                </a:lnTo>
                <a:lnTo>
                  <a:pt x="335258" y="1041829"/>
                </a:lnTo>
                <a:lnTo>
                  <a:pt x="399904" y="1047088"/>
                </a:lnTo>
                <a:lnTo>
                  <a:pt x="16605044" y="1047088"/>
                </a:lnTo>
                <a:lnTo>
                  <a:pt x="16669689" y="1041829"/>
                </a:lnTo>
                <a:lnTo>
                  <a:pt x="16731095" y="1026612"/>
                </a:lnTo>
                <a:lnTo>
                  <a:pt x="16788421" y="1002278"/>
                </a:lnTo>
                <a:lnTo>
                  <a:pt x="16815035" y="987100"/>
                </a:lnTo>
                <a:lnTo>
                  <a:pt x="399904" y="987100"/>
                </a:lnTo>
                <a:lnTo>
                  <a:pt x="372066" y="985971"/>
                </a:lnTo>
                <a:lnTo>
                  <a:pt x="318316" y="977204"/>
                </a:lnTo>
                <a:lnTo>
                  <a:pt x="267720" y="960346"/>
                </a:lnTo>
                <a:lnTo>
                  <a:pt x="220984" y="936101"/>
                </a:lnTo>
                <a:lnTo>
                  <a:pt x="178813" y="905176"/>
                </a:lnTo>
                <a:lnTo>
                  <a:pt x="141912" y="868275"/>
                </a:lnTo>
                <a:lnTo>
                  <a:pt x="110987" y="826104"/>
                </a:lnTo>
                <a:lnTo>
                  <a:pt x="86742" y="779367"/>
                </a:lnTo>
                <a:lnTo>
                  <a:pt x="69883" y="728772"/>
                </a:lnTo>
                <a:lnTo>
                  <a:pt x="61116" y="675022"/>
                </a:lnTo>
                <a:lnTo>
                  <a:pt x="59987" y="647184"/>
                </a:lnTo>
                <a:lnTo>
                  <a:pt x="59987" y="399904"/>
                </a:lnTo>
                <a:lnTo>
                  <a:pt x="64444" y="344841"/>
                </a:lnTo>
                <a:lnTo>
                  <a:pt x="77345" y="292580"/>
                </a:lnTo>
                <a:lnTo>
                  <a:pt x="97985" y="243825"/>
                </a:lnTo>
                <a:lnTo>
                  <a:pt x="125658" y="199284"/>
                </a:lnTo>
                <a:lnTo>
                  <a:pt x="159660" y="159660"/>
                </a:lnTo>
                <a:lnTo>
                  <a:pt x="199284" y="125658"/>
                </a:lnTo>
                <a:lnTo>
                  <a:pt x="243825" y="97985"/>
                </a:lnTo>
                <a:lnTo>
                  <a:pt x="292580" y="77345"/>
                </a:lnTo>
                <a:lnTo>
                  <a:pt x="344841" y="64444"/>
                </a:lnTo>
                <a:lnTo>
                  <a:pt x="399904" y="59987"/>
                </a:lnTo>
                <a:lnTo>
                  <a:pt x="16815035" y="59987"/>
                </a:lnTo>
                <a:lnTo>
                  <a:pt x="16788421" y="44810"/>
                </a:lnTo>
                <a:lnTo>
                  <a:pt x="16731095" y="20475"/>
                </a:lnTo>
                <a:lnTo>
                  <a:pt x="16669689" y="5258"/>
                </a:lnTo>
                <a:lnTo>
                  <a:pt x="16637719" y="1332"/>
                </a:lnTo>
                <a:lnTo>
                  <a:pt x="16605044" y="0"/>
                </a:lnTo>
                <a:close/>
              </a:path>
              <a:path w="17005300" h="1047115">
                <a:moveTo>
                  <a:pt x="16815035" y="59987"/>
                </a:moveTo>
                <a:lnTo>
                  <a:pt x="16605044" y="59987"/>
                </a:lnTo>
                <a:lnTo>
                  <a:pt x="16632881" y="61116"/>
                </a:lnTo>
                <a:lnTo>
                  <a:pt x="16660107" y="64444"/>
                </a:lnTo>
                <a:lnTo>
                  <a:pt x="16712368" y="77345"/>
                </a:lnTo>
                <a:lnTo>
                  <a:pt x="16761122" y="97985"/>
                </a:lnTo>
                <a:lnTo>
                  <a:pt x="16805663" y="125658"/>
                </a:lnTo>
                <a:lnTo>
                  <a:pt x="16845288" y="159660"/>
                </a:lnTo>
                <a:lnTo>
                  <a:pt x="16879289" y="199284"/>
                </a:lnTo>
                <a:lnTo>
                  <a:pt x="16906962" y="243825"/>
                </a:lnTo>
                <a:lnTo>
                  <a:pt x="16927602" y="292580"/>
                </a:lnTo>
                <a:lnTo>
                  <a:pt x="16940503" y="344841"/>
                </a:lnTo>
                <a:lnTo>
                  <a:pt x="16944960" y="399904"/>
                </a:lnTo>
                <a:lnTo>
                  <a:pt x="16944960" y="647184"/>
                </a:lnTo>
                <a:lnTo>
                  <a:pt x="16940503" y="702247"/>
                </a:lnTo>
                <a:lnTo>
                  <a:pt x="16927602" y="754508"/>
                </a:lnTo>
                <a:lnTo>
                  <a:pt x="16906962" y="803262"/>
                </a:lnTo>
                <a:lnTo>
                  <a:pt x="16879289" y="847804"/>
                </a:lnTo>
                <a:lnTo>
                  <a:pt x="16845288" y="887428"/>
                </a:lnTo>
                <a:lnTo>
                  <a:pt x="16805663" y="921429"/>
                </a:lnTo>
                <a:lnTo>
                  <a:pt x="16761122" y="949102"/>
                </a:lnTo>
                <a:lnTo>
                  <a:pt x="16712368" y="969742"/>
                </a:lnTo>
                <a:lnTo>
                  <a:pt x="16660107" y="982643"/>
                </a:lnTo>
                <a:lnTo>
                  <a:pt x="16605044" y="987100"/>
                </a:lnTo>
                <a:lnTo>
                  <a:pt x="16815035" y="987100"/>
                </a:lnTo>
                <a:lnTo>
                  <a:pt x="16864925" y="950517"/>
                </a:lnTo>
                <a:lnTo>
                  <a:pt x="16908380" y="907062"/>
                </a:lnTo>
                <a:lnTo>
                  <a:pt x="16944816" y="857428"/>
                </a:lnTo>
                <a:lnTo>
                  <a:pt x="16973393" y="802457"/>
                </a:lnTo>
                <a:lnTo>
                  <a:pt x="16993273" y="742986"/>
                </a:lnTo>
                <a:lnTo>
                  <a:pt x="17003616" y="679858"/>
                </a:lnTo>
                <a:lnTo>
                  <a:pt x="17004948" y="647184"/>
                </a:lnTo>
                <a:lnTo>
                  <a:pt x="17004948" y="399904"/>
                </a:lnTo>
                <a:lnTo>
                  <a:pt x="16999689" y="335261"/>
                </a:lnTo>
                <a:lnTo>
                  <a:pt x="16984473" y="273856"/>
                </a:lnTo>
                <a:lnTo>
                  <a:pt x="16960139" y="216530"/>
                </a:lnTo>
                <a:lnTo>
                  <a:pt x="16927527" y="164123"/>
                </a:lnTo>
                <a:lnTo>
                  <a:pt x="16887477" y="117474"/>
                </a:lnTo>
                <a:lnTo>
                  <a:pt x="16840829" y="77423"/>
                </a:lnTo>
                <a:lnTo>
                  <a:pt x="16815293" y="60134"/>
                </a:lnTo>
                <a:lnTo>
                  <a:pt x="16815035" y="59987"/>
                </a:lnTo>
                <a:close/>
              </a:path>
            </a:pathLst>
          </a:custGeom>
          <a:solidFill>
            <a:srgbClr val="FCD8BE"/>
          </a:solidFill>
        </p:spPr>
        <p:txBody>
          <a:bodyPr wrap="square" lIns="0" tIns="0" rIns="0" bIns="0" rtlCol="0"/>
          <a:lstStyle/>
          <a:p>
            <a:endParaRPr sz="2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EC492E52-B392-4BE3-BEFE-E38DDF72D643}"/>
              </a:ext>
            </a:extLst>
          </p:cNvPr>
          <p:cNvSpPr/>
          <p:nvPr/>
        </p:nvSpPr>
        <p:spPr>
          <a:xfrm>
            <a:off x="879372" y="5302700"/>
            <a:ext cx="10439999" cy="642851"/>
          </a:xfrm>
          <a:custGeom>
            <a:avLst/>
            <a:gdLst/>
            <a:ahLst/>
            <a:cxnLst/>
            <a:rect l="l" t="t" r="r" b="b"/>
            <a:pathLst>
              <a:path w="17005300" h="1047115">
                <a:moveTo>
                  <a:pt x="16605044" y="0"/>
                </a:moveTo>
                <a:lnTo>
                  <a:pt x="399904" y="0"/>
                </a:lnTo>
                <a:lnTo>
                  <a:pt x="367230" y="1332"/>
                </a:lnTo>
                <a:lnTo>
                  <a:pt x="304101" y="11675"/>
                </a:lnTo>
                <a:lnTo>
                  <a:pt x="244631" y="31555"/>
                </a:lnTo>
                <a:lnTo>
                  <a:pt x="189659" y="60134"/>
                </a:lnTo>
                <a:lnTo>
                  <a:pt x="140026" y="96571"/>
                </a:lnTo>
                <a:lnTo>
                  <a:pt x="96571" y="140026"/>
                </a:lnTo>
                <a:lnTo>
                  <a:pt x="60134" y="189659"/>
                </a:lnTo>
                <a:lnTo>
                  <a:pt x="31555" y="244631"/>
                </a:lnTo>
                <a:lnTo>
                  <a:pt x="11675" y="304101"/>
                </a:lnTo>
                <a:lnTo>
                  <a:pt x="1332" y="367230"/>
                </a:lnTo>
                <a:lnTo>
                  <a:pt x="0" y="399904"/>
                </a:lnTo>
                <a:lnTo>
                  <a:pt x="0" y="647184"/>
                </a:lnTo>
                <a:lnTo>
                  <a:pt x="5258" y="711829"/>
                </a:lnTo>
                <a:lnTo>
                  <a:pt x="20475" y="773235"/>
                </a:lnTo>
                <a:lnTo>
                  <a:pt x="44810" y="830562"/>
                </a:lnTo>
                <a:lnTo>
                  <a:pt x="77423" y="882969"/>
                </a:lnTo>
                <a:lnTo>
                  <a:pt x="117474" y="929618"/>
                </a:lnTo>
                <a:lnTo>
                  <a:pt x="164123" y="969668"/>
                </a:lnTo>
                <a:lnTo>
                  <a:pt x="216530" y="1002280"/>
                </a:lnTo>
                <a:lnTo>
                  <a:pt x="273856" y="1026613"/>
                </a:lnTo>
                <a:lnTo>
                  <a:pt x="335261" y="1041829"/>
                </a:lnTo>
                <a:lnTo>
                  <a:pt x="399904" y="1047088"/>
                </a:lnTo>
                <a:lnTo>
                  <a:pt x="16605044" y="1047088"/>
                </a:lnTo>
                <a:lnTo>
                  <a:pt x="16669689" y="1041829"/>
                </a:lnTo>
                <a:lnTo>
                  <a:pt x="16731095" y="1026613"/>
                </a:lnTo>
                <a:lnTo>
                  <a:pt x="16788421" y="1002280"/>
                </a:lnTo>
                <a:lnTo>
                  <a:pt x="16840829" y="969668"/>
                </a:lnTo>
                <a:lnTo>
                  <a:pt x="16887477" y="929618"/>
                </a:lnTo>
                <a:lnTo>
                  <a:pt x="16927527" y="882969"/>
                </a:lnTo>
                <a:lnTo>
                  <a:pt x="16960139" y="830562"/>
                </a:lnTo>
                <a:lnTo>
                  <a:pt x="16984473" y="773235"/>
                </a:lnTo>
                <a:lnTo>
                  <a:pt x="16999689" y="711829"/>
                </a:lnTo>
                <a:lnTo>
                  <a:pt x="17004948" y="647184"/>
                </a:lnTo>
                <a:lnTo>
                  <a:pt x="17004948" y="399904"/>
                </a:lnTo>
                <a:lnTo>
                  <a:pt x="16999689" y="335261"/>
                </a:lnTo>
                <a:lnTo>
                  <a:pt x="16984473" y="273856"/>
                </a:lnTo>
                <a:lnTo>
                  <a:pt x="16960139" y="216530"/>
                </a:lnTo>
                <a:lnTo>
                  <a:pt x="16927527" y="164123"/>
                </a:lnTo>
                <a:lnTo>
                  <a:pt x="16887477" y="117474"/>
                </a:lnTo>
                <a:lnTo>
                  <a:pt x="16840829" y="77423"/>
                </a:lnTo>
                <a:lnTo>
                  <a:pt x="16788421" y="44810"/>
                </a:lnTo>
                <a:lnTo>
                  <a:pt x="16731095" y="20475"/>
                </a:lnTo>
                <a:lnTo>
                  <a:pt x="16669689" y="5258"/>
                </a:lnTo>
                <a:lnTo>
                  <a:pt x="16605044" y="0"/>
                </a:lnTo>
                <a:close/>
              </a:path>
            </a:pathLst>
          </a:custGeom>
          <a:solidFill>
            <a:srgbClr val="F9ECE1"/>
          </a:solidFill>
        </p:spPr>
        <p:txBody>
          <a:bodyPr wrap="square" lIns="0" tIns="0" rIns="0" bIns="0" rtlCol="0"/>
          <a:lstStyle/>
          <a:p>
            <a:endParaRPr sz="2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625D2DA3-624B-4E4D-B3C5-9C8E6E5C4EED}"/>
              </a:ext>
            </a:extLst>
          </p:cNvPr>
          <p:cNvSpPr txBox="1"/>
          <p:nvPr/>
        </p:nvSpPr>
        <p:spPr>
          <a:xfrm>
            <a:off x="1264266" y="5450088"/>
            <a:ext cx="967005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KoPub돋움체 Bold"/>
              </a:rPr>
              <a:t>① 모둠 친구들과 소통하여 친구들의 이야기를 하나로 연결해요.</a:t>
            </a:r>
            <a:endParaRPr sz="2800" spc="-150" dirty="0">
              <a:latin typeface="맑은 고딕" panose="020B0503020000020004" pitchFamily="50" charset="-127"/>
              <a:ea typeface="맑은 고딕" panose="020B0503020000020004" pitchFamily="50" charset="-127"/>
              <a:cs typeface="KoPub돋움체 Bold"/>
            </a:endParaRPr>
          </a:p>
        </p:txBody>
      </p:sp>
      <p:sp>
        <p:nvSpPr>
          <p:cNvPr id="32" name="object 24">
            <a:extLst>
              <a:ext uri="{FF2B5EF4-FFF2-40B4-BE49-F238E27FC236}">
                <a16:creationId xmlns:a16="http://schemas.microsoft.com/office/drawing/2014/main" id="{B2032A5D-0CB8-4E9D-ABB9-8E8C2CD1750F}"/>
              </a:ext>
            </a:extLst>
          </p:cNvPr>
          <p:cNvSpPr/>
          <p:nvPr/>
        </p:nvSpPr>
        <p:spPr>
          <a:xfrm>
            <a:off x="3501252" y="718657"/>
            <a:ext cx="5196024" cy="4483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99D146-A2B3-806A-58F0-52EBE3771FD8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3" name="사각형: 둥근 모서리 2">
              <a:hlinkClick r:id="rId3" action="ppaction://hlinksldjump"/>
              <a:extLst>
                <a:ext uri="{FF2B5EF4-FFF2-40B4-BE49-F238E27FC236}">
                  <a16:creationId xmlns:a16="http://schemas.microsoft.com/office/drawing/2014/main" id="{2A5F5DEF-A924-2C8C-F944-A034AED3000A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4" action="ppaction://hlinksldjump"/>
              <a:extLst>
                <a:ext uri="{FF2B5EF4-FFF2-40B4-BE49-F238E27FC236}">
                  <a16:creationId xmlns:a16="http://schemas.microsoft.com/office/drawing/2014/main" id="{014FDEDD-8BA4-1DFD-9EBA-781BB19EBD4C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6" name="사각형: 둥근 모서리 15">
              <a:hlinkClick r:id="rId5" action="ppaction://hlinksldjump"/>
              <a:extLst>
                <a:ext uri="{FF2B5EF4-FFF2-40B4-BE49-F238E27FC236}">
                  <a16:creationId xmlns:a16="http://schemas.microsoft.com/office/drawing/2014/main" id="{3C15E97F-772E-5A94-4B58-39487A40C3BB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7" name="사각형: 둥근 모서리 16">
              <a:hlinkClick r:id="rId6" action="ppaction://hlinksldjump"/>
              <a:extLst>
                <a:ext uri="{FF2B5EF4-FFF2-40B4-BE49-F238E27FC236}">
                  <a16:creationId xmlns:a16="http://schemas.microsoft.com/office/drawing/2014/main" id="{021115A0-DCBC-6312-9A3D-971F71AB8ED6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8" name="사각형: 둥근 모서리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84BF6A12-73C7-B5BA-5432-5F4DD70BA41F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9" name="사각형: 둥근 모서리 18">
              <a:hlinkClick r:id="rId8" action="ppaction://hlinksldjump"/>
              <a:extLst>
                <a:ext uri="{FF2B5EF4-FFF2-40B4-BE49-F238E27FC236}">
                  <a16:creationId xmlns:a16="http://schemas.microsoft.com/office/drawing/2014/main" id="{DCE05AC1-E305-C40A-199F-4142D17F23A8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0" name="사각형: 둥근 모서리 19">
              <a:hlinkClick r:id="rId9" action="ppaction://hlinksldjump"/>
              <a:extLst>
                <a:ext uri="{FF2B5EF4-FFF2-40B4-BE49-F238E27FC236}">
                  <a16:creationId xmlns:a16="http://schemas.microsoft.com/office/drawing/2014/main" id="{ADD7DCFF-1829-92FD-9E55-6F0EB7BC6625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CD0B13E8-2F97-1C72-ABCC-E12B9C3E8A3F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FCCD5E95-9629-BF35-3846-66207CC3C16A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5CAD4D2B-6F93-2268-D4BA-E2194C44E005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25" name="그림 24">
            <a:hlinkClick r:id="rId10" action="ppaction://hlinksldjump"/>
            <a:extLst>
              <a:ext uri="{FF2B5EF4-FFF2-40B4-BE49-F238E27FC236}">
                <a16:creationId xmlns:a16="http://schemas.microsoft.com/office/drawing/2014/main" id="{16710490-0680-C4A1-250D-6CA5EBD88C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70860" y="2540163"/>
            <a:ext cx="485843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28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E25238EC-950C-4222-8D7A-6D95319862D0}"/>
              </a:ext>
            </a:extLst>
          </p:cNvPr>
          <p:cNvGrpSpPr>
            <a:grpSpLocks noChangeAspect="1"/>
          </p:cNvGrpSpPr>
          <p:nvPr/>
        </p:nvGrpSpPr>
        <p:grpSpPr>
          <a:xfrm>
            <a:off x="876000" y="4883559"/>
            <a:ext cx="10440000" cy="1133057"/>
            <a:chOff x="1549573" y="7545269"/>
            <a:chExt cx="17005300" cy="1845592"/>
          </a:xfrm>
        </p:grpSpPr>
        <p:sp>
          <p:nvSpPr>
            <p:cNvPr id="20" name="object 12">
              <a:extLst>
                <a:ext uri="{FF2B5EF4-FFF2-40B4-BE49-F238E27FC236}">
                  <a16:creationId xmlns:a16="http://schemas.microsoft.com/office/drawing/2014/main" id="{485C3D6F-5F83-4237-AAE2-524E4BA96DAE}"/>
                </a:ext>
              </a:extLst>
            </p:cNvPr>
            <p:cNvSpPr/>
            <p:nvPr/>
          </p:nvSpPr>
          <p:spPr>
            <a:xfrm>
              <a:off x="1579570" y="7627613"/>
              <a:ext cx="16944975" cy="1732914"/>
            </a:xfrm>
            <a:custGeom>
              <a:avLst/>
              <a:gdLst/>
              <a:ahLst/>
              <a:cxnLst/>
              <a:rect l="l" t="t" r="r" b="b"/>
              <a:pathLst>
                <a:path w="16944975" h="1732915">
                  <a:moveTo>
                    <a:pt x="16575045" y="0"/>
                  </a:moveTo>
                  <a:lnTo>
                    <a:pt x="369915" y="0"/>
                  </a:lnTo>
                  <a:lnTo>
                    <a:pt x="339622" y="1228"/>
                  </a:lnTo>
                  <a:lnTo>
                    <a:pt x="281129" y="10769"/>
                  </a:lnTo>
                  <a:lnTo>
                    <a:pt x="226069" y="29115"/>
                  </a:lnTo>
                  <a:lnTo>
                    <a:pt x="175208" y="55499"/>
                  </a:lnTo>
                  <a:lnTo>
                    <a:pt x="129315" y="89154"/>
                  </a:lnTo>
                  <a:lnTo>
                    <a:pt x="89157" y="129311"/>
                  </a:lnTo>
                  <a:lnTo>
                    <a:pt x="55502" y="175204"/>
                  </a:lnTo>
                  <a:lnTo>
                    <a:pt x="29117" y="226065"/>
                  </a:lnTo>
                  <a:lnTo>
                    <a:pt x="10770" y="281126"/>
                  </a:lnTo>
                  <a:lnTo>
                    <a:pt x="1228" y="339620"/>
                  </a:lnTo>
                  <a:lnTo>
                    <a:pt x="0" y="369915"/>
                  </a:lnTo>
                  <a:lnTo>
                    <a:pt x="0" y="1362879"/>
                  </a:lnTo>
                  <a:lnTo>
                    <a:pt x="4850" y="1422800"/>
                  </a:lnTo>
                  <a:lnTo>
                    <a:pt x="18890" y="1479672"/>
                  </a:lnTo>
                  <a:lnTo>
                    <a:pt x="41352" y="1532729"/>
                  </a:lnTo>
                  <a:lnTo>
                    <a:pt x="71469" y="1581201"/>
                  </a:lnTo>
                  <a:lnTo>
                    <a:pt x="108471" y="1624323"/>
                  </a:lnTo>
                  <a:lnTo>
                    <a:pt x="151593" y="1661326"/>
                  </a:lnTo>
                  <a:lnTo>
                    <a:pt x="200066" y="1691442"/>
                  </a:lnTo>
                  <a:lnTo>
                    <a:pt x="253122" y="1713904"/>
                  </a:lnTo>
                  <a:lnTo>
                    <a:pt x="309994" y="1727944"/>
                  </a:lnTo>
                  <a:lnTo>
                    <a:pt x="369915" y="1732795"/>
                  </a:lnTo>
                  <a:lnTo>
                    <a:pt x="16575045" y="1732795"/>
                  </a:lnTo>
                  <a:lnTo>
                    <a:pt x="16634965" y="1727944"/>
                  </a:lnTo>
                  <a:lnTo>
                    <a:pt x="16691837" y="1713904"/>
                  </a:lnTo>
                  <a:lnTo>
                    <a:pt x="16744894" y="1691442"/>
                  </a:lnTo>
                  <a:lnTo>
                    <a:pt x="16793367" y="1661326"/>
                  </a:lnTo>
                  <a:lnTo>
                    <a:pt x="16836488" y="1624323"/>
                  </a:lnTo>
                  <a:lnTo>
                    <a:pt x="16873491" y="1581201"/>
                  </a:lnTo>
                  <a:lnTo>
                    <a:pt x="16903607" y="1532729"/>
                  </a:lnTo>
                  <a:lnTo>
                    <a:pt x="16926069" y="1479672"/>
                  </a:lnTo>
                  <a:lnTo>
                    <a:pt x="16940109" y="1422800"/>
                  </a:lnTo>
                  <a:lnTo>
                    <a:pt x="16944960" y="1362879"/>
                  </a:lnTo>
                  <a:lnTo>
                    <a:pt x="16944960" y="369915"/>
                  </a:lnTo>
                  <a:lnTo>
                    <a:pt x="16940109" y="309992"/>
                  </a:lnTo>
                  <a:lnTo>
                    <a:pt x="16926069" y="253118"/>
                  </a:lnTo>
                  <a:lnTo>
                    <a:pt x="16903607" y="200061"/>
                  </a:lnTo>
                  <a:lnTo>
                    <a:pt x="16873491" y="151588"/>
                  </a:lnTo>
                  <a:lnTo>
                    <a:pt x="16836488" y="108467"/>
                  </a:lnTo>
                  <a:lnTo>
                    <a:pt x="16793367" y="71466"/>
                  </a:lnTo>
                  <a:lnTo>
                    <a:pt x="16744894" y="41350"/>
                  </a:lnTo>
                  <a:lnTo>
                    <a:pt x="16691837" y="18889"/>
                  </a:lnTo>
                  <a:lnTo>
                    <a:pt x="16634965" y="4850"/>
                  </a:lnTo>
                  <a:lnTo>
                    <a:pt x="16575045" y="0"/>
                  </a:lnTo>
                  <a:close/>
                </a:path>
              </a:pathLst>
            </a:custGeom>
            <a:solidFill>
              <a:srgbClr val="FCD8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3">
              <a:extLst>
                <a:ext uri="{FF2B5EF4-FFF2-40B4-BE49-F238E27FC236}">
                  <a16:creationId xmlns:a16="http://schemas.microsoft.com/office/drawing/2014/main" id="{811A2E9B-DAA3-44EC-9A3D-A2667005C0C7}"/>
                </a:ext>
              </a:extLst>
            </p:cNvPr>
            <p:cNvSpPr/>
            <p:nvPr/>
          </p:nvSpPr>
          <p:spPr>
            <a:xfrm>
              <a:off x="1549573" y="7597622"/>
              <a:ext cx="17005300" cy="1793239"/>
            </a:xfrm>
            <a:custGeom>
              <a:avLst/>
              <a:gdLst/>
              <a:ahLst/>
              <a:cxnLst/>
              <a:rect l="l" t="t" r="r" b="b"/>
              <a:pathLst>
                <a:path w="17005300" h="1793240">
                  <a:moveTo>
                    <a:pt x="16605044" y="0"/>
                  </a:moveTo>
                  <a:lnTo>
                    <a:pt x="399904" y="0"/>
                  </a:lnTo>
                  <a:lnTo>
                    <a:pt x="367230" y="1332"/>
                  </a:lnTo>
                  <a:lnTo>
                    <a:pt x="304101" y="11675"/>
                  </a:lnTo>
                  <a:lnTo>
                    <a:pt x="244631" y="31555"/>
                  </a:lnTo>
                  <a:lnTo>
                    <a:pt x="189659" y="60134"/>
                  </a:lnTo>
                  <a:lnTo>
                    <a:pt x="140026" y="96571"/>
                  </a:lnTo>
                  <a:lnTo>
                    <a:pt x="96571" y="140026"/>
                  </a:lnTo>
                  <a:lnTo>
                    <a:pt x="60134" y="189659"/>
                  </a:lnTo>
                  <a:lnTo>
                    <a:pt x="31555" y="244631"/>
                  </a:lnTo>
                  <a:lnTo>
                    <a:pt x="11675" y="304101"/>
                  </a:lnTo>
                  <a:lnTo>
                    <a:pt x="1332" y="367230"/>
                  </a:lnTo>
                  <a:lnTo>
                    <a:pt x="0" y="399904"/>
                  </a:lnTo>
                  <a:lnTo>
                    <a:pt x="0" y="1392868"/>
                  </a:lnTo>
                  <a:lnTo>
                    <a:pt x="5258" y="1457514"/>
                  </a:lnTo>
                  <a:lnTo>
                    <a:pt x="20475" y="1518919"/>
                  </a:lnTo>
                  <a:lnTo>
                    <a:pt x="44810" y="1576246"/>
                  </a:lnTo>
                  <a:lnTo>
                    <a:pt x="77423" y="1628653"/>
                  </a:lnTo>
                  <a:lnTo>
                    <a:pt x="117474" y="1675302"/>
                  </a:lnTo>
                  <a:lnTo>
                    <a:pt x="164123" y="1715352"/>
                  </a:lnTo>
                  <a:lnTo>
                    <a:pt x="216530" y="1747964"/>
                  </a:lnTo>
                  <a:lnTo>
                    <a:pt x="273856" y="1772297"/>
                  </a:lnTo>
                  <a:lnTo>
                    <a:pt x="335261" y="1787514"/>
                  </a:lnTo>
                  <a:lnTo>
                    <a:pt x="399904" y="1792772"/>
                  </a:lnTo>
                  <a:lnTo>
                    <a:pt x="16605044" y="1792772"/>
                  </a:lnTo>
                  <a:lnTo>
                    <a:pt x="16669689" y="1787514"/>
                  </a:lnTo>
                  <a:lnTo>
                    <a:pt x="16731095" y="1772297"/>
                  </a:lnTo>
                  <a:lnTo>
                    <a:pt x="16788421" y="1747964"/>
                  </a:lnTo>
                  <a:lnTo>
                    <a:pt x="16815039" y="1732784"/>
                  </a:lnTo>
                  <a:lnTo>
                    <a:pt x="399904" y="1732784"/>
                  </a:lnTo>
                  <a:lnTo>
                    <a:pt x="372066" y="1731655"/>
                  </a:lnTo>
                  <a:lnTo>
                    <a:pt x="318316" y="1722888"/>
                  </a:lnTo>
                  <a:lnTo>
                    <a:pt x="267720" y="1706030"/>
                  </a:lnTo>
                  <a:lnTo>
                    <a:pt x="220984" y="1681785"/>
                  </a:lnTo>
                  <a:lnTo>
                    <a:pt x="178813" y="1650860"/>
                  </a:lnTo>
                  <a:lnTo>
                    <a:pt x="141912" y="1613959"/>
                  </a:lnTo>
                  <a:lnTo>
                    <a:pt x="110987" y="1571788"/>
                  </a:lnTo>
                  <a:lnTo>
                    <a:pt x="86742" y="1525052"/>
                  </a:lnTo>
                  <a:lnTo>
                    <a:pt x="69883" y="1474456"/>
                  </a:lnTo>
                  <a:lnTo>
                    <a:pt x="61116" y="1420706"/>
                  </a:lnTo>
                  <a:lnTo>
                    <a:pt x="59987" y="1392868"/>
                  </a:lnTo>
                  <a:lnTo>
                    <a:pt x="59987" y="399904"/>
                  </a:lnTo>
                  <a:lnTo>
                    <a:pt x="64444" y="344841"/>
                  </a:lnTo>
                  <a:lnTo>
                    <a:pt x="77345" y="292580"/>
                  </a:lnTo>
                  <a:lnTo>
                    <a:pt x="97985" y="243825"/>
                  </a:lnTo>
                  <a:lnTo>
                    <a:pt x="125658" y="199284"/>
                  </a:lnTo>
                  <a:lnTo>
                    <a:pt x="159660" y="159660"/>
                  </a:lnTo>
                  <a:lnTo>
                    <a:pt x="199284" y="125658"/>
                  </a:lnTo>
                  <a:lnTo>
                    <a:pt x="243825" y="97985"/>
                  </a:lnTo>
                  <a:lnTo>
                    <a:pt x="292580" y="77345"/>
                  </a:lnTo>
                  <a:lnTo>
                    <a:pt x="344841" y="64444"/>
                  </a:lnTo>
                  <a:lnTo>
                    <a:pt x="399904" y="59987"/>
                  </a:lnTo>
                  <a:lnTo>
                    <a:pt x="16815035" y="59987"/>
                  </a:lnTo>
                  <a:lnTo>
                    <a:pt x="16788421" y="44810"/>
                  </a:lnTo>
                  <a:lnTo>
                    <a:pt x="16731095" y="20475"/>
                  </a:lnTo>
                  <a:lnTo>
                    <a:pt x="16669689" y="5258"/>
                  </a:lnTo>
                  <a:lnTo>
                    <a:pt x="16637719" y="1332"/>
                  </a:lnTo>
                  <a:lnTo>
                    <a:pt x="16605044" y="0"/>
                  </a:lnTo>
                  <a:close/>
                </a:path>
                <a:path w="17005300" h="1793240">
                  <a:moveTo>
                    <a:pt x="16815035" y="59987"/>
                  </a:moveTo>
                  <a:lnTo>
                    <a:pt x="16605044" y="59987"/>
                  </a:lnTo>
                  <a:lnTo>
                    <a:pt x="16632881" y="61116"/>
                  </a:lnTo>
                  <a:lnTo>
                    <a:pt x="16660107" y="64444"/>
                  </a:lnTo>
                  <a:lnTo>
                    <a:pt x="16712368" y="77345"/>
                  </a:lnTo>
                  <a:lnTo>
                    <a:pt x="16761122" y="97985"/>
                  </a:lnTo>
                  <a:lnTo>
                    <a:pt x="16805663" y="125658"/>
                  </a:lnTo>
                  <a:lnTo>
                    <a:pt x="16845288" y="159660"/>
                  </a:lnTo>
                  <a:lnTo>
                    <a:pt x="16879289" y="199284"/>
                  </a:lnTo>
                  <a:lnTo>
                    <a:pt x="16906962" y="243825"/>
                  </a:lnTo>
                  <a:lnTo>
                    <a:pt x="16927602" y="292580"/>
                  </a:lnTo>
                  <a:lnTo>
                    <a:pt x="16940503" y="344841"/>
                  </a:lnTo>
                  <a:lnTo>
                    <a:pt x="16944960" y="399904"/>
                  </a:lnTo>
                  <a:lnTo>
                    <a:pt x="16944960" y="1392868"/>
                  </a:lnTo>
                  <a:lnTo>
                    <a:pt x="16940503" y="1447931"/>
                  </a:lnTo>
                  <a:lnTo>
                    <a:pt x="16927602" y="1500192"/>
                  </a:lnTo>
                  <a:lnTo>
                    <a:pt x="16906962" y="1548946"/>
                  </a:lnTo>
                  <a:lnTo>
                    <a:pt x="16879289" y="1593488"/>
                  </a:lnTo>
                  <a:lnTo>
                    <a:pt x="16845288" y="1633112"/>
                  </a:lnTo>
                  <a:lnTo>
                    <a:pt x="16805663" y="1667113"/>
                  </a:lnTo>
                  <a:lnTo>
                    <a:pt x="16761122" y="1694787"/>
                  </a:lnTo>
                  <a:lnTo>
                    <a:pt x="16712368" y="1715426"/>
                  </a:lnTo>
                  <a:lnTo>
                    <a:pt x="16660107" y="1728327"/>
                  </a:lnTo>
                  <a:lnTo>
                    <a:pt x="16605044" y="1732784"/>
                  </a:lnTo>
                  <a:lnTo>
                    <a:pt x="16815039" y="1732784"/>
                  </a:lnTo>
                  <a:lnTo>
                    <a:pt x="16864925" y="1696204"/>
                  </a:lnTo>
                  <a:lnTo>
                    <a:pt x="16908380" y="1652750"/>
                  </a:lnTo>
                  <a:lnTo>
                    <a:pt x="16944816" y="1603117"/>
                  </a:lnTo>
                  <a:lnTo>
                    <a:pt x="16973393" y="1548145"/>
                  </a:lnTo>
                  <a:lnTo>
                    <a:pt x="16993273" y="1488674"/>
                  </a:lnTo>
                  <a:lnTo>
                    <a:pt x="17003616" y="1425543"/>
                  </a:lnTo>
                  <a:lnTo>
                    <a:pt x="17004948" y="1392868"/>
                  </a:lnTo>
                  <a:lnTo>
                    <a:pt x="17004948" y="399904"/>
                  </a:lnTo>
                  <a:lnTo>
                    <a:pt x="16999689" y="335261"/>
                  </a:lnTo>
                  <a:lnTo>
                    <a:pt x="16984473" y="273856"/>
                  </a:lnTo>
                  <a:lnTo>
                    <a:pt x="16960139" y="216530"/>
                  </a:lnTo>
                  <a:lnTo>
                    <a:pt x="16927527" y="164123"/>
                  </a:lnTo>
                  <a:lnTo>
                    <a:pt x="16887477" y="117474"/>
                  </a:lnTo>
                  <a:lnTo>
                    <a:pt x="16840829" y="77423"/>
                  </a:lnTo>
                  <a:lnTo>
                    <a:pt x="16815293" y="60134"/>
                  </a:lnTo>
                  <a:lnTo>
                    <a:pt x="16815035" y="59987"/>
                  </a:lnTo>
                  <a:close/>
                </a:path>
              </a:pathLst>
            </a:custGeom>
            <a:solidFill>
              <a:srgbClr val="FCD8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4">
              <a:extLst>
                <a:ext uri="{FF2B5EF4-FFF2-40B4-BE49-F238E27FC236}">
                  <a16:creationId xmlns:a16="http://schemas.microsoft.com/office/drawing/2014/main" id="{8171B91A-A612-4B4B-BFA5-EFF7EEBB51A2}"/>
                </a:ext>
              </a:extLst>
            </p:cNvPr>
            <p:cNvSpPr/>
            <p:nvPr/>
          </p:nvSpPr>
          <p:spPr>
            <a:xfrm>
              <a:off x="1549573" y="7545269"/>
              <a:ext cx="17005300" cy="1793239"/>
            </a:xfrm>
            <a:custGeom>
              <a:avLst/>
              <a:gdLst/>
              <a:ahLst/>
              <a:cxnLst/>
              <a:rect l="l" t="t" r="r" b="b"/>
              <a:pathLst>
                <a:path w="17005300" h="1793240">
                  <a:moveTo>
                    <a:pt x="16605044" y="0"/>
                  </a:moveTo>
                  <a:lnTo>
                    <a:pt x="399904" y="0"/>
                  </a:lnTo>
                  <a:lnTo>
                    <a:pt x="367230" y="1332"/>
                  </a:lnTo>
                  <a:lnTo>
                    <a:pt x="304101" y="11674"/>
                  </a:lnTo>
                  <a:lnTo>
                    <a:pt x="244631" y="31554"/>
                  </a:lnTo>
                  <a:lnTo>
                    <a:pt x="189659" y="60132"/>
                  </a:lnTo>
                  <a:lnTo>
                    <a:pt x="140026" y="96567"/>
                  </a:lnTo>
                  <a:lnTo>
                    <a:pt x="96571" y="140022"/>
                  </a:lnTo>
                  <a:lnTo>
                    <a:pt x="60134" y="189655"/>
                  </a:lnTo>
                  <a:lnTo>
                    <a:pt x="31555" y="244627"/>
                  </a:lnTo>
                  <a:lnTo>
                    <a:pt x="11675" y="304098"/>
                  </a:lnTo>
                  <a:lnTo>
                    <a:pt x="1332" y="367228"/>
                  </a:lnTo>
                  <a:lnTo>
                    <a:pt x="0" y="399904"/>
                  </a:lnTo>
                  <a:lnTo>
                    <a:pt x="0" y="1392868"/>
                  </a:lnTo>
                  <a:lnTo>
                    <a:pt x="5258" y="1457514"/>
                  </a:lnTo>
                  <a:lnTo>
                    <a:pt x="20475" y="1518919"/>
                  </a:lnTo>
                  <a:lnTo>
                    <a:pt x="44810" y="1576246"/>
                  </a:lnTo>
                  <a:lnTo>
                    <a:pt x="77423" y="1628653"/>
                  </a:lnTo>
                  <a:lnTo>
                    <a:pt x="117474" y="1675302"/>
                  </a:lnTo>
                  <a:lnTo>
                    <a:pt x="164123" y="1715352"/>
                  </a:lnTo>
                  <a:lnTo>
                    <a:pt x="216530" y="1747964"/>
                  </a:lnTo>
                  <a:lnTo>
                    <a:pt x="273856" y="1772297"/>
                  </a:lnTo>
                  <a:lnTo>
                    <a:pt x="335261" y="1787514"/>
                  </a:lnTo>
                  <a:lnTo>
                    <a:pt x="399904" y="1792772"/>
                  </a:lnTo>
                  <a:lnTo>
                    <a:pt x="16605044" y="1792772"/>
                  </a:lnTo>
                  <a:lnTo>
                    <a:pt x="16669689" y="1787514"/>
                  </a:lnTo>
                  <a:lnTo>
                    <a:pt x="16731095" y="1772297"/>
                  </a:lnTo>
                  <a:lnTo>
                    <a:pt x="16788421" y="1747964"/>
                  </a:lnTo>
                  <a:lnTo>
                    <a:pt x="16840829" y="1715352"/>
                  </a:lnTo>
                  <a:lnTo>
                    <a:pt x="16887477" y="1675302"/>
                  </a:lnTo>
                  <a:lnTo>
                    <a:pt x="16927527" y="1628653"/>
                  </a:lnTo>
                  <a:lnTo>
                    <a:pt x="16960139" y="1576246"/>
                  </a:lnTo>
                  <a:lnTo>
                    <a:pt x="16984473" y="1518919"/>
                  </a:lnTo>
                  <a:lnTo>
                    <a:pt x="16999689" y="1457514"/>
                  </a:lnTo>
                  <a:lnTo>
                    <a:pt x="17004948" y="1392868"/>
                  </a:lnTo>
                  <a:lnTo>
                    <a:pt x="17004948" y="399904"/>
                  </a:lnTo>
                  <a:lnTo>
                    <a:pt x="16999689" y="335258"/>
                  </a:lnTo>
                  <a:lnTo>
                    <a:pt x="16984473" y="273852"/>
                  </a:lnTo>
                  <a:lnTo>
                    <a:pt x="16960139" y="216526"/>
                  </a:lnTo>
                  <a:lnTo>
                    <a:pt x="16927527" y="164118"/>
                  </a:lnTo>
                  <a:lnTo>
                    <a:pt x="16887477" y="117470"/>
                  </a:lnTo>
                  <a:lnTo>
                    <a:pt x="16840829" y="77420"/>
                  </a:lnTo>
                  <a:lnTo>
                    <a:pt x="16788421" y="44808"/>
                  </a:lnTo>
                  <a:lnTo>
                    <a:pt x="16731095" y="20474"/>
                  </a:lnTo>
                  <a:lnTo>
                    <a:pt x="16669689" y="5258"/>
                  </a:lnTo>
                  <a:lnTo>
                    <a:pt x="16605044" y="0"/>
                  </a:lnTo>
                  <a:close/>
                </a:path>
              </a:pathLst>
            </a:custGeom>
            <a:solidFill>
              <a:srgbClr val="F9EC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D0D8E13-11F7-45E7-AA3E-9FAF6AACD4BB}"/>
              </a:ext>
            </a:extLst>
          </p:cNvPr>
          <p:cNvSpPr txBox="1"/>
          <p:nvPr/>
        </p:nvSpPr>
        <p:spPr>
          <a:xfrm>
            <a:off x="1163849" y="61312"/>
            <a:ext cx="10872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2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장면을 표현한 소리를 연결하여 하나의 음악으로 발표해 봅시다</a:t>
            </a:r>
            <a:r>
              <a:rPr lang="en-US" altLang="ko-KR" sz="3200" b="1" spc="-2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625D2DA3-624B-4E4D-B3C5-9C8E6E5C4EED}"/>
              </a:ext>
            </a:extLst>
          </p:cNvPr>
          <p:cNvSpPr txBox="1"/>
          <p:nvPr/>
        </p:nvSpPr>
        <p:spPr>
          <a:xfrm>
            <a:off x="1264266" y="4942088"/>
            <a:ext cx="9670059" cy="99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21000"/>
              </a:lnSpc>
            </a:pPr>
            <a:r>
              <a:rPr lang="ko-KR" altLang="en-US" sz="28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KoPub돋움체 Bold"/>
              </a:rPr>
              <a:t>② 이야기를 연결할 때 장면이 자연스럽게 </a:t>
            </a:r>
            <a:endParaRPr lang="en-US" altLang="ko-KR" sz="2800" b="1" spc="-150" dirty="0">
              <a:latin typeface="맑은 고딕" panose="020B0503020000020004" pitchFamily="50" charset="-127"/>
              <a:ea typeface="맑은 고딕" panose="020B0503020000020004" pitchFamily="50" charset="-127"/>
              <a:cs typeface="KoPub돋움체 Bold"/>
            </a:endParaRPr>
          </a:p>
          <a:p>
            <a:pPr marL="12700" algn="ctr">
              <a:lnSpc>
                <a:spcPct val="121000"/>
              </a:lnSpc>
            </a:pPr>
            <a:r>
              <a:rPr lang="ko-KR" altLang="en-US" sz="28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KoPub돋움체 Bold"/>
              </a:rPr>
              <a:t>연결될 수 있도록 순서를 고려해요</a:t>
            </a:r>
            <a:r>
              <a:rPr lang="en-US" altLang="ko-KR" sz="28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KoPub돋움체 Bold"/>
              </a:rPr>
              <a:t>.</a:t>
            </a:r>
            <a:endParaRPr sz="2800" spc="-150" dirty="0">
              <a:latin typeface="맑은 고딕" panose="020B0503020000020004" pitchFamily="50" charset="-127"/>
              <a:ea typeface="맑은 고딕" panose="020B0503020000020004" pitchFamily="50" charset="-127"/>
              <a:cs typeface="KoPub돋움체 Bold"/>
            </a:endParaRPr>
          </a:p>
        </p:txBody>
      </p:sp>
      <p:sp>
        <p:nvSpPr>
          <p:cNvPr id="32" name="object 24">
            <a:extLst>
              <a:ext uri="{FF2B5EF4-FFF2-40B4-BE49-F238E27FC236}">
                <a16:creationId xmlns:a16="http://schemas.microsoft.com/office/drawing/2014/main" id="{B2032A5D-0CB8-4E9D-ABB9-8E8C2CD1750F}"/>
              </a:ext>
            </a:extLst>
          </p:cNvPr>
          <p:cNvSpPr/>
          <p:nvPr/>
        </p:nvSpPr>
        <p:spPr>
          <a:xfrm>
            <a:off x="3501252" y="718657"/>
            <a:ext cx="5196024" cy="4483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FB12AE6-27BC-5457-2EC8-BAAF27D393C8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3" name="사각형: 둥근 모서리 2">
              <a:hlinkClick r:id="rId3" action="ppaction://hlinksldjump"/>
              <a:extLst>
                <a:ext uri="{FF2B5EF4-FFF2-40B4-BE49-F238E27FC236}">
                  <a16:creationId xmlns:a16="http://schemas.microsoft.com/office/drawing/2014/main" id="{BB11AEF2-4A6A-0DAF-95F6-D4696E5FA061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4" action="ppaction://hlinksldjump"/>
              <a:extLst>
                <a:ext uri="{FF2B5EF4-FFF2-40B4-BE49-F238E27FC236}">
                  <a16:creationId xmlns:a16="http://schemas.microsoft.com/office/drawing/2014/main" id="{9958D480-FCCB-7A26-8BCC-D3A4DD40FA9F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6" name="사각형: 둥근 모서리 15">
              <a:hlinkClick r:id="rId5" action="ppaction://hlinksldjump"/>
              <a:extLst>
                <a:ext uri="{FF2B5EF4-FFF2-40B4-BE49-F238E27FC236}">
                  <a16:creationId xmlns:a16="http://schemas.microsoft.com/office/drawing/2014/main" id="{C8400F5A-2092-2B7F-FA40-26ABFE29CCA8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7" name="사각형: 둥근 모서리 16">
              <a:hlinkClick r:id="rId6" action="ppaction://hlinksldjump"/>
              <a:extLst>
                <a:ext uri="{FF2B5EF4-FFF2-40B4-BE49-F238E27FC236}">
                  <a16:creationId xmlns:a16="http://schemas.microsoft.com/office/drawing/2014/main" id="{4294C7ED-3E70-43EA-4AB9-9A089617573B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8" name="사각형: 둥근 모서리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80FB9400-7745-933A-0D36-5D4F9A06CB62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3" name="사각형: 둥근 모서리 22">
              <a:hlinkClick r:id="rId8" action="ppaction://hlinksldjump"/>
              <a:extLst>
                <a:ext uri="{FF2B5EF4-FFF2-40B4-BE49-F238E27FC236}">
                  <a16:creationId xmlns:a16="http://schemas.microsoft.com/office/drawing/2014/main" id="{44424D19-0B6B-C6C7-4D58-92CE7E49E32F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4" name="사각형: 둥근 모서리 23">
              <a:hlinkClick r:id="rId9" action="ppaction://hlinksldjump"/>
              <a:extLst>
                <a:ext uri="{FF2B5EF4-FFF2-40B4-BE49-F238E27FC236}">
                  <a16:creationId xmlns:a16="http://schemas.microsoft.com/office/drawing/2014/main" id="{7B19CF41-9A3A-197A-454F-99550685D83A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56FD99E7-362A-3EBA-FD5A-674FB6AA1BD5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0DA12D89-37D3-3850-7903-A00CC9068B7C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EB926720-0D47-9DA3-4DD0-CBAEC764035F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28" name="그림 27">
            <a:hlinkClick r:id="rId10" action="ppaction://hlinksldjump"/>
            <a:extLst>
              <a:ext uri="{FF2B5EF4-FFF2-40B4-BE49-F238E27FC236}">
                <a16:creationId xmlns:a16="http://schemas.microsoft.com/office/drawing/2014/main" id="{1EB95D26-F961-0BD1-BD53-D604826209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5297" y="2511584"/>
            <a:ext cx="485843" cy="1219370"/>
          </a:xfrm>
          <a:prstGeom prst="rect">
            <a:avLst/>
          </a:prstGeom>
        </p:spPr>
      </p:pic>
      <p:pic>
        <p:nvPicPr>
          <p:cNvPr id="29" name="그림 28">
            <a:hlinkClick r:id="rId12" action="ppaction://hlinksldjump"/>
            <a:extLst>
              <a:ext uri="{FF2B5EF4-FFF2-40B4-BE49-F238E27FC236}">
                <a16:creationId xmlns:a16="http://schemas.microsoft.com/office/drawing/2014/main" id="{0C9D3574-C1F9-1685-4720-FE6D706AC4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70860" y="2540163"/>
            <a:ext cx="485843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57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3D0D8E13-11F7-45E7-AA3E-9FAF6AACD4BB}"/>
              </a:ext>
            </a:extLst>
          </p:cNvPr>
          <p:cNvSpPr txBox="1"/>
          <p:nvPr/>
        </p:nvSpPr>
        <p:spPr>
          <a:xfrm>
            <a:off x="1163849" y="61312"/>
            <a:ext cx="10872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2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장면을 표현한 소리를 연결하여 하나의 음악으로 발표해 봅시다</a:t>
            </a:r>
            <a:r>
              <a:rPr lang="en-US" altLang="ko-KR" sz="3200" b="1" spc="-2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D20B37D1-C854-4CE7-A8EA-54E7D1B1DFE5}"/>
              </a:ext>
            </a:extLst>
          </p:cNvPr>
          <p:cNvSpPr/>
          <p:nvPr/>
        </p:nvSpPr>
        <p:spPr>
          <a:xfrm>
            <a:off x="897785" y="5353259"/>
            <a:ext cx="10402964" cy="606206"/>
          </a:xfrm>
          <a:custGeom>
            <a:avLst/>
            <a:gdLst/>
            <a:ahLst/>
            <a:cxnLst/>
            <a:rect l="l" t="t" r="r" b="b"/>
            <a:pathLst>
              <a:path w="16944975" h="987425">
                <a:moveTo>
                  <a:pt x="16575045" y="0"/>
                </a:moveTo>
                <a:lnTo>
                  <a:pt x="369915" y="0"/>
                </a:lnTo>
                <a:lnTo>
                  <a:pt x="339620" y="1228"/>
                </a:lnTo>
                <a:lnTo>
                  <a:pt x="281126" y="10769"/>
                </a:lnTo>
                <a:lnTo>
                  <a:pt x="226065" y="29115"/>
                </a:lnTo>
                <a:lnTo>
                  <a:pt x="175204" y="55499"/>
                </a:lnTo>
                <a:lnTo>
                  <a:pt x="129311" y="89154"/>
                </a:lnTo>
                <a:lnTo>
                  <a:pt x="89154" y="129311"/>
                </a:lnTo>
                <a:lnTo>
                  <a:pt x="55499" y="175204"/>
                </a:lnTo>
                <a:lnTo>
                  <a:pt x="29115" y="226065"/>
                </a:lnTo>
                <a:lnTo>
                  <a:pt x="10769" y="281126"/>
                </a:lnTo>
                <a:lnTo>
                  <a:pt x="1228" y="339620"/>
                </a:lnTo>
                <a:lnTo>
                  <a:pt x="0" y="369915"/>
                </a:lnTo>
                <a:lnTo>
                  <a:pt x="0" y="617185"/>
                </a:lnTo>
                <a:lnTo>
                  <a:pt x="4850" y="677105"/>
                </a:lnTo>
                <a:lnTo>
                  <a:pt x="18889" y="733978"/>
                </a:lnTo>
                <a:lnTo>
                  <a:pt x="41350" y="787034"/>
                </a:lnTo>
                <a:lnTo>
                  <a:pt x="71466" y="835507"/>
                </a:lnTo>
                <a:lnTo>
                  <a:pt x="108467" y="878629"/>
                </a:lnTo>
                <a:lnTo>
                  <a:pt x="151588" y="915631"/>
                </a:lnTo>
                <a:lnTo>
                  <a:pt x="200061" y="945747"/>
                </a:lnTo>
                <a:lnTo>
                  <a:pt x="253118" y="968210"/>
                </a:lnTo>
                <a:lnTo>
                  <a:pt x="309992" y="982250"/>
                </a:lnTo>
                <a:lnTo>
                  <a:pt x="369915" y="987100"/>
                </a:lnTo>
                <a:lnTo>
                  <a:pt x="16575045" y="987100"/>
                </a:lnTo>
                <a:lnTo>
                  <a:pt x="16634968" y="982250"/>
                </a:lnTo>
                <a:lnTo>
                  <a:pt x="16691841" y="968210"/>
                </a:lnTo>
                <a:lnTo>
                  <a:pt x="16744898" y="945747"/>
                </a:lnTo>
                <a:lnTo>
                  <a:pt x="16793371" y="915631"/>
                </a:lnTo>
                <a:lnTo>
                  <a:pt x="16836492" y="878629"/>
                </a:lnTo>
                <a:lnTo>
                  <a:pt x="16873494" y="835507"/>
                </a:lnTo>
                <a:lnTo>
                  <a:pt x="16903609" y="787034"/>
                </a:lnTo>
                <a:lnTo>
                  <a:pt x="16926070" y="733978"/>
                </a:lnTo>
                <a:lnTo>
                  <a:pt x="16940110" y="677105"/>
                </a:lnTo>
                <a:lnTo>
                  <a:pt x="16944960" y="617185"/>
                </a:lnTo>
                <a:lnTo>
                  <a:pt x="16944960" y="369915"/>
                </a:lnTo>
                <a:lnTo>
                  <a:pt x="16940110" y="309992"/>
                </a:lnTo>
                <a:lnTo>
                  <a:pt x="16926070" y="253118"/>
                </a:lnTo>
                <a:lnTo>
                  <a:pt x="16903609" y="200061"/>
                </a:lnTo>
                <a:lnTo>
                  <a:pt x="16873494" y="151588"/>
                </a:lnTo>
                <a:lnTo>
                  <a:pt x="16836492" y="108467"/>
                </a:lnTo>
                <a:lnTo>
                  <a:pt x="16793371" y="71466"/>
                </a:lnTo>
                <a:lnTo>
                  <a:pt x="16744898" y="41350"/>
                </a:lnTo>
                <a:lnTo>
                  <a:pt x="16691841" y="18889"/>
                </a:lnTo>
                <a:lnTo>
                  <a:pt x="16634968" y="4850"/>
                </a:lnTo>
                <a:lnTo>
                  <a:pt x="16575045" y="0"/>
                </a:lnTo>
                <a:close/>
              </a:path>
            </a:pathLst>
          </a:custGeom>
          <a:solidFill>
            <a:srgbClr val="FCD8BE"/>
          </a:solidFill>
        </p:spPr>
        <p:txBody>
          <a:bodyPr wrap="square" lIns="0" tIns="0" rIns="0" bIns="0" rtlCol="0"/>
          <a:lstStyle/>
          <a:p>
            <a:endParaRPr sz="2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8D88DB64-B6F3-493C-87D6-8211BC65A89F}"/>
              </a:ext>
            </a:extLst>
          </p:cNvPr>
          <p:cNvSpPr/>
          <p:nvPr/>
        </p:nvSpPr>
        <p:spPr>
          <a:xfrm>
            <a:off x="879373" y="5334842"/>
            <a:ext cx="10439999" cy="642851"/>
          </a:xfrm>
          <a:custGeom>
            <a:avLst/>
            <a:gdLst/>
            <a:ahLst/>
            <a:cxnLst/>
            <a:rect l="l" t="t" r="r" b="b"/>
            <a:pathLst>
              <a:path w="17005300" h="1047115">
                <a:moveTo>
                  <a:pt x="16605044" y="0"/>
                </a:moveTo>
                <a:lnTo>
                  <a:pt x="399904" y="0"/>
                </a:lnTo>
                <a:lnTo>
                  <a:pt x="367228" y="1332"/>
                </a:lnTo>
                <a:lnTo>
                  <a:pt x="304098" y="11675"/>
                </a:lnTo>
                <a:lnTo>
                  <a:pt x="244627" y="31555"/>
                </a:lnTo>
                <a:lnTo>
                  <a:pt x="189655" y="60134"/>
                </a:lnTo>
                <a:lnTo>
                  <a:pt x="140022" y="96571"/>
                </a:lnTo>
                <a:lnTo>
                  <a:pt x="96567" y="140026"/>
                </a:lnTo>
                <a:lnTo>
                  <a:pt x="60132" y="189659"/>
                </a:lnTo>
                <a:lnTo>
                  <a:pt x="31554" y="244631"/>
                </a:lnTo>
                <a:lnTo>
                  <a:pt x="11674" y="304101"/>
                </a:lnTo>
                <a:lnTo>
                  <a:pt x="1332" y="367230"/>
                </a:lnTo>
                <a:lnTo>
                  <a:pt x="0" y="399904"/>
                </a:lnTo>
                <a:lnTo>
                  <a:pt x="0" y="647184"/>
                </a:lnTo>
                <a:lnTo>
                  <a:pt x="5258" y="711827"/>
                </a:lnTo>
                <a:lnTo>
                  <a:pt x="20474" y="773231"/>
                </a:lnTo>
                <a:lnTo>
                  <a:pt x="44808" y="830557"/>
                </a:lnTo>
                <a:lnTo>
                  <a:pt x="77420" y="882965"/>
                </a:lnTo>
                <a:lnTo>
                  <a:pt x="117470" y="929614"/>
                </a:lnTo>
                <a:lnTo>
                  <a:pt x="164118" y="969665"/>
                </a:lnTo>
                <a:lnTo>
                  <a:pt x="216526" y="1002278"/>
                </a:lnTo>
                <a:lnTo>
                  <a:pt x="273852" y="1026612"/>
                </a:lnTo>
                <a:lnTo>
                  <a:pt x="335258" y="1041829"/>
                </a:lnTo>
                <a:lnTo>
                  <a:pt x="399904" y="1047088"/>
                </a:lnTo>
                <a:lnTo>
                  <a:pt x="16605044" y="1047088"/>
                </a:lnTo>
                <a:lnTo>
                  <a:pt x="16669689" y="1041829"/>
                </a:lnTo>
                <a:lnTo>
                  <a:pt x="16731095" y="1026612"/>
                </a:lnTo>
                <a:lnTo>
                  <a:pt x="16788421" y="1002278"/>
                </a:lnTo>
                <a:lnTo>
                  <a:pt x="16815035" y="987100"/>
                </a:lnTo>
                <a:lnTo>
                  <a:pt x="399904" y="987100"/>
                </a:lnTo>
                <a:lnTo>
                  <a:pt x="372066" y="985971"/>
                </a:lnTo>
                <a:lnTo>
                  <a:pt x="318316" y="977204"/>
                </a:lnTo>
                <a:lnTo>
                  <a:pt x="267720" y="960346"/>
                </a:lnTo>
                <a:lnTo>
                  <a:pt x="220984" y="936101"/>
                </a:lnTo>
                <a:lnTo>
                  <a:pt x="178813" y="905176"/>
                </a:lnTo>
                <a:lnTo>
                  <a:pt x="141912" y="868275"/>
                </a:lnTo>
                <a:lnTo>
                  <a:pt x="110987" y="826104"/>
                </a:lnTo>
                <a:lnTo>
                  <a:pt x="86742" y="779367"/>
                </a:lnTo>
                <a:lnTo>
                  <a:pt x="69883" y="728772"/>
                </a:lnTo>
                <a:lnTo>
                  <a:pt x="61116" y="675022"/>
                </a:lnTo>
                <a:lnTo>
                  <a:pt x="59987" y="647184"/>
                </a:lnTo>
                <a:lnTo>
                  <a:pt x="59987" y="399904"/>
                </a:lnTo>
                <a:lnTo>
                  <a:pt x="64444" y="344841"/>
                </a:lnTo>
                <a:lnTo>
                  <a:pt x="77345" y="292580"/>
                </a:lnTo>
                <a:lnTo>
                  <a:pt x="97985" y="243825"/>
                </a:lnTo>
                <a:lnTo>
                  <a:pt x="125658" y="199284"/>
                </a:lnTo>
                <a:lnTo>
                  <a:pt x="159660" y="159660"/>
                </a:lnTo>
                <a:lnTo>
                  <a:pt x="199284" y="125658"/>
                </a:lnTo>
                <a:lnTo>
                  <a:pt x="243825" y="97985"/>
                </a:lnTo>
                <a:lnTo>
                  <a:pt x="292580" y="77345"/>
                </a:lnTo>
                <a:lnTo>
                  <a:pt x="344841" y="64444"/>
                </a:lnTo>
                <a:lnTo>
                  <a:pt x="399904" y="59987"/>
                </a:lnTo>
                <a:lnTo>
                  <a:pt x="16815035" y="59987"/>
                </a:lnTo>
                <a:lnTo>
                  <a:pt x="16788421" y="44810"/>
                </a:lnTo>
                <a:lnTo>
                  <a:pt x="16731095" y="20475"/>
                </a:lnTo>
                <a:lnTo>
                  <a:pt x="16669689" y="5258"/>
                </a:lnTo>
                <a:lnTo>
                  <a:pt x="16637719" y="1332"/>
                </a:lnTo>
                <a:lnTo>
                  <a:pt x="16605044" y="0"/>
                </a:lnTo>
                <a:close/>
              </a:path>
              <a:path w="17005300" h="1047115">
                <a:moveTo>
                  <a:pt x="16815035" y="59987"/>
                </a:moveTo>
                <a:lnTo>
                  <a:pt x="16605044" y="59987"/>
                </a:lnTo>
                <a:lnTo>
                  <a:pt x="16632881" y="61116"/>
                </a:lnTo>
                <a:lnTo>
                  <a:pt x="16660107" y="64444"/>
                </a:lnTo>
                <a:lnTo>
                  <a:pt x="16712368" y="77345"/>
                </a:lnTo>
                <a:lnTo>
                  <a:pt x="16761122" y="97985"/>
                </a:lnTo>
                <a:lnTo>
                  <a:pt x="16805663" y="125658"/>
                </a:lnTo>
                <a:lnTo>
                  <a:pt x="16845288" y="159660"/>
                </a:lnTo>
                <a:lnTo>
                  <a:pt x="16879289" y="199284"/>
                </a:lnTo>
                <a:lnTo>
                  <a:pt x="16906962" y="243825"/>
                </a:lnTo>
                <a:lnTo>
                  <a:pt x="16927602" y="292580"/>
                </a:lnTo>
                <a:lnTo>
                  <a:pt x="16940503" y="344841"/>
                </a:lnTo>
                <a:lnTo>
                  <a:pt x="16944960" y="399904"/>
                </a:lnTo>
                <a:lnTo>
                  <a:pt x="16944960" y="647184"/>
                </a:lnTo>
                <a:lnTo>
                  <a:pt x="16940503" y="702247"/>
                </a:lnTo>
                <a:lnTo>
                  <a:pt x="16927602" y="754508"/>
                </a:lnTo>
                <a:lnTo>
                  <a:pt x="16906962" y="803262"/>
                </a:lnTo>
                <a:lnTo>
                  <a:pt x="16879289" y="847804"/>
                </a:lnTo>
                <a:lnTo>
                  <a:pt x="16845288" y="887428"/>
                </a:lnTo>
                <a:lnTo>
                  <a:pt x="16805663" y="921429"/>
                </a:lnTo>
                <a:lnTo>
                  <a:pt x="16761122" y="949102"/>
                </a:lnTo>
                <a:lnTo>
                  <a:pt x="16712368" y="969742"/>
                </a:lnTo>
                <a:lnTo>
                  <a:pt x="16660107" y="982643"/>
                </a:lnTo>
                <a:lnTo>
                  <a:pt x="16605044" y="987100"/>
                </a:lnTo>
                <a:lnTo>
                  <a:pt x="16815035" y="987100"/>
                </a:lnTo>
                <a:lnTo>
                  <a:pt x="16864925" y="950517"/>
                </a:lnTo>
                <a:lnTo>
                  <a:pt x="16908380" y="907062"/>
                </a:lnTo>
                <a:lnTo>
                  <a:pt x="16944816" y="857428"/>
                </a:lnTo>
                <a:lnTo>
                  <a:pt x="16973393" y="802457"/>
                </a:lnTo>
                <a:lnTo>
                  <a:pt x="16993273" y="742986"/>
                </a:lnTo>
                <a:lnTo>
                  <a:pt x="17003616" y="679858"/>
                </a:lnTo>
                <a:lnTo>
                  <a:pt x="17004948" y="647184"/>
                </a:lnTo>
                <a:lnTo>
                  <a:pt x="17004948" y="399904"/>
                </a:lnTo>
                <a:lnTo>
                  <a:pt x="16999689" y="335261"/>
                </a:lnTo>
                <a:lnTo>
                  <a:pt x="16984473" y="273856"/>
                </a:lnTo>
                <a:lnTo>
                  <a:pt x="16960139" y="216530"/>
                </a:lnTo>
                <a:lnTo>
                  <a:pt x="16927527" y="164123"/>
                </a:lnTo>
                <a:lnTo>
                  <a:pt x="16887477" y="117474"/>
                </a:lnTo>
                <a:lnTo>
                  <a:pt x="16840829" y="77423"/>
                </a:lnTo>
                <a:lnTo>
                  <a:pt x="16815293" y="60134"/>
                </a:lnTo>
                <a:lnTo>
                  <a:pt x="16815035" y="59987"/>
                </a:lnTo>
                <a:close/>
              </a:path>
            </a:pathLst>
          </a:custGeom>
          <a:solidFill>
            <a:srgbClr val="FCD8BE"/>
          </a:solidFill>
        </p:spPr>
        <p:txBody>
          <a:bodyPr wrap="square" lIns="0" tIns="0" rIns="0" bIns="0" rtlCol="0"/>
          <a:lstStyle/>
          <a:p>
            <a:endParaRPr sz="2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EC492E52-B392-4BE3-BEFE-E38DDF72D643}"/>
              </a:ext>
            </a:extLst>
          </p:cNvPr>
          <p:cNvSpPr/>
          <p:nvPr/>
        </p:nvSpPr>
        <p:spPr>
          <a:xfrm>
            <a:off x="879372" y="5302700"/>
            <a:ext cx="10439999" cy="642851"/>
          </a:xfrm>
          <a:custGeom>
            <a:avLst/>
            <a:gdLst/>
            <a:ahLst/>
            <a:cxnLst/>
            <a:rect l="l" t="t" r="r" b="b"/>
            <a:pathLst>
              <a:path w="17005300" h="1047115">
                <a:moveTo>
                  <a:pt x="16605044" y="0"/>
                </a:moveTo>
                <a:lnTo>
                  <a:pt x="399904" y="0"/>
                </a:lnTo>
                <a:lnTo>
                  <a:pt x="367230" y="1332"/>
                </a:lnTo>
                <a:lnTo>
                  <a:pt x="304101" y="11675"/>
                </a:lnTo>
                <a:lnTo>
                  <a:pt x="244631" y="31555"/>
                </a:lnTo>
                <a:lnTo>
                  <a:pt x="189659" y="60134"/>
                </a:lnTo>
                <a:lnTo>
                  <a:pt x="140026" y="96571"/>
                </a:lnTo>
                <a:lnTo>
                  <a:pt x="96571" y="140026"/>
                </a:lnTo>
                <a:lnTo>
                  <a:pt x="60134" y="189659"/>
                </a:lnTo>
                <a:lnTo>
                  <a:pt x="31555" y="244631"/>
                </a:lnTo>
                <a:lnTo>
                  <a:pt x="11675" y="304101"/>
                </a:lnTo>
                <a:lnTo>
                  <a:pt x="1332" y="367230"/>
                </a:lnTo>
                <a:lnTo>
                  <a:pt x="0" y="399904"/>
                </a:lnTo>
                <a:lnTo>
                  <a:pt x="0" y="647184"/>
                </a:lnTo>
                <a:lnTo>
                  <a:pt x="5258" y="711829"/>
                </a:lnTo>
                <a:lnTo>
                  <a:pt x="20475" y="773235"/>
                </a:lnTo>
                <a:lnTo>
                  <a:pt x="44810" y="830562"/>
                </a:lnTo>
                <a:lnTo>
                  <a:pt x="77423" y="882969"/>
                </a:lnTo>
                <a:lnTo>
                  <a:pt x="117474" y="929618"/>
                </a:lnTo>
                <a:lnTo>
                  <a:pt x="164123" y="969668"/>
                </a:lnTo>
                <a:lnTo>
                  <a:pt x="216530" y="1002280"/>
                </a:lnTo>
                <a:lnTo>
                  <a:pt x="273856" y="1026613"/>
                </a:lnTo>
                <a:lnTo>
                  <a:pt x="335261" y="1041829"/>
                </a:lnTo>
                <a:lnTo>
                  <a:pt x="399904" y="1047088"/>
                </a:lnTo>
                <a:lnTo>
                  <a:pt x="16605044" y="1047088"/>
                </a:lnTo>
                <a:lnTo>
                  <a:pt x="16669689" y="1041829"/>
                </a:lnTo>
                <a:lnTo>
                  <a:pt x="16731095" y="1026613"/>
                </a:lnTo>
                <a:lnTo>
                  <a:pt x="16788421" y="1002280"/>
                </a:lnTo>
                <a:lnTo>
                  <a:pt x="16840829" y="969668"/>
                </a:lnTo>
                <a:lnTo>
                  <a:pt x="16887477" y="929618"/>
                </a:lnTo>
                <a:lnTo>
                  <a:pt x="16927527" y="882969"/>
                </a:lnTo>
                <a:lnTo>
                  <a:pt x="16960139" y="830562"/>
                </a:lnTo>
                <a:lnTo>
                  <a:pt x="16984473" y="773235"/>
                </a:lnTo>
                <a:lnTo>
                  <a:pt x="16999689" y="711829"/>
                </a:lnTo>
                <a:lnTo>
                  <a:pt x="17004948" y="647184"/>
                </a:lnTo>
                <a:lnTo>
                  <a:pt x="17004948" y="399904"/>
                </a:lnTo>
                <a:lnTo>
                  <a:pt x="16999689" y="335261"/>
                </a:lnTo>
                <a:lnTo>
                  <a:pt x="16984473" y="273856"/>
                </a:lnTo>
                <a:lnTo>
                  <a:pt x="16960139" y="216530"/>
                </a:lnTo>
                <a:lnTo>
                  <a:pt x="16927527" y="164123"/>
                </a:lnTo>
                <a:lnTo>
                  <a:pt x="16887477" y="117474"/>
                </a:lnTo>
                <a:lnTo>
                  <a:pt x="16840829" y="77423"/>
                </a:lnTo>
                <a:lnTo>
                  <a:pt x="16788421" y="44810"/>
                </a:lnTo>
                <a:lnTo>
                  <a:pt x="16731095" y="20475"/>
                </a:lnTo>
                <a:lnTo>
                  <a:pt x="16669689" y="5258"/>
                </a:lnTo>
                <a:lnTo>
                  <a:pt x="16605044" y="0"/>
                </a:lnTo>
                <a:close/>
              </a:path>
            </a:pathLst>
          </a:custGeom>
          <a:solidFill>
            <a:srgbClr val="F9ECE1"/>
          </a:solidFill>
        </p:spPr>
        <p:txBody>
          <a:bodyPr wrap="square" lIns="0" tIns="0" rIns="0" bIns="0" rtlCol="0"/>
          <a:lstStyle/>
          <a:p>
            <a:endParaRPr sz="2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625D2DA3-624B-4E4D-B3C5-9C8E6E5C4EED}"/>
              </a:ext>
            </a:extLst>
          </p:cNvPr>
          <p:cNvSpPr txBox="1"/>
          <p:nvPr/>
        </p:nvSpPr>
        <p:spPr>
          <a:xfrm>
            <a:off x="1264266" y="5431800"/>
            <a:ext cx="967005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ko-KR" altLang="en-US" sz="28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KoPub돋움체 Bold"/>
              </a:rPr>
              <a:t>③ 장면의 순서대로 친구들이 찾은 소리를 표현해요</a:t>
            </a:r>
            <a:r>
              <a:rPr lang="en-US" altLang="ko-KR" sz="2800" b="1" spc="-150" dirty="0">
                <a:latin typeface="맑은 고딕" panose="020B0503020000020004" pitchFamily="50" charset="-127"/>
                <a:ea typeface="맑은 고딕" panose="020B0503020000020004" pitchFamily="50" charset="-127"/>
                <a:cs typeface="KoPub돋움체 Bold"/>
              </a:rPr>
              <a:t>.</a:t>
            </a:r>
            <a:endParaRPr sz="2800" spc="-150" dirty="0">
              <a:latin typeface="맑은 고딕" panose="020B0503020000020004" pitchFamily="50" charset="-127"/>
              <a:ea typeface="맑은 고딕" panose="020B0503020000020004" pitchFamily="50" charset="-127"/>
              <a:cs typeface="KoPub돋움체 Bold"/>
            </a:endParaRPr>
          </a:p>
        </p:txBody>
      </p:sp>
      <p:sp>
        <p:nvSpPr>
          <p:cNvPr id="32" name="object 24">
            <a:extLst>
              <a:ext uri="{FF2B5EF4-FFF2-40B4-BE49-F238E27FC236}">
                <a16:creationId xmlns:a16="http://schemas.microsoft.com/office/drawing/2014/main" id="{B2032A5D-0CB8-4E9D-ABB9-8E8C2CD1750F}"/>
              </a:ext>
            </a:extLst>
          </p:cNvPr>
          <p:cNvSpPr/>
          <p:nvPr/>
        </p:nvSpPr>
        <p:spPr>
          <a:xfrm>
            <a:off x="3501252" y="718657"/>
            <a:ext cx="5196024" cy="4483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900B7E7-861A-0739-80D0-6F7C0DE2C686}"/>
              </a:ext>
            </a:extLst>
          </p:cNvPr>
          <p:cNvGrpSpPr/>
          <p:nvPr/>
        </p:nvGrpSpPr>
        <p:grpSpPr>
          <a:xfrm>
            <a:off x="10635" y="6435306"/>
            <a:ext cx="6772936" cy="431965"/>
            <a:chOff x="10635" y="6435306"/>
            <a:chExt cx="6772936" cy="431965"/>
          </a:xfrm>
        </p:grpSpPr>
        <p:sp>
          <p:nvSpPr>
            <p:cNvPr id="3" name="사각형: 둥근 모서리 2">
              <a:hlinkClick r:id="rId3" action="ppaction://hlinksldjump"/>
              <a:extLst>
                <a:ext uri="{FF2B5EF4-FFF2-40B4-BE49-F238E27FC236}">
                  <a16:creationId xmlns:a16="http://schemas.microsoft.com/office/drawing/2014/main" id="{9AB1FBFD-EDC7-3EF6-DB2B-400E5178EACB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4" name="사각형: 둥근 모서리 3">
              <a:hlinkClick r:id="rId4" action="ppaction://hlinksldjump"/>
              <a:extLst>
                <a:ext uri="{FF2B5EF4-FFF2-40B4-BE49-F238E27FC236}">
                  <a16:creationId xmlns:a16="http://schemas.microsoft.com/office/drawing/2014/main" id="{41309203-EB2A-4F92-279A-850AE2008831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16" name="사각형: 둥근 모서리 15">
              <a:hlinkClick r:id="rId5" action="ppaction://hlinksldjump"/>
              <a:extLst>
                <a:ext uri="{FF2B5EF4-FFF2-40B4-BE49-F238E27FC236}">
                  <a16:creationId xmlns:a16="http://schemas.microsoft.com/office/drawing/2014/main" id="{D744CBFE-C0DB-6BFC-8BE5-B12D5DC98613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17" name="사각형: 둥근 모서리 16">
              <a:hlinkClick r:id="rId6" action="ppaction://hlinksldjump"/>
              <a:extLst>
                <a:ext uri="{FF2B5EF4-FFF2-40B4-BE49-F238E27FC236}">
                  <a16:creationId xmlns:a16="http://schemas.microsoft.com/office/drawing/2014/main" id="{DF1AA6E8-9331-015D-B27B-5D15682488D1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18" name="사각형: 둥근 모서리 17">
              <a:hlinkClick r:id="rId7" action="ppaction://hlinksldjump"/>
              <a:extLst>
                <a:ext uri="{FF2B5EF4-FFF2-40B4-BE49-F238E27FC236}">
                  <a16:creationId xmlns:a16="http://schemas.microsoft.com/office/drawing/2014/main" id="{DCABEA25-AB74-F737-E1A2-9E2C25637DA6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19" name="사각형: 둥근 모서리 18">
              <a:hlinkClick r:id="rId8" action="ppaction://hlinksldjump"/>
              <a:extLst>
                <a:ext uri="{FF2B5EF4-FFF2-40B4-BE49-F238E27FC236}">
                  <a16:creationId xmlns:a16="http://schemas.microsoft.com/office/drawing/2014/main" id="{02AD39A1-4DDC-8051-52AB-A3302A1DD55D}"/>
                </a:ext>
              </a:extLst>
            </p:cNvPr>
            <p:cNvSpPr/>
            <p:nvPr/>
          </p:nvSpPr>
          <p:spPr>
            <a:xfrm>
              <a:off x="3233406" y="6473990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0" name="사각형: 둥근 모서리 19">
              <a:hlinkClick r:id="rId9" action="ppaction://hlinksldjump"/>
              <a:extLst>
                <a:ext uri="{FF2B5EF4-FFF2-40B4-BE49-F238E27FC236}">
                  <a16:creationId xmlns:a16="http://schemas.microsoft.com/office/drawing/2014/main" id="{93FF0228-042D-7066-FF16-EF19C0672BBA}"/>
                </a:ext>
              </a:extLst>
            </p:cNvPr>
            <p:cNvSpPr/>
            <p:nvPr/>
          </p:nvSpPr>
          <p:spPr>
            <a:xfrm>
              <a:off x="3816227" y="6473990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CD572E9-39FF-FE17-C2FA-293272DF913B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B58A96A1-44C7-A4F4-6AEA-79F1578B020D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1A5C68F7-4549-5839-9BF8-71A6585CAC5B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9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pic>
        <p:nvPicPr>
          <p:cNvPr id="24" name="그림 23">
            <a:hlinkClick r:id="rId10" action="ppaction://hlinksldjump"/>
            <a:extLst>
              <a:ext uri="{FF2B5EF4-FFF2-40B4-BE49-F238E27FC236}">
                <a16:creationId xmlns:a16="http://schemas.microsoft.com/office/drawing/2014/main" id="{C7345D22-121A-DEFF-7500-10E3EDC389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5297" y="2511584"/>
            <a:ext cx="485843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91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9CE2A1-E49A-40B7-8FBE-34E7A3FC9298}"/>
              </a:ext>
            </a:extLst>
          </p:cNvPr>
          <p:cNvSpPr txBox="1"/>
          <p:nvPr/>
        </p:nvSpPr>
        <p:spPr>
          <a:xfrm>
            <a:off x="1163850" y="61312"/>
            <a:ext cx="10671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pc="-150" dirty="0">
                <a:latin typeface="맑은 고딕" panose="020B0503020000020004" pitchFamily="50" charset="-127"/>
              </a:rPr>
              <a:t>만든 음악을 활용해 보고 싶은 곳을 이야기해 봅시다</a:t>
            </a:r>
            <a:r>
              <a:rPr lang="en-US" altLang="ko-KR" sz="3200" b="1" spc="-150" dirty="0">
                <a:latin typeface="맑은 고딕" panose="020B0503020000020004" pitchFamily="50" charset="-127"/>
              </a:rPr>
              <a:t>.</a:t>
            </a:r>
            <a:endParaRPr lang="en-US" altLang="ko-KR" sz="32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F68A8CF-3F99-4F32-8A00-D4233A97BFA3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20" name="사각형: 둥근 모서리 19">
              <a:hlinkClick r:id="rId2" action="ppaction://hlinksldjump"/>
              <a:extLst>
                <a:ext uri="{FF2B5EF4-FFF2-40B4-BE49-F238E27FC236}">
                  <a16:creationId xmlns:a16="http://schemas.microsoft.com/office/drawing/2014/main" id="{32EA001F-058F-485A-A641-A799CAA076A4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21" name="사각형: 둥근 모서리 20">
              <a:hlinkClick r:id="rId3" action="ppaction://hlinksldjump"/>
              <a:extLst>
                <a:ext uri="{FF2B5EF4-FFF2-40B4-BE49-F238E27FC236}">
                  <a16:creationId xmlns:a16="http://schemas.microsoft.com/office/drawing/2014/main" id="{AFD80A2F-0204-4419-802C-C395A1A93D4F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2" name="사각형: 둥근 모서리 21">
              <a:hlinkClick r:id="rId4" action="ppaction://hlinksldjump"/>
              <a:extLst>
                <a:ext uri="{FF2B5EF4-FFF2-40B4-BE49-F238E27FC236}">
                  <a16:creationId xmlns:a16="http://schemas.microsoft.com/office/drawing/2014/main" id="{2D28A4D9-3B00-4068-B2B1-6B1C530C4D5D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3" name="사각형: 둥근 모서리 22">
              <a:hlinkClick r:id="rId5" action="ppaction://hlinksldjump"/>
              <a:extLst>
                <a:ext uri="{FF2B5EF4-FFF2-40B4-BE49-F238E27FC236}">
                  <a16:creationId xmlns:a16="http://schemas.microsoft.com/office/drawing/2014/main" id="{53E3B92C-545E-4D53-8BFB-A7CE8C4DB9A6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6" name="사각형: 둥근 모서리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48D1F794-DBAB-4FF8-B889-2ED535709346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rgbClr val="7F7F7F"/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8" name="사각형: 둥근 모서리 27">
              <a:hlinkClick r:id="rId7" action="ppaction://hlinksldjump"/>
              <a:extLst>
                <a:ext uri="{FF2B5EF4-FFF2-40B4-BE49-F238E27FC236}">
                  <a16:creationId xmlns:a16="http://schemas.microsoft.com/office/drawing/2014/main" id="{32D4BA4E-F05F-4057-8380-EF19C18C6E62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29" name="사각형: 둥근 모서리 28">
              <a:hlinkClick r:id="rId8" action="ppaction://hlinksldjump"/>
              <a:extLst>
                <a:ext uri="{FF2B5EF4-FFF2-40B4-BE49-F238E27FC236}">
                  <a16:creationId xmlns:a16="http://schemas.microsoft.com/office/drawing/2014/main" id="{B5506868-805C-4EF7-86F6-C832BE621C13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A8203D83-149C-4C15-93DB-A76D98236B21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C19DBD77-0112-4CEA-88C0-FEE692F32636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1280B09-86A6-4AC9-8947-A2F5EB059584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10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C96C788-781F-4B0A-B323-C68EAA4E5772}"/>
              </a:ext>
            </a:extLst>
          </p:cNvPr>
          <p:cNvSpPr txBox="1"/>
          <p:nvPr/>
        </p:nvSpPr>
        <p:spPr>
          <a:xfrm>
            <a:off x="6012979" y="756720"/>
            <a:ext cx="6108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※ </a:t>
            </a:r>
            <a:r>
              <a:rPr lang="ko-KR" altLang="en-US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그림을 클릭하세요</a:t>
            </a:r>
            <a:r>
              <a:rPr lang="en-US" altLang="ko-KR" sz="2000" b="1" spc="-150" dirty="0">
                <a:solidFill>
                  <a:srgbClr val="9A9A9A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0AC6C9A2-A5FC-4386-86EE-9E5ECFDC32D3}"/>
              </a:ext>
            </a:extLst>
          </p:cNvPr>
          <p:cNvGrpSpPr/>
          <p:nvPr/>
        </p:nvGrpSpPr>
        <p:grpSpPr>
          <a:xfrm>
            <a:off x="3044514" y="1380247"/>
            <a:ext cx="6108700" cy="4810376"/>
            <a:chOff x="3044514" y="1380247"/>
            <a:chExt cx="6108700" cy="4810376"/>
          </a:xfrm>
        </p:grpSpPr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48B6AC23-ED82-4B69-BB7C-BD81A589783C}"/>
                </a:ext>
              </a:extLst>
            </p:cNvPr>
            <p:cNvSpPr/>
            <p:nvPr/>
          </p:nvSpPr>
          <p:spPr>
            <a:xfrm>
              <a:off x="3044514" y="1468797"/>
              <a:ext cx="6108700" cy="450162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D6731369-57FC-4131-A457-8A44D93CE578}"/>
                </a:ext>
              </a:extLst>
            </p:cNvPr>
            <p:cNvSpPr/>
            <p:nvPr/>
          </p:nvSpPr>
          <p:spPr>
            <a:xfrm>
              <a:off x="5122160" y="1380247"/>
              <a:ext cx="1820311" cy="282742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1281B414-AEAA-468C-9749-983C945E4AF1}"/>
                </a:ext>
              </a:extLst>
            </p:cNvPr>
            <p:cNvSpPr/>
            <p:nvPr/>
          </p:nvSpPr>
          <p:spPr>
            <a:xfrm>
              <a:off x="6779827" y="2481192"/>
              <a:ext cx="1551325" cy="345295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7">
              <a:extLst>
                <a:ext uri="{FF2B5EF4-FFF2-40B4-BE49-F238E27FC236}">
                  <a16:creationId xmlns:a16="http://schemas.microsoft.com/office/drawing/2014/main" id="{5C0D3359-5F91-4FA2-95C1-99F0BE9B56D5}"/>
                </a:ext>
              </a:extLst>
            </p:cNvPr>
            <p:cNvSpPr/>
            <p:nvPr/>
          </p:nvSpPr>
          <p:spPr>
            <a:xfrm>
              <a:off x="3796025" y="3144262"/>
              <a:ext cx="2858703" cy="304636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38">
            <a:extLst>
              <a:ext uri="{FF2B5EF4-FFF2-40B4-BE49-F238E27FC236}">
                <a16:creationId xmlns:a16="http://schemas.microsoft.com/office/drawing/2014/main" id="{FA881831-E996-4071-B3FD-D4D3A26ED0D6}"/>
              </a:ext>
            </a:extLst>
          </p:cNvPr>
          <p:cNvSpPr/>
          <p:nvPr/>
        </p:nvSpPr>
        <p:spPr>
          <a:xfrm>
            <a:off x="3979685" y="1390592"/>
            <a:ext cx="4174874" cy="474991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2DDD75E-28FF-47CB-9785-1BCCE3A0244A}"/>
              </a:ext>
            </a:extLst>
          </p:cNvPr>
          <p:cNvGrpSpPr/>
          <p:nvPr/>
        </p:nvGrpSpPr>
        <p:grpSpPr>
          <a:xfrm>
            <a:off x="758588" y="1149215"/>
            <a:ext cx="11104800" cy="4272406"/>
            <a:chOff x="758588" y="1149215"/>
            <a:chExt cx="11104800" cy="4272406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40B0F4F-9787-408C-A62F-39C01B22D762}"/>
                </a:ext>
              </a:extLst>
            </p:cNvPr>
            <p:cNvGrpSpPr/>
            <p:nvPr/>
          </p:nvGrpSpPr>
          <p:grpSpPr>
            <a:xfrm>
              <a:off x="1806489" y="1149215"/>
              <a:ext cx="3526972" cy="1811962"/>
              <a:chOff x="1806489" y="1149215"/>
              <a:chExt cx="3526972" cy="1811962"/>
            </a:xfrm>
          </p:grpSpPr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30518622-3EF3-4076-AB5C-396CBBC4C432}"/>
                  </a:ext>
                </a:extLst>
              </p:cNvPr>
              <p:cNvGrpSpPr/>
              <p:nvPr/>
            </p:nvGrpSpPr>
            <p:grpSpPr>
              <a:xfrm>
                <a:off x="1806489" y="1149215"/>
                <a:ext cx="3526972" cy="1811962"/>
                <a:chOff x="2726555" y="1717222"/>
                <a:chExt cx="6075053" cy="3121025"/>
              </a:xfrm>
            </p:grpSpPr>
            <p:sp>
              <p:nvSpPr>
                <p:cNvPr id="48" name="object 42">
                  <a:extLst>
                    <a:ext uri="{FF2B5EF4-FFF2-40B4-BE49-F238E27FC236}">
                      <a16:creationId xmlns:a16="http://schemas.microsoft.com/office/drawing/2014/main" id="{688E1306-F3E0-4862-9C50-13AFBB36D0A3}"/>
                    </a:ext>
                  </a:extLst>
                </p:cNvPr>
                <p:cNvSpPr/>
                <p:nvPr/>
              </p:nvSpPr>
              <p:spPr>
                <a:xfrm>
                  <a:off x="2726555" y="1717222"/>
                  <a:ext cx="5123180" cy="312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3180" h="3121025">
                      <a:moveTo>
                        <a:pt x="4075666" y="0"/>
                      </a:moveTo>
                      <a:lnTo>
                        <a:pt x="1047088" y="0"/>
                      </a:lnTo>
                      <a:lnTo>
                        <a:pt x="961534" y="3488"/>
                      </a:lnTo>
                      <a:lnTo>
                        <a:pt x="877826" y="13769"/>
                      </a:lnTo>
                      <a:lnTo>
                        <a:pt x="796238" y="30568"/>
                      </a:lnTo>
                      <a:lnTo>
                        <a:pt x="717046" y="53610"/>
                      </a:lnTo>
                      <a:lnTo>
                        <a:pt x="640523" y="82621"/>
                      </a:lnTo>
                      <a:lnTo>
                        <a:pt x="566946" y="117326"/>
                      </a:lnTo>
                      <a:lnTo>
                        <a:pt x="496588" y="157449"/>
                      </a:lnTo>
                      <a:lnTo>
                        <a:pt x="429725" y="202716"/>
                      </a:lnTo>
                      <a:lnTo>
                        <a:pt x="366631" y="252852"/>
                      </a:lnTo>
                      <a:lnTo>
                        <a:pt x="307582" y="307582"/>
                      </a:lnTo>
                      <a:lnTo>
                        <a:pt x="252852" y="366631"/>
                      </a:lnTo>
                      <a:lnTo>
                        <a:pt x="202716" y="429725"/>
                      </a:lnTo>
                      <a:lnTo>
                        <a:pt x="157449" y="496588"/>
                      </a:lnTo>
                      <a:lnTo>
                        <a:pt x="117326" y="566946"/>
                      </a:lnTo>
                      <a:lnTo>
                        <a:pt x="82621" y="640523"/>
                      </a:lnTo>
                      <a:lnTo>
                        <a:pt x="53610" y="717046"/>
                      </a:lnTo>
                      <a:lnTo>
                        <a:pt x="30568" y="796238"/>
                      </a:lnTo>
                      <a:lnTo>
                        <a:pt x="13769" y="877826"/>
                      </a:lnTo>
                      <a:lnTo>
                        <a:pt x="3488" y="961534"/>
                      </a:lnTo>
                      <a:lnTo>
                        <a:pt x="0" y="1047088"/>
                      </a:lnTo>
                      <a:lnTo>
                        <a:pt x="0" y="2073497"/>
                      </a:lnTo>
                      <a:lnTo>
                        <a:pt x="3488" y="2159050"/>
                      </a:lnTo>
                      <a:lnTo>
                        <a:pt x="13769" y="2242758"/>
                      </a:lnTo>
                      <a:lnTo>
                        <a:pt x="30568" y="2324346"/>
                      </a:lnTo>
                      <a:lnTo>
                        <a:pt x="53610" y="2403539"/>
                      </a:lnTo>
                      <a:lnTo>
                        <a:pt x="82621" y="2480061"/>
                      </a:lnTo>
                      <a:lnTo>
                        <a:pt x="117326" y="2553639"/>
                      </a:lnTo>
                      <a:lnTo>
                        <a:pt x="157449" y="2623997"/>
                      </a:lnTo>
                      <a:lnTo>
                        <a:pt x="202716" y="2690860"/>
                      </a:lnTo>
                      <a:lnTo>
                        <a:pt x="252852" y="2753954"/>
                      </a:lnTo>
                      <a:lnTo>
                        <a:pt x="307582" y="2813003"/>
                      </a:lnTo>
                      <a:lnTo>
                        <a:pt x="366631" y="2867733"/>
                      </a:lnTo>
                      <a:lnTo>
                        <a:pt x="429725" y="2917869"/>
                      </a:lnTo>
                      <a:lnTo>
                        <a:pt x="496588" y="2963136"/>
                      </a:lnTo>
                      <a:lnTo>
                        <a:pt x="566946" y="3003259"/>
                      </a:lnTo>
                      <a:lnTo>
                        <a:pt x="640523" y="3037963"/>
                      </a:lnTo>
                      <a:lnTo>
                        <a:pt x="717046" y="3066974"/>
                      </a:lnTo>
                      <a:lnTo>
                        <a:pt x="796238" y="3090017"/>
                      </a:lnTo>
                      <a:lnTo>
                        <a:pt x="877826" y="3106816"/>
                      </a:lnTo>
                      <a:lnTo>
                        <a:pt x="961534" y="3117097"/>
                      </a:lnTo>
                      <a:lnTo>
                        <a:pt x="1047088" y="3120585"/>
                      </a:lnTo>
                      <a:lnTo>
                        <a:pt x="4075666" y="3120585"/>
                      </a:lnTo>
                      <a:lnTo>
                        <a:pt x="4161220" y="3117097"/>
                      </a:lnTo>
                      <a:lnTo>
                        <a:pt x="4244928" y="3106816"/>
                      </a:lnTo>
                      <a:lnTo>
                        <a:pt x="4326516" y="3090017"/>
                      </a:lnTo>
                      <a:lnTo>
                        <a:pt x="4405708" y="3066974"/>
                      </a:lnTo>
                      <a:lnTo>
                        <a:pt x="4482231" y="3037963"/>
                      </a:lnTo>
                      <a:lnTo>
                        <a:pt x="4555808" y="3003259"/>
                      </a:lnTo>
                      <a:lnTo>
                        <a:pt x="4626166" y="2963136"/>
                      </a:lnTo>
                      <a:lnTo>
                        <a:pt x="4693029" y="2917869"/>
                      </a:lnTo>
                      <a:lnTo>
                        <a:pt x="4756123" y="2867733"/>
                      </a:lnTo>
                      <a:lnTo>
                        <a:pt x="4815172" y="2813003"/>
                      </a:lnTo>
                      <a:lnTo>
                        <a:pt x="4869902" y="2753954"/>
                      </a:lnTo>
                      <a:lnTo>
                        <a:pt x="4920038" y="2690860"/>
                      </a:lnTo>
                      <a:lnTo>
                        <a:pt x="4965305" y="2623997"/>
                      </a:lnTo>
                      <a:lnTo>
                        <a:pt x="5005428" y="2553639"/>
                      </a:lnTo>
                      <a:lnTo>
                        <a:pt x="5040133" y="2480061"/>
                      </a:lnTo>
                      <a:lnTo>
                        <a:pt x="5069144" y="2403539"/>
                      </a:lnTo>
                      <a:lnTo>
                        <a:pt x="5092186" y="2324346"/>
                      </a:lnTo>
                      <a:lnTo>
                        <a:pt x="5108985" y="2242758"/>
                      </a:lnTo>
                      <a:lnTo>
                        <a:pt x="5119266" y="2159050"/>
                      </a:lnTo>
                      <a:lnTo>
                        <a:pt x="5122755" y="2073497"/>
                      </a:lnTo>
                      <a:lnTo>
                        <a:pt x="5122755" y="1047088"/>
                      </a:lnTo>
                      <a:lnTo>
                        <a:pt x="5119266" y="961534"/>
                      </a:lnTo>
                      <a:lnTo>
                        <a:pt x="5108985" y="877826"/>
                      </a:lnTo>
                      <a:lnTo>
                        <a:pt x="5092186" y="796238"/>
                      </a:lnTo>
                      <a:lnTo>
                        <a:pt x="5069144" y="717046"/>
                      </a:lnTo>
                      <a:lnTo>
                        <a:pt x="5040133" y="640523"/>
                      </a:lnTo>
                      <a:lnTo>
                        <a:pt x="5005428" y="566946"/>
                      </a:lnTo>
                      <a:lnTo>
                        <a:pt x="4965305" y="496588"/>
                      </a:lnTo>
                      <a:lnTo>
                        <a:pt x="4920038" y="429725"/>
                      </a:lnTo>
                      <a:lnTo>
                        <a:pt x="4869902" y="366631"/>
                      </a:lnTo>
                      <a:lnTo>
                        <a:pt x="4815172" y="307582"/>
                      </a:lnTo>
                      <a:lnTo>
                        <a:pt x="4756123" y="252852"/>
                      </a:lnTo>
                      <a:lnTo>
                        <a:pt x="4693029" y="202716"/>
                      </a:lnTo>
                      <a:lnTo>
                        <a:pt x="4626166" y="157449"/>
                      </a:lnTo>
                      <a:lnTo>
                        <a:pt x="4555808" y="117326"/>
                      </a:lnTo>
                      <a:lnTo>
                        <a:pt x="4482231" y="82621"/>
                      </a:lnTo>
                      <a:lnTo>
                        <a:pt x="4405708" y="53610"/>
                      </a:lnTo>
                      <a:lnTo>
                        <a:pt x="4326516" y="30568"/>
                      </a:lnTo>
                      <a:lnTo>
                        <a:pt x="4244928" y="13769"/>
                      </a:lnTo>
                      <a:lnTo>
                        <a:pt x="4161220" y="3488"/>
                      </a:lnTo>
                      <a:lnTo>
                        <a:pt x="4075666" y="0"/>
                      </a:lnTo>
                      <a:close/>
                    </a:path>
                  </a:pathLst>
                </a:custGeom>
                <a:solidFill>
                  <a:srgbClr val="FCF1B9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9" name="object 43">
                  <a:extLst>
                    <a:ext uri="{FF2B5EF4-FFF2-40B4-BE49-F238E27FC236}">
                      <a16:creationId xmlns:a16="http://schemas.microsoft.com/office/drawing/2014/main" id="{4556C562-C215-47D3-9839-4DDC6B71000B}"/>
                    </a:ext>
                  </a:extLst>
                </p:cNvPr>
                <p:cNvSpPr/>
                <p:nvPr/>
              </p:nvSpPr>
              <p:spPr>
                <a:xfrm>
                  <a:off x="7674483" y="3205102"/>
                  <a:ext cx="1127125" cy="521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125" h="521970">
                      <a:moveTo>
                        <a:pt x="54040" y="0"/>
                      </a:moveTo>
                      <a:lnTo>
                        <a:pt x="0" y="521512"/>
                      </a:lnTo>
                      <a:lnTo>
                        <a:pt x="708541" y="447307"/>
                      </a:lnTo>
                      <a:lnTo>
                        <a:pt x="847101" y="435257"/>
                      </a:lnTo>
                      <a:lnTo>
                        <a:pt x="901879" y="431463"/>
                      </a:lnTo>
                      <a:lnTo>
                        <a:pt x="948116" y="429112"/>
                      </a:lnTo>
                      <a:lnTo>
                        <a:pt x="986657" y="428172"/>
                      </a:lnTo>
                      <a:lnTo>
                        <a:pt x="1089707" y="428172"/>
                      </a:lnTo>
                      <a:lnTo>
                        <a:pt x="1082225" y="418114"/>
                      </a:lnTo>
                      <a:lnTo>
                        <a:pt x="1041689" y="364358"/>
                      </a:lnTo>
                      <a:lnTo>
                        <a:pt x="1004203" y="316161"/>
                      </a:lnTo>
                      <a:lnTo>
                        <a:pt x="968962" y="273164"/>
                      </a:lnTo>
                      <a:lnTo>
                        <a:pt x="935162" y="235008"/>
                      </a:lnTo>
                      <a:lnTo>
                        <a:pt x="901998" y="201336"/>
                      </a:lnTo>
                      <a:lnTo>
                        <a:pt x="868666" y="171789"/>
                      </a:lnTo>
                      <a:lnTo>
                        <a:pt x="834362" y="146008"/>
                      </a:lnTo>
                      <a:lnTo>
                        <a:pt x="798280" y="123636"/>
                      </a:lnTo>
                      <a:lnTo>
                        <a:pt x="759618" y="104313"/>
                      </a:lnTo>
                      <a:lnTo>
                        <a:pt x="717569" y="87682"/>
                      </a:lnTo>
                      <a:lnTo>
                        <a:pt x="671330" y="73384"/>
                      </a:lnTo>
                      <a:lnTo>
                        <a:pt x="620097" y="61062"/>
                      </a:lnTo>
                      <a:lnTo>
                        <a:pt x="563064" y="50356"/>
                      </a:lnTo>
                      <a:lnTo>
                        <a:pt x="499428" y="40908"/>
                      </a:lnTo>
                      <a:lnTo>
                        <a:pt x="428384" y="32360"/>
                      </a:lnTo>
                      <a:lnTo>
                        <a:pt x="349128" y="24353"/>
                      </a:lnTo>
                      <a:lnTo>
                        <a:pt x="54040" y="0"/>
                      </a:lnTo>
                      <a:close/>
                    </a:path>
                    <a:path w="1127125" h="521970">
                      <a:moveTo>
                        <a:pt x="1114798" y="461901"/>
                      </a:moveTo>
                      <a:lnTo>
                        <a:pt x="1126614" y="477786"/>
                      </a:lnTo>
                      <a:lnTo>
                        <a:pt x="1119316" y="467505"/>
                      </a:lnTo>
                      <a:lnTo>
                        <a:pt x="1114798" y="461901"/>
                      </a:lnTo>
                      <a:close/>
                    </a:path>
                    <a:path w="1127125" h="521970">
                      <a:moveTo>
                        <a:pt x="1089707" y="428172"/>
                      </a:moveTo>
                      <a:lnTo>
                        <a:pt x="986657" y="428172"/>
                      </a:lnTo>
                      <a:lnTo>
                        <a:pt x="1018346" y="428610"/>
                      </a:lnTo>
                      <a:lnTo>
                        <a:pt x="1044030" y="430394"/>
                      </a:lnTo>
                      <a:lnTo>
                        <a:pt x="1093492" y="443486"/>
                      </a:lnTo>
                      <a:lnTo>
                        <a:pt x="1114798" y="461901"/>
                      </a:lnTo>
                      <a:lnTo>
                        <a:pt x="1089707" y="428172"/>
                      </a:lnTo>
                      <a:close/>
                    </a:path>
                  </a:pathLst>
                </a:custGeom>
                <a:solidFill>
                  <a:srgbClr val="FCF1B9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DADC70C-699D-4E30-87C3-A4FF73725E71}"/>
                  </a:ext>
                </a:extLst>
              </p:cNvPr>
              <p:cNvSpPr txBox="1"/>
              <p:nvPr/>
            </p:nvSpPr>
            <p:spPr>
              <a:xfrm>
                <a:off x="1809708" y="1355009"/>
                <a:ext cx="2987293" cy="1368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9000"/>
                  </a:lnSpc>
                </a:pPr>
                <a:r>
                  <a:rPr lang="ko-KR" altLang="en-US" sz="2400" b="1" spc="-150" dirty="0">
                    <a:latin typeface="맑은 고딕" panose="020B0503020000020004" pitchFamily="50" charset="-127"/>
                  </a:rPr>
                  <a:t>영상으로 촬영해서</a:t>
                </a:r>
                <a:endParaRPr lang="en-US" altLang="ko-KR" sz="2400" b="1" spc="-150" dirty="0">
                  <a:latin typeface="맑은 고딕" panose="020B0503020000020004" pitchFamily="50" charset="-127"/>
                </a:endParaRPr>
              </a:p>
              <a:p>
                <a:pPr algn="ctr">
                  <a:lnSpc>
                    <a:spcPct val="119000"/>
                  </a:lnSpc>
                </a:pPr>
                <a:r>
                  <a:rPr lang="ko-KR" altLang="en-US" sz="2400" b="1" spc="-150" dirty="0">
                    <a:latin typeface="맑은 고딕" panose="020B0503020000020004" pitchFamily="50" charset="-127"/>
                  </a:rPr>
                  <a:t> 다른 반 친구들에게 </a:t>
                </a:r>
                <a:endParaRPr lang="en-US" altLang="ko-KR" sz="2400" b="1" spc="-150" dirty="0">
                  <a:latin typeface="맑은 고딕" panose="020B0503020000020004" pitchFamily="50" charset="-127"/>
                </a:endParaRPr>
              </a:p>
              <a:p>
                <a:pPr algn="ctr">
                  <a:lnSpc>
                    <a:spcPct val="119000"/>
                  </a:lnSpc>
                </a:pPr>
                <a:r>
                  <a:rPr lang="ko-KR" altLang="en-US" sz="2400" b="1" spc="-150" dirty="0">
                    <a:latin typeface="맑은 고딕" panose="020B0503020000020004" pitchFamily="50" charset="-127"/>
                  </a:rPr>
                  <a:t>보여주고 싶어요</a:t>
                </a:r>
                <a:r>
                  <a:rPr lang="en-US" altLang="ko-KR" sz="2400" b="1" spc="-150" dirty="0">
                    <a:latin typeface="맑은 고딕" panose="020B0503020000020004" pitchFamily="50" charset="-127"/>
                  </a:rPr>
                  <a:t>.</a:t>
                </a:r>
                <a:endPara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4F271B6A-858B-4D68-9671-E853A5D0C6B7}"/>
                </a:ext>
              </a:extLst>
            </p:cNvPr>
            <p:cNvGrpSpPr/>
            <p:nvPr/>
          </p:nvGrpSpPr>
          <p:grpSpPr>
            <a:xfrm>
              <a:off x="758588" y="4084124"/>
              <a:ext cx="3502165" cy="1337497"/>
              <a:chOff x="758588" y="4084124"/>
              <a:chExt cx="3502165" cy="1337497"/>
            </a:xfrm>
          </p:grpSpPr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3C2B6D3E-6C13-43C9-9199-4AC6AE3E4340}"/>
                  </a:ext>
                </a:extLst>
              </p:cNvPr>
              <p:cNvGrpSpPr/>
              <p:nvPr/>
            </p:nvGrpSpPr>
            <p:grpSpPr>
              <a:xfrm>
                <a:off x="758588" y="4084124"/>
                <a:ext cx="3502165" cy="1337497"/>
                <a:chOff x="921592" y="6772472"/>
                <a:chExt cx="6032324" cy="2303780"/>
              </a:xfrm>
            </p:grpSpPr>
            <p:sp>
              <p:nvSpPr>
                <p:cNvPr id="50" name="object 34">
                  <a:extLst>
                    <a:ext uri="{FF2B5EF4-FFF2-40B4-BE49-F238E27FC236}">
                      <a16:creationId xmlns:a16="http://schemas.microsoft.com/office/drawing/2014/main" id="{B7DADAC7-3091-4F58-A99D-006548B5C94B}"/>
                    </a:ext>
                  </a:extLst>
                </p:cNvPr>
                <p:cNvSpPr/>
                <p:nvPr/>
              </p:nvSpPr>
              <p:spPr>
                <a:xfrm>
                  <a:off x="921592" y="6772472"/>
                  <a:ext cx="5321935" cy="2303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1935" h="2303779">
                      <a:moveTo>
                        <a:pt x="4274854" y="0"/>
                      </a:moveTo>
                      <a:lnTo>
                        <a:pt x="1047088" y="0"/>
                      </a:lnTo>
                      <a:lnTo>
                        <a:pt x="961534" y="3488"/>
                      </a:lnTo>
                      <a:lnTo>
                        <a:pt x="877826" y="13769"/>
                      </a:lnTo>
                      <a:lnTo>
                        <a:pt x="796238" y="30568"/>
                      </a:lnTo>
                      <a:lnTo>
                        <a:pt x="717046" y="53610"/>
                      </a:lnTo>
                      <a:lnTo>
                        <a:pt x="640523" y="82621"/>
                      </a:lnTo>
                      <a:lnTo>
                        <a:pt x="566946" y="117326"/>
                      </a:lnTo>
                      <a:lnTo>
                        <a:pt x="496588" y="157449"/>
                      </a:lnTo>
                      <a:lnTo>
                        <a:pt x="429725" y="202716"/>
                      </a:lnTo>
                      <a:lnTo>
                        <a:pt x="366631" y="252852"/>
                      </a:lnTo>
                      <a:lnTo>
                        <a:pt x="307582" y="307582"/>
                      </a:lnTo>
                      <a:lnTo>
                        <a:pt x="252852" y="366631"/>
                      </a:lnTo>
                      <a:lnTo>
                        <a:pt x="202716" y="429725"/>
                      </a:lnTo>
                      <a:lnTo>
                        <a:pt x="157449" y="496588"/>
                      </a:lnTo>
                      <a:lnTo>
                        <a:pt x="117326" y="566946"/>
                      </a:lnTo>
                      <a:lnTo>
                        <a:pt x="82621" y="640523"/>
                      </a:lnTo>
                      <a:lnTo>
                        <a:pt x="53610" y="717046"/>
                      </a:lnTo>
                      <a:lnTo>
                        <a:pt x="30568" y="796238"/>
                      </a:lnTo>
                      <a:lnTo>
                        <a:pt x="13769" y="877826"/>
                      </a:lnTo>
                      <a:lnTo>
                        <a:pt x="3488" y="961534"/>
                      </a:lnTo>
                      <a:lnTo>
                        <a:pt x="0" y="1047088"/>
                      </a:lnTo>
                      <a:lnTo>
                        <a:pt x="0" y="1256506"/>
                      </a:lnTo>
                      <a:lnTo>
                        <a:pt x="3488" y="1342059"/>
                      </a:lnTo>
                      <a:lnTo>
                        <a:pt x="13769" y="1425768"/>
                      </a:lnTo>
                      <a:lnTo>
                        <a:pt x="30568" y="1507355"/>
                      </a:lnTo>
                      <a:lnTo>
                        <a:pt x="53610" y="1586548"/>
                      </a:lnTo>
                      <a:lnTo>
                        <a:pt x="82621" y="1663071"/>
                      </a:lnTo>
                      <a:lnTo>
                        <a:pt x="117326" y="1736648"/>
                      </a:lnTo>
                      <a:lnTo>
                        <a:pt x="157449" y="1807006"/>
                      </a:lnTo>
                      <a:lnTo>
                        <a:pt x="202716" y="1873869"/>
                      </a:lnTo>
                      <a:lnTo>
                        <a:pt x="252852" y="1936963"/>
                      </a:lnTo>
                      <a:lnTo>
                        <a:pt x="307582" y="1996012"/>
                      </a:lnTo>
                      <a:lnTo>
                        <a:pt x="366631" y="2050742"/>
                      </a:lnTo>
                      <a:lnTo>
                        <a:pt x="429725" y="2100878"/>
                      </a:lnTo>
                      <a:lnTo>
                        <a:pt x="496588" y="2146145"/>
                      </a:lnTo>
                      <a:lnTo>
                        <a:pt x="566946" y="2186268"/>
                      </a:lnTo>
                      <a:lnTo>
                        <a:pt x="640523" y="2220972"/>
                      </a:lnTo>
                      <a:lnTo>
                        <a:pt x="717046" y="2249983"/>
                      </a:lnTo>
                      <a:lnTo>
                        <a:pt x="796238" y="2273026"/>
                      </a:lnTo>
                      <a:lnTo>
                        <a:pt x="877826" y="2289825"/>
                      </a:lnTo>
                      <a:lnTo>
                        <a:pt x="961534" y="2300106"/>
                      </a:lnTo>
                      <a:lnTo>
                        <a:pt x="1047088" y="2303594"/>
                      </a:lnTo>
                      <a:lnTo>
                        <a:pt x="4274854" y="2303594"/>
                      </a:lnTo>
                      <a:lnTo>
                        <a:pt x="4360407" y="2300106"/>
                      </a:lnTo>
                      <a:lnTo>
                        <a:pt x="4444115" y="2289825"/>
                      </a:lnTo>
                      <a:lnTo>
                        <a:pt x="4525703" y="2273026"/>
                      </a:lnTo>
                      <a:lnTo>
                        <a:pt x="4604896" y="2249983"/>
                      </a:lnTo>
                      <a:lnTo>
                        <a:pt x="4681418" y="2220972"/>
                      </a:lnTo>
                      <a:lnTo>
                        <a:pt x="4754996" y="2186268"/>
                      </a:lnTo>
                      <a:lnTo>
                        <a:pt x="4825354" y="2146145"/>
                      </a:lnTo>
                      <a:lnTo>
                        <a:pt x="4892217" y="2100878"/>
                      </a:lnTo>
                      <a:lnTo>
                        <a:pt x="4955311" y="2050742"/>
                      </a:lnTo>
                      <a:lnTo>
                        <a:pt x="5014360" y="1996012"/>
                      </a:lnTo>
                      <a:lnTo>
                        <a:pt x="5069090" y="1936963"/>
                      </a:lnTo>
                      <a:lnTo>
                        <a:pt x="5119226" y="1873869"/>
                      </a:lnTo>
                      <a:lnTo>
                        <a:pt x="5164493" y="1807006"/>
                      </a:lnTo>
                      <a:lnTo>
                        <a:pt x="5204616" y="1736648"/>
                      </a:lnTo>
                      <a:lnTo>
                        <a:pt x="5239320" y="1663071"/>
                      </a:lnTo>
                      <a:lnTo>
                        <a:pt x="5268331" y="1586548"/>
                      </a:lnTo>
                      <a:lnTo>
                        <a:pt x="5291374" y="1507355"/>
                      </a:lnTo>
                      <a:lnTo>
                        <a:pt x="5308173" y="1425768"/>
                      </a:lnTo>
                      <a:lnTo>
                        <a:pt x="5318454" y="1342059"/>
                      </a:lnTo>
                      <a:lnTo>
                        <a:pt x="5321942" y="1256506"/>
                      </a:lnTo>
                      <a:lnTo>
                        <a:pt x="5321942" y="1047088"/>
                      </a:lnTo>
                      <a:lnTo>
                        <a:pt x="5318454" y="961534"/>
                      </a:lnTo>
                      <a:lnTo>
                        <a:pt x="5308173" y="877826"/>
                      </a:lnTo>
                      <a:lnTo>
                        <a:pt x="5291374" y="796238"/>
                      </a:lnTo>
                      <a:lnTo>
                        <a:pt x="5268331" y="717046"/>
                      </a:lnTo>
                      <a:lnTo>
                        <a:pt x="5239320" y="640523"/>
                      </a:lnTo>
                      <a:lnTo>
                        <a:pt x="5204616" y="566946"/>
                      </a:lnTo>
                      <a:lnTo>
                        <a:pt x="5164493" y="496588"/>
                      </a:lnTo>
                      <a:lnTo>
                        <a:pt x="5119226" y="429725"/>
                      </a:lnTo>
                      <a:lnTo>
                        <a:pt x="5069090" y="366631"/>
                      </a:lnTo>
                      <a:lnTo>
                        <a:pt x="5014360" y="307582"/>
                      </a:lnTo>
                      <a:lnTo>
                        <a:pt x="4955311" y="252852"/>
                      </a:lnTo>
                      <a:lnTo>
                        <a:pt x="4892217" y="202716"/>
                      </a:lnTo>
                      <a:lnTo>
                        <a:pt x="4825354" y="157449"/>
                      </a:lnTo>
                      <a:lnTo>
                        <a:pt x="4754996" y="117326"/>
                      </a:lnTo>
                      <a:lnTo>
                        <a:pt x="4681418" y="82621"/>
                      </a:lnTo>
                      <a:lnTo>
                        <a:pt x="4604896" y="53610"/>
                      </a:lnTo>
                      <a:lnTo>
                        <a:pt x="4525703" y="30568"/>
                      </a:lnTo>
                      <a:lnTo>
                        <a:pt x="4444115" y="13769"/>
                      </a:lnTo>
                      <a:lnTo>
                        <a:pt x="4360407" y="3488"/>
                      </a:lnTo>
                      <a:lnTo>
                        <a:pt x="4274854" y="0"/>
                      </a:lnTo>
                      <a:close/>
                    </a:path>
                  </a:pathLst>
                </a:custGeom>
                <a:solidFill>
                  <a:srgbClr val="DAF2F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1" name="object 35">
                  <a:extLst>
                    <a:ext uri="{FF2B5EF4-FFF2-40B4-BE49-F238E27FC236}">
                      <a16:creationId xmlns:a16="http://schemas.microsoft.com/office/drawing/2014/main" id="{3BD7A425-76B2-4AFF-BBAB-D516C7885D4C}"/>
                    </a:ext>
                  </a:extLst>
                </p:cNvPr>
                <p:cNvSpPr/>
                <p:nvPr/>
              </p:nvSpPr>
              <p:spPr>
                <a:xfrm>
                  <a:off x="5871876" y="7664687"/>
                  <a:ext cx="1082040" cy="812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0" h="812165">
                      <a:moveTo>
                        <a:pt x="337581" y="55589"/>
                      </a:moveTo>
                      <a:lnTo>
                        <a:pt x="0" y="811964"/>
                      </a:lnTo>
                      <a:lnTo>
                        <a:pt x="300755" y="680672"/>
                      </a:lnTo>
                      <a:lnTo>
                        <a:pt x="381491" y="644148"/>
                      </a:lnTo>
                      <a:lnTo>
                        <a:pt x="453823" y="610230"/>
                      </a:lnTo>
                      <a:lnTo>
                        <a:pt x="518560" y="578308"/>
                      </a:lnTo>
                      <a:lnTo>
                        <a:pt x="576516" y="547774"/>
                      </a:lnTo>
                      <a:lnTo>
                        <a:pt x="628501" y="518018"/>
                      </a:lnTo>
                      <a:lnTo>
                        <a:pt x="675328" y="488432"/>
                      </a:lnTo>
                      <a:lnTo>
                        <a:pt x="717806" y="458406"/>
                      </a:lnTo>
                      <a:lnTo>
                        <a:pt x="756749" y="427331"/>
                      </a:lnTo>
                      <a:lnTo>
                        <a:pt x="792967" y="394599"/>
                      </a:lnTo>
                      <a:lnTo>
                        <a:pt x="827272" y="359601"/>
                      </a:lnTo>
                      <a:lnTo>
                        <a:pt x="860475" y="321727"/>
                      </a:lnTo>
                      <a:lnTo>
                        <a:pt x="893389" y="280369"/>
                      </a:lnTo>
                      <a:lnTo>
                        <a:pt x="926824" y="234918"/>
                      </a:lnTo>
                      <a:lnTo>
                        <a:pt x="961592" y="184764"/>
                      </a:lnTo>
                      <a:lnTo>
                        <a:pt x="998504" y="129299"/>
                      </a:lnTo>
                      <a:lnTo>
                        <a:pt x="1038372" y="67914"/>
                      </a:lnTo>
                      <a:lnTo>
                        <a:pt x="1043776" y="59503"/>
                      </a:lnTo>
                      <a:lnTo>
                        <a:pt x="715333" y="59503"/>
                      </a:lnTo>
                      <a:lnTo>
                        <a:pt x="337581" y="55589"/>
                      </a:lnTo>
                      <a:close/>
                    </a:path>
                    <a:path w="1082040" h="812165">
                      <a:moveTo>
                        <a:pt x="1082008" y="0"/>
                      </a:moveTo>
                      <a:lnTo>
                        <a:pt x="1043714" y="24702"/>
                      </a:lnTo>
                      <a:lnTo>
                        <a:pt x="1002974" y="41879"/>
                      </a:lnTo>
                      <a:lnTo>
                        <a:pt x="944714" y="52654"/>
                      </a:lnTo>
                      <a:lnTo>
                        <a:pt x="888696" y="56837"/>
                      </a:lnTo>
                      <a:lnTo>
                        <a:pt x="813724" y="59009"/>
                      </a:lnTo>
                      <a:lnTo>
                        <a:pt x="715333" y="59503"/>
                      </a:lnTo>
                      <a:lnTo>
                        <a:pt x="1043776" y="59503"/>
                      </a:lnTo>
                      <a:lnTo>
                        <a:pt x="1082008" y="0"/>
                      </a:lnTo>
                      <a:close/>
                    </a:path>
                  </a:pathLst>
                </a:custGeom>
                <a:solidFill>
                  <a:srgbClr val="DAF2F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EED3A7E-DC09-4084-9AB2-62D8B5E5AC0C}"/>
                  </a:ext>
                </a:extLst>
              </p:cNvPr>
              <p:cNvSpPr txBox="1"/>
              <p:nvPr/>
            </p:nvSpPr>
            <p:spPr>
              <a:xfrm>
                <a:off x="766304" y="4290499"/>
                <a:ext cx="3096880" cy="928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9000"/>
                  </a:lnSpc>
                </a:pPr>
                <a:r>
                  <a:rPr lang="ko-KR" altLang="en-US" sz="2400" b="1" spc="-150" dirty="0">
                    <a:latin typeface="맑은 고딕" panose="020B0503020000020004" pitchFamily="50" charset="-127"/>
                  </a:rPr>
                  <a:t>연말 가족 모임에서 </a:t>
                </a:r>
                <a:endParaRPr lang="en-US" altLang="ko-KR" sz="2400" b="1" spc="-150" dirty="0">
                  <a:latin typeface="맑은 고딕" panose="020B0503020000020004" pitchFamily="50" charset="-127"/>
                </a:endParaRPr>
              </a:p>
              <a:p>
                <a:pPr algn="ctr">
                  <a:lnSpc>
                    <a:spcPct val="119000"/>
                  </a:lnSpc>
                </a:pPr>
                <a:r>
                  <a:rPr lang="ko-KR" altLang="en-US" sz="2400" b="1" spc="-150" dirty="0">
                    <a:latin typeface="맑은 고딕" panose="020B0503020000020004" pitchFamily="50" charset="-127"/>
                  </a:rPr>
                  <a:t>발표해 보고 싶어요</a:t>
                </a:r>
                <a:r>
                  <a:rPr lang="en-US" altLang="ko-KR" sz="2400" b="1" spc="-150" dirty="0">
                    <a:latin typeface="맑은 고딕" panose="020B0503020000020004" pitchFamily="50" charset="-127"/>
                  </a:rPr>
                  <a:t>.</a:t>
                </a:r>
                <a:endPara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DA9C13A-BD4F-4785-BD08-4193A06588B1}"/>
                </a:ext>
              </a:extLst>
            </p:cNvPr>
            <p:cNvGrpSpPr/>
            <p:nvPr/>
          </p:nvGrpSpPr>
          <p:grpSpPr>
            <a:xfrm>
              <a:off x="8051340" y="3628993"/>
              <a:ext cx="3812048" cy="1337497"/>
              <a:chOff x="8051340" y="3628993"/>
              <a:chExt cx="3812048" cy="1337497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237E210-889D-4DD0-9FEF-73C55EC4D100}"/>
                  </a:ext>
                </a:extLst>
              </p:cNvPr>
              <p:cNvGrpSpPr/>
              <p:nvPr/>
            </p:nvGrpSpPr>
            <p:grpSpPr>
              <a:xfrm>
                <a:off x="8051340" y="3628993"/>
                <a:ext cx="3812048" cy="1337497"/>
                <a:chOff x="12958031" y="5988530"/>
                <a:chExt cx="6566084" cy="2303780"/>
              </a:xfrm>
            </p:grpSpPr>
            <p:sp>
              <p:nvSpPr>
                <p:cNvPr id="46" name="object 50">
                  <a:extLst>
                    <a:ext uri="{FF2B5EF4-FFF2-40B4-BE49-F238E27FC236}">
                      <a16:creationId xmlns:a16="http://schemas.microsoft.com/office/drawing/2014/main" id="{E692DB92-7D42-4752-B640-8122CFB42E55}"/>
                    </a:ext>
                  </a:extLst>
                </p:cNvPr>
                <p:cNvSpPr/>
                <p:nvPr/>
              </p:nvSpPr>
              <p:spPr>
                <a:xfrm>
                  <a:off x="13161415" y="5988530"/>
                  <a:ext cx="6362700" cy="2303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700" h="2303779">
                      <a:moveTo>
                        <a:pt x="5315325" y="0"/>
                      </a:moveTo>
                      <a:lnTo>
                        <a:pt x="1047088" y="0"/>
                      </a:lnTo>
                      <a:lnTo>
                        <a:pt x="961534" y="3488"/>
                      </a:lnTo>
                      <a:lnTo>
                        <a:pt x="877826" y="13769"/>
                      </a:lnTo>
                      <a:lnTo>
                        <a:pt x="796238" y="30568"/>
                      </a:lnTo>
                      <a:lnTo>
                        <a:pt x="717046" y="53610"/>
                      </a:lnTo>
                      <a:lnTo>
                        <a:pt x="640523" y="82621"/>
                      </a:lnTo>
                      <a:lnTo>
                        <a:pt x="566946" y="117326"/>
                      </a:lnTo>
                      <a:lnTo>
                        <a:pt x="496588" y="157449"/>
                      </a:lnTo>
                      <a:lnTo>
                        <a:pt x="429725" y="202716"/>
                      </a:lnTo>
                      <a:lnTo>
                        <a:pt x="366631" y="252852"/>
                      </a:lnTo>
                      <a:lnTo>
                        <a:pt x="307582" y="307582"/>
                      </a:lnTo>
                      <a:lnTo>
                        <a:pt x="252852" y="366631"/>
                      </a:lnTo>
                      <a:lnTo>
                        <a:pt x="202716" y="429725"/>
                      </a:lnTo>
                      <a:lnTo>
                        <a:pt x="157449" y="496588"/>
                      </a:lnTo>
                      <a:lnTo>
                        <a:pt x="117326" y="566946"/>
                      </a:lnTo>
                      <a:lnTo>
                        <a:pt x="82621" y="640523"/>
                      </a:lnTo>
                      <a:lnTo>
                        <a:pt x="53610" y="717046"/>
                      </a:lnTo>
                      <a:lnTo>
                        <a:pt x="30568" y="796238"/>
                      </a:lnTo>
                      <a:lnTo>
                        <a:pt x="13769" y="877826"/>
                      </a:lnTo>
                      <a:lnTo>
                        <a:pt x="3488" y="961534"/>
                      </a:lnTo>
                      <a:lnTo>
                        <a:pt x="0" y="1047088"/>
                      </a:lnTo>
                      <a:lnTo>
                        <a:pt x="0" y="1256506"/>
                      </a:lnTo>
                      <a:lnTo>
                        <a:pt x="3488" y="1342059"/>
                      </a:lnTo>
                      <a:lnTo>
                        <a:pt x="13768" y="1425768"/>
                      </a:lnTo>
                      <a:lnTo>
                        <a:pt x="30567" y="1507355"/>
                      </a:lnTo>
                      <a:lnTo>
                        <a:pt x="53609" y="1586548"/>
                      </a:lnTo>
                      <a:lnTo>
                        <a:pt x="82620" y="1663071"/>
                      </a:lnTo>
                      <a:lnTo>
                        <a:pt x="117324" y="1736648"/>
                      </a:lnTo>
                      <a:lnTo>
                        <a:pt x="157446" y="1807006"/>
                      </a:lnTo>
                      <a:lnTo>
                        <a:pt x="202712" y="1873869"/>
                      </a:lnTo>
                      <a:lnTo>
                        <a:pt x="252847" y="1936963"/>
                      </a:lnTo>
                      <a:lnTo>
                        <a:pt x="307577" y="1996012"/>
                      </a:lnTo>
                      <a:lnTo>
                        <a:pt x="366625" y="2050742"/>
                      </a:lnTo>
                      <a:lnTo>
                        <a:pt x="429718" y="2100878"/>
                      </a:lnTo>
                      <a:lnTo>
                        <a:pt x="496580" y="2146145"/>
                      </a:lnTo>
                      <a:lnTo>
                        <a:pt x="566937" y="2186268"/>
                      </a:lnTo>
                      <a:lnTo>
                        <a:pt x="640514" y="2220972"/>
                      </a:lnTo>
                      <a:lnTo>
                        <a:pt x="717036" y="2249983"/>
                      </a:lnTo>
                      <a:lnTo>
                        <a:pt x="796229" y="2273026"/>
                      </a:lnTo>
                      <a:lnTo>
                        <a:pt x="877816" y="2289825"/>
                      </a:lnTo>
                      <a:lnTo>
                        <a:pt x="961524" y="2300106"/>
                      </a:lnTo>
                      <a:lnTo>
                        <a:pt x="1047078" y="2303594"/>
                      </a:lnTo>
                      <a:lnTo>
                        <a:pt x="5315325" y="2303594"/>
                      </a:lnTo>
                      <a:lnTo>
                        <a:pt x="5400878" y="2300106"/>
                      </a:lnTo>
                      <a:lnTo>
                        <a:pt x="5484586" y="2289825"/>
                      </a:lnTo>
                      <a:lnTo>
                        <a:pt x="5566174" y="2273026"/>
                      </a:lnTo>
                      <a:lnTo>
                        <a:pt x="5645367" y="2249983"/>
                      </a:lnTo>
                      <a:lnTo>
                        <a:pt x="5721889" y="2220972"/>
                      </a:lnTo>
                      <a:lnTo>
                        <a:pt x="5795467" y="2186268"/>
                      </a:lnTo>
                      <a:lnTo>
                        <a:pt x="5865825" y="2146145"/>
                      </a:lnTo>
                      <a:lnTo>
                        <a:pt x="5932688" y="2100878"/>
                      </a:lnTo>
                      <a:lnTo>
                        <a:pt x="5995782" y="2050742"/>
                      </a:lnTo>
                      <a:lnTo>
                        <a:pt x="6054831" y="1996012"/>
                      </a:lnTo>
                      <a:lnTo>
                        <a:pt x="6109561" y="1936963"/>
                      </a:lnTo>
                      <a:lnTo>
                        <a:pt x="6159697" y="1873869"/>
                      </a:lnTo>
                      <a:lnTo>
                        <a:pt x="6204964" y="1807006"/>
                      </a:lnTo>
                      <a:lnTo>
                        <a:pt x="6245087" y="1736648"/>
                      </a:lnTo>
                      <a:lnTo>
                        <a:pt x="6279791" y="1663071"/>
                      </a:lnTo>
                      <a:lnTo>
                        <a:pt x="6308802" y="1586548"/>
                      </a:lnTo>
                      <a:lnTo>
                        <a:pt x="6331845" y="1507355"/>
                      </a:lnTo>
                      <a:lnTo>
                        <a:pt x="6348644" y="1425768"/>
                      </a:lnTo>
                      <a:lnTo>
                        <a:pt x="6358925" y="1342059"/>
                      </a:lnTo>
                      <a:lnTo>
                        <a:pt x="6362413" y="1256506"/>
                      </a:lnTo>
                      <a:lnTo>
                        <a:pt x="6362413" y="1047088"/>
                      </a:lnTo>
                      <a:lnTo>
                        <a:pt x="6358925" y="961534"/>
                      </a:lnTo>
                      <a:lnTo>
                        <a:pt x="6348644" y="877826"/>
                      </a:lnTo>
                      <a:lnTo>
                        <a:pt x="6331845" y="796238"/>
                      </a:lnTo>
                      <a:lnTo>
                        <a:pt x="6308802" y="717046"/>
                      </a:lnTo>
                      <a:lnTo>
                        <a:pt x="6279791" y="640523"/>
                      </a:lnTo>
                      <a:lnTo>
                        <a:pt x="6245087" y="566946"/>
                      </a:lnTo>
                      <a:lnTo>
                        <a:pt x="6204964" y="496588"/>
                      </a:lnTo>
                      <a:lnTo>
                        <a:pt x="6159697" y="429725"/>
                      </a:lnTo>
                      <a:lnTo>
                        <a:pt x="6109561" y="366631"/>
                      </a:lnTo>
                      <a:lnTo>
                        <a:pt x="6054831" y="307582"/>
                      </a:lnTo>
                      <a:lnTo>
                        <a:pt x="5995782" y="252852"/>
                      </a:lnTo>
                      <a:lnTo>
                        <a:pt x="5932688" y="202716"/>
                      </a:lnTo>
                      <a:lnTo>
                        <a:pt x="5865825" y="157449"/>
                      </a:lnTo>
                      <a:lnTo>
                        <a:pt x="5795467" y="117326"/>
                      </a:lnTo>
                      <a:lnTo>
                        <a:pt x="5721889" y="82621"/>
                      </a:lnTo>
                      <a:lnTo>
                        <a:pt x="5645367" y="53610"/>
                      </a:lnTo>
                      <a:lnTo>
                        <a:pt x="5566174" y="30568"/>
                      </a:lnTo>
                      <a:lnTo>
                        <a:pt x="5484586" y="13769"/>
                      </a:lnTo>
                      <a:lnTo>
                        <a:pt x="5400878" y="3488"/>
                      </a:lnTo>
                      <a:lnTo>
                        <a:pt x="5315325" y="0"/>
                      </a:lnTo>
                      <a:close/>
                    </a:path>
                  </a:pathLst>
                </a:custGeom>
                <a:solidFill>
                  <a:srgbClr val="F9ECE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7" name="object 51">
                  <a:extLst>
                    <a:ext uri="{FF2B5EF4-FFF2-40B4-BE49-F238E27FC236}">
                      <a16:creationId xmlns:a16="http://schemas.microsoft.com/office/drawing/2014/main" id="{5221886D-D45D-4868-AD7F-0FE03F31B705}"/>
                    </a:ext>
                  </a:extLst>
                </p:cNvPr>
                <p:cNvSpPr/>
                <p:nvPr/>
              </p:nvSpPr>
              <p:spPr>
                <a:xfrm>
                  <a:off x="12958031" y="5988837"/>
                  <a:ext cx="1042035" cy="434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034" h="434339">
                      <a:moveTo>
                        <a:pt x="373309" y="0"/>
                      </a:moveTo>
                      <a:lnTo>
                        <a:pt x="296433" y="4824"/>
                      </a:lnTo>
                      <a:lnTo>
                        <a:pt x="255836" y="10450"/>
                      </a:lnTo>
                      <a:lnTo>
                        <a:pt x="212757" y="18095"/>
                      </a:lnTo>
                      <a:lnTo>
                        <a:pt x="166415" y="27669"/>
                      </a:lnTo>
                      <a:lnTo>
                        <a:pt x="116030" y="39079"/>
                      </a:lnTo>
                      <a:lnTo>
                        <a:pt x="0" y="67038"/>
                      </a:lnTo>
                      <a:lnTo>
                        <a:pt x="12425" y="69082"/>
                      </a:lnTo>
                      <a:lnTo>
                        <a:pt x="23884" y="71191"/>
                      </a:lnTo>
                      <a:lnTo>
                        <a:pt x="66775" y="85776"/>
                      </a:lnTo>
                      <a:lnTo>
                        <a:pt x="105254" y="110876"/>
                      </a:lnTo>
                      <a:lnTo>
                        <a:pt x="138948" y="138481"/>
                      </a:lnTo>
                      <a:lnTo>
                        <a:pt x="182211" y="177350"/>
                      </a:lnTo>
                      <a:lnTo>
                        <a:pt x="237728" y="229684"/>
                      </a:lnTo>
                      <a:lnTo>
                        <a:pt x="270922" y="261589"/>
                      </a:lnTo>
                      <a:lnTo>
                        <a:pt x="447766" y="433875"/>
                      </a:lnTo>
                      <a:lnTo>
                        <a:pt x="1041779" y="189642"/>
                      </a:lnTo>
                      <a:lnTo>
                        <a:pt x="802683" y="102549"/>
                      </a:lnTo>
                      <a:lnTo>
                        <a:pt x="737814" y="79888"/>
                      </a:lnTo>
                      <a:lnTo>
                        <a:pt x="679059" y="60257"/>
                      </a:lnTo>
                      <a:lnTo>
                        <a:pt x="625636" y="43567"/>
                      </a:lnTo>
                      <a:lnTo>
                        <a:pt x="576763" y="29723"/>
                      </a:lnTo>
                      <a:lnTo>
                        <a:pt x="531659" y="18635"/>
                      </a:lnTo>
                      <a:lnTo>
                        <a:pt x="489543" y="10211"/>
                      </a:lnTo>
                      <a:lnTo>
                        <a:pt x="449634" y="4358"/>
                      </a:lnTo>
                      <a:lnTo>
                        <a:pt x="411149" y="985"/>
                      </a:lnTo>
                      <a:lnTo>
                        <a:pt x="373309" y="0"/>
                      </a:lnTo>
                      <a:close/>
                    </a:path>
                  </a:pathLst>
                </a:custGeom>
                <a:solidFill>
                  <a:srgbClr val="F9ECE1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27E999-E191-426D-928C-D6CF2AF1572B}"/>
                  </a:ext>
                </a:extLst>
              </p:cNvPr>
              <p:cNvSpPr txBox="1"/>
              <p:nvPr/>
            </p:nvSpPr>
            <p:spPr>
              <a:xfrm>
                <a:off x="8210818" y="3826909"/>
                <a:ext cx="3624814" cy="928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9000"/>
                  </a:lnSpc>
                </a:pPr>
                <a:r>
                  <a:rPr lang="ko-KR" altLang="en-US" sz="2400" b="1" spc="-150" dirty="0">
                    <a:latin typeface="맑은 고딕" panose="020B0503020000020004" pitchFamily="50" charset="-127"/>
                  </a:rPr>
                  <a:t>눈 내리는 날 친구들과 </a:t>
                </a:r>
                <a:endParaRPr lang="en-US" altLang="ko-KR" sz="2400" b="1" spc="-150" dirty="0">
                  <a:latin typeface="맑은 고딕" panose="020B0503020000020004" pitchFamily="50" charset="-127"/>
                </a:endParaRPr>
              </a:p>
              <a:p>
                <a:pPr algn="ctr">
                  <a:lnSpc>
                    <a:spcPct val="119000"/>
                  </a:lnSpc>
                </a:pPr>
                <a:r>
                  <a:rPr lang="ko-KR" altLang="en-US" sz="2400" b="1" spc="-150" dirty="0">
                    <a:latin typeface="맑은 고딕" panose="020B0503020000020004" pitchFamily="50" charset="-127"/>
                  </a:rPr>
                  <a:t>다시 한 번 해 보고 싶어요</a:t>
                </a:r>
                <a:r>
                  <a:rPr lang="en-US" altLang="ko-KR" sz="2400" b="1" spc="-150" dirty="0">
                    <a:latin typeface="맑은 고딕" panose="020B0503020000020004" pitchFamily="50" charset="-127"/>
                  </a:rPr>
                  <a:t>.</a:t>
                </a:r>
                <a:endParaRPr lang="ko-KR" altLang="en-US" sz="2400" b="1" spc="-15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635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AC2EB-3119-19C6-A9CF-F40A45C1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B496847E-5B7E-46BC-B4B4-2865A53DC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371"/>
            <a:ext cx="12192000" cy="646545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597C89E-FC9C-44FE-8359-2F04EB9D7E58}"/>
              </a:ext>
            </a:extLst>
          </p:cNvPr>
          <p:cNvSpPr txBox="1"/>
          <p:nvPr/>
        </p:nvSpPr>
        <p:spPr>
          <a:xfrm>
            <a:off x="342234" y="3529400"/>
            <a:ext cx="11516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spc="-300" dirty="0" err="1">
                <a:solidFill>
                  <a:srgbClr val="F06794"/>
                </a:solidFill>
                <a:latin typeface="맑은 고딕" panose="020B0503020000020004" pitchFamily="50" charset="-127"/>
              </a:rPr>
              <a:t>호두까기</a:t>
            </a:r>
            <a:r>
              <a:rPr lang="ko-KR" altLang="en-US" sz="4000" b="1" spc="-300" dirty="0">
                <a:solidFill>
                  <a:srgbClr val="F06794"/>
                </a:solidFill>
                <a:latin typeface="맑은 고딕" panose="020B0503020000020004" pitchFamily="50" charset="-127"/>
              </a:rPr>
              <a:t> 인형</a:t>
            </a:r>
            <a:endParaRPr lang="ko-KR" altLang="en-US" sz="4000" b="1" spc="-300" dirty="0">
              <a:solidFill>
                <a:srgbClr val="F067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object 119">
            <a:extLst>
              <a:ext uri="{FF2B5EF4-FFF2-40B4-BE49-F238E27FC236}">
                <a16:creationId xmlns:a16="http://schemas.microsoft.com/office/drawing/2014/main" id="{F9914049-E428-40C5-8404-F8993F88F4BF}"/>
              </a:ext>
            </a:extLst>
          </p:cNvPr>
          <p:cNvSpPr/>
          <p:nvPr/>
        </p:nvSpPr>
        <p:spPr>
          <a:xfrm>
            <a:off x="4630215" y="4269275"/>
            <a:ext cx="2928267" cy="57878"/>
          </a:xfrm>
          <a:custGeom>
            <a:avLst/>
            <a:gdLst/>
            <a:ahLst/>
            <a:cxnLst/>
            <a:rect l="l" t="t" r="r" b="b"/>
            <a:pathLst>
              <a:path w="4010659">
                <a:moveTo>
                  <a:pt x="0" y="0"/>
                </a:moveTo>
                <a:lnTo>
                  <a:pt x="4010349" y="0"/>
                </a:lnTo>
              </a:path>
            </a:pathLst>
          </a:custGeom>
          <a:ln w="38100">
            <a:solidFill>
              <a:srgbClr val="F7C4C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2CB5A1E-7CB9-4A9D-A146-112B8B87B19A}"/>
              </a:ext>
            </a:extLst>
          </p:cNvPr>
          <p:cNvGrpSpPr/>
          <p:nvPr/>
        </p:nvGrpSpPr>
        <p:grpSpPr>
          <a:xfrm>
            <a:off x="5091869" y="4713085"/>
            <a:ext cx="1975030" cy="487470"/>
            <a:chOff x="8481417" y="7717548"/>
            <a:chExt cx="3141345" cy="775335"/>
          </a:xfrm>
        </p:grpSpPr>
        <p:sp>
          <p:nvSpPr>
            <p:cNvPr id="42" name="object 43">
              <a:extLst>
                <a:ext uri="{FF2B5EF4-FFF2-40B4-BE49-F238E27FC236}">
                  <a16:creationId xmlns:a16="http://schemas.microsoft.com/office/drawing/2014/main" id="{9304A864-845C-40FA-9560-1A5C043B2F88}"/>
                </a:ext>
              </a:extLst>
            </p:cNvPr>
            <p:cNvSpPr/>
            <p:nvPr/>
          </p:nvSpPr>
          <p:spPr>
            <a:xfrm>
              <a:off x="8495887" y="7732026"/>
              <a:ext cx="3112770" cy="746125"/>
            </a:xfrm>
            <a:custGeom>
              <a:avLst/>
              <a:gdLst/>
              <a:ahLst/>
              <a:cxnLst/>
              <a:rect l="l" t="t" r="r" b="b"/>
              <a:pathLst>
                <a:path w="3112770" h="746125">
                  <a:moveTo>
                    <a:pt x="2739372" y="0"/>
                  </a:moveTo>
                  <a:lnTo>
                    <a:pt x="372951" y="0"/>
                  </a:lnTo>
                  <a:lnTo>
                    <a:pt x="342408" y="1238"/>
                  </a:lnTo>
                  <a:lnTo>
                    <a:pt x="283433" y="10857"/>
                  </a:lnTo>
                  <a:lnTo>
                    <a:pt x="227920" y="29352"/>
                  </a:lnTo>
                  <a:lnTo>
                    <a:pt x="176642" y="55952"/>
                  </a:lnTo>
                  <a:lnTo>
                    <a:pt x="130372" y="89881"/>
                  </a:lnTo>
                  <a:lnTo>
                    <a:pt x="89885" y="130366"/>
                  </a:lnTo>
                  <a:lnTo>
                    <a:pt x="55955" y="176634"/>
                  </a:lnTo>
                  <a:lnTo>
                    <a:pt x="29354" y="227911"/>
                  </a:lnTo>
                  <a:lnTo>
                    <a:pt x="10857" y="283423"/>
                  </a:lnTo>
                  <a:lnTo>
                    <a:pt x="1238" y="342398"/>
                  </a:lnTo>
                  <a:lnTo>
                    <a:pt x="0" y="372941"/>
                  </a:lnTo>
                  <a:lnTo>
                    <a:pt x="1238" y="403483"/>
                  </a:lnTo>
                  <a:lnTo>
                    <a:pt x="10857" y="462455"/>
                  </a:lnTo>
                  <a:lnTo>
                    <a:pt x="29354" y="517967"/>
                  </a:lnTo>
                  <a:lnTo>
                    <a:pt x="55955" y="569243"/>
                  </a:lnTo>
                  <a:lnTo>
                    <a:pt x="89885" y="615512"/>
                  </a:lnTo>
                  <a:lnTo>
                    <a:pt x="130372" y="655998"/>
                  </a:lnTo>
                  <a:lnTo>
                    <a:pt x="176642" y="689928"/>
                  </a:lnTo>
                  <a:lnTo>
                    <a:pt x="227920" y="716528"/>
                  </a:lnTo>
                  <a:lnTo>
                    <a:pt x="283433" y="735025"/>
                  </a:lnTo>
                  <a:lnTo>
                    <a:pt x="342408" y="744644"/>
                  </a:lnTo>
                  <a:lnTo>
                    <a:pt x="372951" y="745883"/>
                  </a:lnTo>
                  <a:lnTo>
                    <a:pt x="2739372" y="745883"/>
                  </a:lnTo>
                  <a:lnTo>
                    <a:pt x="2799787" y="740992"/>
                  </a:lnTo>
                  <a:lnTo>
                    <a:pt x="2857127" y="726838"/>
                  </a:lnTo>
                  <a:lnTo>
                    <a:pt x="2910620" y="704193"/>
                  </a:lnTo>
                  <a:lnTo>
                    <a:pt x="2959491" y="673831"/>
                  </a:lnTo>
                  <a:lnTo>
                    <a:pt x="3002966" y="636526"/>
                  </a:lnTo>
                  <a:lnTo>
                    <a:pt x="3040271" y="593052"/>
                  </a:lnTo>
                  <a:lnTo>
                    <a:pt x="3070633" y="544183"/>
                  </a:lnTo>
                  <a:lnTo>
                    <a:pt x="3093279" y="490692"/>
                  </a:lnTo>
                  <a:lnTo>
                    <a:pt x="3107433" y="433353"/>
                  </a:lnTo>
                  <a:lnTo>
                    <a:pt x="3112324" y="372941"/>
                  </a:lnTo>
                  <a:lnTo>
                    <a:pt x="3111085" y="342398"/>
                  </a:lnTo>
                  <a:lnTo>
                    <a:pt x="3101466" y="283423"/>
                  </a:lnTo>
                  <a:lnTo>
                    <a:pt x="3082969" y="227911"/>
                  </a:lnTo>
                  <a:lnTo>
                    <a:pt x="3056369" y="176634"/>
                  </a:lnTo>
                  <a:lnTo>
                    <a:pt x="3022438" y="130366"/>
                  </a:lnTo>
                  <a:lnTo>
                    <a:pt x="2981951" y="89881"/>
                  </a:lnTo>
                  <a:lnTo>
                    <a:pt x="2935681" y="55952"/>
                  </a:lnTo>
                  <a:lnTo>
                    <a:pt x="2884403" y="29352"/>
                  </a:lnTo>
                  <a:lnTo>
                    <a:pt x="2828890" y="10857"/>
                  </a:lnTo>
                  <a:lnTo>
                    <a:pt x="2769915" y="1238"/>
                  </a:lnTo>
                  <a:lnTo>
                    <a:pt x="2739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FDA816A9-A402-4C99-B6D4-76A43CA52C4F}"/>
                </a:ext>
              </a:extLst>
            </p:cNvPr>
            <p:cNvSpPr/>
            <p:nvPr/>
          </p:nvSpPr>
          <p:spPr>
            <a:xfrm>
              <a:off x="8481417" y="7717548"/>
              <a:ext cx="3141345" cy="775335"/>
            </a:xfrm>
            <a:custGeom>
              <a:avLst/>
              <a:gdLst/>
              <a:ahLst/>
              <a:cxnLst/>
              <a:rect l="l" t="t" r="r" b="b"/>
              <a:pathLst>
                <a:path w="3141345" h="775334">
                  <a:moveTo>
                    <a:pt x="2753842" y="0"/>
                  </a:moveTo>
                  <a:lnTo>
                    <a:pt x="387422" y="0"/>
                  </a:lnTo>
                  <a:lnTo>
                    <a:pt x="355647" y="1284"/>
                  </a:lnTo>
                  <a:lnTo>
                    <a:pt x="294319" y="11259"/>
                  </a:lnTo>
                  <a:lnTo>
                    <a:pt x="236618" y="30444"/>
                  </a:lnTo>
                  <a:lnTo>
                    <a:pt x="183342" y="58043"/>
                  </a:lnTo>
                  <a:lnTo>
                    <a:pt x="135290" y="93257"/>
                  </a:lnTo>
                  <a:lnTo>
                    <a:pt x="93257" y="135290"/>
                  </a:lnTo>
                  <a:lnTo>
                    <a:pt x="58043" y="183342"/>
                  </a:lnTo>
                  <a:lnTo>
                    <a:pt x="30444" y="236618"/>
                  </a:lnTo>
                  <a:lnTo>
                    <a:pt x="11259" y="294319"/>
                  </a:lnTo>
                  <a:lnTo>
                    <a:pt x="1284" y="355647"/>
                  </a:lnTo>
                  <a:lnTo>
                    <a:pt x="0" y="387422"/>
                  </a:lnTo>
                  <a:lnTo>
                    <a:pt x="1284" y="419198"/>
                  </a:lnTo>
                  <a:lnTo>
                    <a:pt x="11259" y="480526"/>
                  </a:lnTo>
                  <a:lnTo>
                    <a:pt x="30444" y="538227"/>
                  </a:lnTo>
                  <a:lnTo>
                    <a:pt x="58043" y="591502"/>
                  </a:lnTo>
                  <a:lnTo>
                    <a:pt x="93257" y="639555"/>
                  </a:lnTo>
                  <a:lnTo>
                    <a:pt x="135290" y="681587"/>
                  </a:lnTo>
                  <a:lnTo>
                    <a:pt x="183342" y="716801"/>
                  </a:lnTo>
                  <a:lnTo>
                    <a:pt x="236618" y="744400"/>
                  </a:lnTo>
                  <a:lnTo>
                    <a:pt x="294319" y="763586"/>
                  </a:lnTo>
                  <a:lnTo>
                    <a:pt x="355647" y="773561"/>
                  </a:lnTo>
                  <a:lnTo>
                    <a:pt x="387422" y="774845"/>
                  </a:lnTo>
                  <a:lnTo>
                    <a:pt x="2753842" y="774845"/>
                  </a:lnTo>
                  <a:lnTo>
                    <a:pt x="2816683" y="769774"/>
                  </a:lnTo>
                  <a:lnTo>
                    <a:pt x="2876296" y="755094"/>
                  </a:lnTo>
                  <a:lnTo>
                    <a:pt x="2900685" y="745893"/>
                  </a:lnTo>
                  <a:lnTo>
                    <a:pt x="387422" y="745893"/>
                  </a:lnTo>
                  <a:lnTo>
                    <a:pt x="358065" y="744702"/>
                  </a:lnTo>
                  <a:lnTo>
                    <a:pt x="301381" y="735457"/>
                  </a:lnTo>
                  <a:lnTo>
                    <a:pt x="248024" y="717678"/>
                  </a:lnTo>
                  <a:lnTo>
                    <a:pt x="198737" y="692110"/>
                  </a:lnTo>
                  <a:lnTo>
                    <a:pt x="154264" y="659496"/>
                  </a:lnTo>
                  <a:lnTo>
                    <a:pt x="115348" y="620581"/>
                  </a:lnTo>
                  <a:lnTo>
                    <a:pt x="82735" y="576108"/>
                  </a:lnTo>
                  <a:lnTo>
                    <a:pt x="57167" y="526821"/>
                  </a:lnTo>
                  <a:lnTo>
                    <a:pt x="39388" y="473463"/>
                  </a:lnTo>
                  <a:lnTo>
                    <a:pt x="30142" y="416779"/>
                  </a:lnTo>
                  <a:lnTo>
                    <a:pt x="28951" y="387422"/>
                  </a:lnTo>
                  <a:lnTo>
                    <a:pt x="30142" y="358065"/>
                  </a:lnTo>
                  <a:lnTo>
                    <a:pt x="39388" y="301381"/>
                  </a:lnTo>
                  <a:lnTo>
                    <a:pt x="57167" y="248024"/>
                  </a:lnTo>
                  <a:lnTo>
                    <a:pt x="82735" y="198737"/>
                  </a:lnTo>
                  <a:lnTo>
                    <a:pt x="115348" y="154264"/>
                  </a:lnTo>
                  <a:lnTo>
                    <a:pt x="154264" y="115348"/>
                  </a:lnTo>
                  <a:lnTo>
                    <a:pt x="198737" y="82735"/>
                  </a:lnTo>
                  <a:lnTo>
                    <a:pt x="248024" y="57167"/>
                  </a:lnTo>
                  <a:lnTo>
                    <a:pt x="301381" y="39388"/>
                  </a:lnTo>
                  <a:lnTo>
                    <a:pt x="358065" y="30142"/>
                  </a:lnTo>
                  <a:lnTo>
                    <a:pt x="387422" y="28951"/>
                  </a:lnTo>
                  <a:lnTo>
                    <a:pt x="2900685" y="28951"/>
                  </a:lnTo>
                  <a:lnTo>
                    <a:pt x="2876296" y="19750"/>
                  </a:lnTo>
                  <a:lnTo>
                    <a:pt x="2846943" y="11259"/>
                  </a:lnTo>
                  <a:lnTo>
                    <a:pt x="2816683" y="5070"/>
                  </a:lnTo>
                  <a:lnTo>
                    <a:pt x="2785616" y="1284"/>
                  </a:lnTo>
                  <a:lnTo>
                    <a:pt x="2753842" y="0"/>
                  </a:lnTo>
                  <a:close/>
                </a:path>
                <a:path w="3141345" h="775334">
                  <a:moveTo>
                    <a:pt x="2900685" y="28951"/>
                  </a:moveTo>
                  <a:lnTo>
                    <a:pt x="2753842" y="28951"/>
                  </a:lnTo>
                  <a:lnTo>
                    <a:pt x="2783199" y="30142"/>
                  </a:lnTo>
                  <a:lnTo>
                    <a:pt x="2811911" y="33652"/>
                  </a:lnTo>
                  <a:lnTo>
                    <a:pt x="2867024" y="47257"/>
                  </a:lnTo>
                  <a:lnTo>
                    <a:pt x="2918440" y="69024"/>
                  </a:lnTo>
                  <a:lnTo>
                    <a:pt x="2965413" y="98207"/>
                  </a:lnTo>
                  <a:lnTo>
                    <a:pt x="3007200" y="134065"/>
                  </a:lnTo>
                  <a:lnTo>
                    <a:pt x="3043057" y="175852"/>
                  </a:lnTo>
                  <a:lnTo>
                    <a:pt x="3072241" y="222825"/>
                  </a:lnTo>
                  <a:lnTo>
                    <a:pt x="3094007" y="274240"/>
                  </a:lnTo>
                  <a:lnTo>
                    <a:pt x="3107613" y="329354"/>
                  </a:lnTo>
                  <a:lnTo>
                    <a:pt x="3112313" y="387422"/>
                  </a:lnTo>
                  <a:lnTo>
                    <a:pt x="3111123" y="416779"/>
                  </a:lnTo>
                  <a:lnTo>
                    <a:pt x="3101877" y="473463"/>
                  </a:lnTo>
                  <a:lnTo>
                    <a:pt x="3084098" y="526821"/>
                  </a:lnTo>
                  <a:lnTo>
                    <a:pt x="3058530" y="576108"/>
                  </a:lnTo>
                  <a:lnTo>
                    <a:pt x="3025916" y="620581"/>
                  </a:lnTo>
                  <a:lnTo>
                    <a:pt x="2987001" y="659496"/>
                  </a:lnTo>
                  <a:lnTo>
                    <a:pt x="2942528" y="692110"/>
                  </a:lnTo>
                  <a:lnTo>
                    <a:pt x="2893241" y="717678"/>
                  </a:lnTo>
                  <a:lnTo>
                    <a:pt x="2839883" y="735457"/>
                  </a:lnTo>
                  <a:lnTo>
                    <a:pt x="2783199" y="744702"/>
                  </a:lnTo>
                  <a:lnTo>
                    <a:pt x="2753842" y="745893"/>
                  </a:lnTo>
                  <a:lnTo>
                    <a:pt x="2900685" y="745893"/>
                  </a:lnTo>
                  <a:lnTo>
                    <a:pt x="2957918" y="716801"/>
                  </a:lnTo>
                  <a:lnTo>
                    <a:pt x="3005971" y="681587"/>
                  </a:lnTo>
                  <a:lnTo>
                    <a:pt x="3048004" y="639555"/>
                  </a:lnTo>
                  <a:lnTo>
                    <a:pt x="3083219" y="591502"/>
                  </a:lnTo>
                  <a:lnTo>
                    <a:pt x="3110819" y="538227"/>
                  </a:lnTo>
                  <a:lnTo>
                    <a:pt x="3130005" y="480526"/>
                  </a:lnTo>
                  <a:lnTo>
                    <a:pt x="3139981" y="419198"/>
                  </a:lnTo>
                  <a:lnTo>
                    <a:pt x="3141265" y="387422"/>
                  </a:lnTo>
                  <a:lnTo>
                    <a:pt x="3139981" y="355647"/>
                  </a:lnTo>
                  <a:lnTo>
                    <a:pt x="3130005" y="294319"/>
                  </a:lnTo>
                  <a:lnTo>
                    <a:pt x="3110819" y="236618"/>
                  </a:lnTo>
                  <a:lnTo>
                    <a:pt x="3083219" y="183342"/>
                  </a:lnTo>
                  <a:lnTo>
                    <a:pt x="3048004" y="135290"/>
                  </a:lnTo>
                  <a:lnTo>
                    <a:pt x="3005971" y="93257"/>
                  </a:lnTo>
                  <a:lnTo>
                    <a:pt x="2957918" y="58043"/>
                  </a:lnTo>
                  <a:lnTo>
                    <a:pt x="2904642" y="30444"/>
                  </a:lnTo>
                  <a:lnTo>
                    <a:pt x="2900685" y="28951"/>
                  </a:lnTo>
                  <a:close/>
                </a:path>
              </a:pathLst>
            </a:custGeom>
            <a:solidFill>
              <a:srgbClr val="9C63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2FD464C-8544-4B7B-B4B9-FFB6192E543C}"/>
              </a:ext>
            </a:extLst>
          </p:cNvPr>
          <p:cNvSpPr txBox="1"/>
          <p:nvPr/>
        </p:nvSpPr>
        <p:spPr>
          <a:xfrm>
            <a:off x="5163561" y="4715557"/>
            <a:ext cx="1829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78~79</a:t>
            </a:r>
            <a:r>
              <a:rPr lang="ko-KR" altLang="en-US" sz="2400" b="1" spc="-150" dirty="0">
                <a:solidFill>
                  <a:srgbClr val="8F6543"/>
                </a:solidFill>
                <a:latin typeface="맑은 고딕" panose="020B0503020000020004" pitchFamily="50" charset="-127"/>
              </a:rPr>
              <a:t>쪽</a:t>
            </a:r>
            <a:endParaRPr lang="ko-KR" altLang="en-US" sz="2400" b="1" spc="-150" dirty="0">
              <a:solidFill>
                <a:srgbClr val="8F654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9C7DF3-0B23-4A89-BD10-D732E801D298}"/>
              </a:ext>
            </a:extLst>
          </p:cNvPr>
          <p:cNvSpPr txBox="1"/>
          <p:nvPr/>
        </p:nvSpPr>
        <p:spPr>
          <a:xfrm>
            <a:off x="-1" y="257820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latin typeface="맑은 고딕" panose="020B0503020000020004" pitchFamily="50" charset="-127"/>
              </a:rPr>
              <a:t>이야기가 있는 음악</a:t>
            </a:r>
            <a:endParaRPr lang="ko-KR" altLang="en-US" sz="4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B96230-CDA2-4DCD-B499-754BB8E78432}"/>
              </a:ext>
            </a:extLst>
          </p:cNvPr>
          <p:cNvSpPr txBox="1"/>
          <p:nvPr/>
        </p:nvSpPr>
        <p:spPr>
          <a:xfrm>
            <a:off x="9295478" y="3080271"/>
            <a:ext cx="2376489" cy="48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9000"/>
              </a:lnSpc>
            </a:pPr>
            <a:r>
              <a: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준비물 있어요</a:t>
            </a:r>
            <a:r>
              <a: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</a:rPr>
              <a:t>!</a:t>
            </a:r>
            <a:endParaRPr lang="ko-KR" altLang="en-US" sz="2400" b="1" spc="-150" dirty="0">
              <a:solidFill>
                <a:srgbClr val="D13B2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9B1FE8CB-8205-47DD-9C8B-2650CA2C14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830"/>
          <a:stretch/>
        </p:blipFill>
        <p:spPr>
          <a:xfrm>
            <a:off x="4118735" y="3592239"/>
            <a:ext cx="493748" cy="503703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7682091-3F51-8EB8-AECB-5C67C1FA456E}"/>
              </a:ext>
            </a:extLst>
          </p:cNvPr>
          <p:cNvGrpSpPr/>
          <p:nvPr/>
        </p:nvGrpSpPr>
        <p:grpSpPr>
          <a:xfrm>
            <a:off x="10635" y="6435306"/>
            <a:ext cx="6772936" cy="425180"/>
            <a:chOff x="10635" y="6435306"/>
            <a:chExt cx="6772936" cy="425180"/>
          </a:xfrm>
        </p:grpSpPr>
        <p:sp>
          <p:nvSpPr>
            <p:cNvPr id="9" name="사각형: 둥근 모서리 8">
              <a:hlinkClick r:id="rId5" action="ppaction://hlinksldjump"/>
              <a:extLst>
                <a:ext uri="{FF2B5EF4-FFF2-40B4-BE49-F238E27FC236}">
                  <a16:creationId xmlns:a16="http://schemas.microsoft.com/office/drawing/2014/main" id="{8D55B1E8-1077-12A2-9FB4-D553988407B0}"/>
                </a:ext>
              </a:extLst>
            </p:cNvPr>
            <p:cNvSpPr/>
            <p:nvPr/>
          </p:nvSpPr>
          <p:spPr>
            <a:xfrm>
              <a:off x="1063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차시</a:t>
              </a:r>
              <a:r>
                <a:rPr lang="en-US" altLang="ko-KR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</a:t>
              </a:r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시작</a:t>
              </a:r>
            </a:p>
          </p:txBody>
        </p:sp>
        <p:sp>
          <p:nvSpPr>
            <p:cNvPr id="19" name="사각형: 둥근 모서리 18">
              <a:hlinkClick r:id="rId6" action="ppaction://hlinksldjump"/>
              <a:extLst>
                <a:ext uri="{FF2B5EF4-FFF2-40B4-BE49-F238E27FC236}">
                  <a16:creationId xmlns:a16="http://schemas.microsoft.com/office/drawing/2014/main" id="{7F966C97-8858-03A6-2C9A-AF51A252D7B0}"/>
                </a:ext>
              </a:extLst>
            </p:cNvPr>
            <p:cNvSpPr/>
            <p:nvPr/>
          </p:nvSpPr>
          <p:spPr>
            <a:xfrm>
              <a:off x="665455" y="6467205"/>
              <a:ext cx="654820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학습 목표</a:t>
              </a:r>
            </a:p>
          </p:txBody>
        </p:sp>
        <p:sp>
          <p:nvSpPr>
            <p:cNvPr id="20" name="사각형: 둥근 모서리 19">
              <a:hlinkClick r:id="rId7" action="ppaction://hlinksldjump"/>
              <a:extLst>
                <a:ext uri="{FF2B5EF4-FFF2-40B4-BE49-F238E27FC236}">
                  <a16:creationId xmlns:a16="http://schemas.microsoft.com/office/drawing/2014/main" id="{1B1B0135-C584-F497-C5DA-5F70E9568D89}"/>
                </a:ext>
              </a:extLst>
            </p:cNvPr>
            <p:cNvSpPr/>
            <p:nvPr/>
          </p:nvSpPr>
          <p:spPr>
            <a:xfrm>
              <a:off x="1320275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열기</a:t>
              </a:r>
            </a:p>
          </p:txBody>
        </p:sp>
        <p:sp>
          <p:nvSpPr>
            <p:cNvPr id="27" name="사각형: 둥근 모서리 26">
              <a:hlinkClick r:id="rId8" action="ppaction://hlinksldjump"/>
              <a:extLst>
                <a:ext uri="{FF2B5EF4-FFF2-40B4-BE49-F238E27FC236}">
                  <a16:creationId xmlns:a16="http://schemas.microsoft.com/office/drawing/2014/main" id="{F17CEBAE-460B-2D70-BFC7-2D1A2C6C4741}"/>
                </a:ext>
              </a:extLst>
            </p:cNvPr>
            <p:cNvSpPr/>
            <p:nvPr/>
          </p:nvSpPr>
          <p:spPr>
            <a:xfrm>
              <a:off x="1901259" y="6467205"/>
              <a:ext cx="751163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노래 익히기</a:t>
              </a:r>
            </a:p>
          </p:txBody>
        </p:sp>
        <p:sp>
          <p:nvSpPr>
            <p:cNvPr id="28" name="사각형: 둥근 모서리 27">
              <a:hlinkClick r:id="rId9" action="ppaction://hlinksldjump"/>
              <a:extLst>
                <a:ext uri="{FF2B5EF4-FFF2-40B4-BE49-F238E27FC236}">
                  <a16:creationId xmlns:a16="http://schemas.microsoft.com/office/drawing/2014/main" id="{FF2C0825-DF36-69A7-EF38-83F848DD8616}"/>
                </a:ext>
              </a:extLst>
            </p:cNvPr>
            <p:cNvSpPr/>
            <p:nvPr/>
          </p:nvSpPr>
          <p:spPr>
            <a:xfrm>
              <a:off x="2652422" y="6467205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활동</a:t>
              </a:r>
            </a:p>
          </p:txBody>
        </p:sp>
        <p:sp>
          <p:nvSpPr>
            <p:cNvPr id="29" name="사각형: 둥근 모서리 28">
              <a:hlinkClick r:id="rId10" action="ppaction://hlinksldjump"/>
              <a:extLst>
                <a:ext uri="{FF2B5EF4-FFF2-40B4-BE49-F238E27FC236}">
                  <a16:creationId xmlns:a16="http://schemas.microsoft.com/office/drawing/2014/main" id="{4167C540-E618-21C9-90CD-F3A1AA5F4BB9}"/>
                </a:ext>
              </a:extLst>
            </p:cNvPr>
            <p:cNvSpPr/>
            <p:nvPr/>
          </p:nvSpPr>
          <p:spPr>
            <a:xfrm>
              <a:off x="3233406" y="6456572"/>
              <a:ext cx="580984" cy="393281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맺기</a:t>
              </a:r>
            </a:p>
          </p:txBody>
        </p:sp>
        <p:sp>
          <p:nvSpPr>
            <p:cNvPr id="31" name="사각형: 둥근 모서리 30">
              <a:hlinkClick r:id="rId11" action="ppaction://hlinksldjump"/>
              <a:extLst>
                <a:ext uri="{FF2B5EF4-FFF2-40B4-BE49-F238E27FC236}">
                  <a16:creationId xmlns:a16="http://schemas.microsoft.com/office/drawing/2014/main" id="{E5A26151-5EEA-7D60-9BF0-968BF40AFE34}"/>
                </a:ext>
              </a:extLst>
            </p:cNvPr>
            <p:cNvSpPr/>
            <p:nvPr/>
          </p:nvSpPr>
          <p:spPr>
            <a:xfrm>
              <a:off x="3816227" y="6456572"/>
              <a:ext cx="654820" cy="393281"/>
            </a:xfrm>
            <a:prstGeom prst="roundRect">
              <a:avLst/>
            </a:prstGeom>
            <a:solidFill>
              <a:srgbClr val="E28508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+mn-ea"/>
                </a:rPr>
                <a:t>다음 차시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7BC5E9C-1C28-E501-259F-14D58230921E}"/>
                </a:ext>
              </a:extLst>
            </p:cNvPr>
            <p:cNvGrpSpPr/>
            <p:nvPr/>
          </p:nvGrpSpPr>
          <p:grpSpPr>
            <a:xfrm>
              <a:off x="5518298" y="6435306"/>
              <a:ext cx="1265273" cy="414547"/>
              <a:chOff x="5518298" y="6435306"/>
              <a:chExt cx="1265273" cy="414547"/>
            </a:xfrm>
          </p:grpSpPr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7E476635-C5A1-ABAE-B251-59B1EFCDD301}"/>
                  </a:ext>
                </a:extLst>
              </p:cNvPr>
              <p:cNvSpPr/>
              <p:nvPr/>
            </p:nvSpPr>
            <p:spPr>
              <a:xfrm>
                <a:off x="5518298" y="6456572"/>
                <a:ext cx="1265273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/ 11</a:t>
                </a:r>
                <a:endParaRPr lang="ko-KR" altLang="en-US" sz="1200" b="1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B743ADA0-2458-4272-FA6B-F76CEFB7773E}"/>
                  </a:ext>
                </a:extLst>
              </p:cNvPr>
              <p:cNvSpPr/>
              <p:nvPr/>
            </p:nvSpPr>
            <p:spPr>
              <a:xfrm>
                <a:off x="5589581" y="6435306"/>
                <a:ext cx="364651" cy="39328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700" b="1" dirty="0">
                    <a:solidFill>
                      <a:schemeClr val="tx1"/>
                    </a:solidFill>
                    <a:latin typeface="+mn-ea"/>
                  </a:rPr>
                  <a:t>11</a:t>
                </a:r>
                <a:endParaRPr lang="ko-KR" altLang="en-US" sz="17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8DEB3AE-9953-48AA-9563-609519C97780}"/>
              </a:ext>
            </a:extLst>
          </p:cNvPr>
          <p:cNvGrpSpPr/>
          <p:nvPr/>
        </p:nvGrpSpPr>
        <p:grpSpPr>
          <a:xfrm>
            <a:off x="9230041" y="2222616"/>
            <a:ext cx="2520922" cy="4187291"/>
            <a:chOff x="9230041" y="2222616"/>
            <a:chExt cx="2520922" cy="4187291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BE7940B4-5858-45B6-9999-A40C6F30F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230041" y="2222616"/>
              <a:ext cx="2519047" cy="418729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A3A565-D491-426B-8925-91D3131A5344}"/>
                </a:ext>
              </a:extLst>
            </p:cNvPr>
            <p:cNvSpPr txBox="1"/>
            <p:nvPr/>
          </p:nvSpPr>
          <p:spPr>
            <a:xfrm>
              <a:off x="9231916" y="2599992"/>
              <a:ext cx="2519047" cy="928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편안한 옷</a:t>
              </a:r>
              <a:endParaRPr lang="en-US" altLang="ko-KR" sz="2400" b="1" spc="-150" dirty="0">
                <a:solidFill>
                  <a:srgbClr val="D13B27"/>
                </a:solidFill>
                <a:latin typeface="맑은 고딕" panose="020B0503020000020004" pitchFamily="50" charset="-127"/>
              </a:endParaRPr>
            </a:p>
            <a:p>
              <a:pPr algn="ctr">
                <a:lnSpc>
                  <a:spcPct val="119000"/>
                </a:lnSpc>
              </a:pPr>
              <a:r>
                <a:rPr lang="ko-KR" altLang="en-US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입고 오세요</a:t>
              </a:r>
              <a:r>
                <a:rPr lang="en-US" altLang="ko-KR" sz="2400" b="1" spc="-150" dirty="0">
                  <a:solidFill>
                    <a:srgbClr val="D13B27"/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2400" b="1" spc="-150" dirty="0">
                <a:solidFill>
                  <a:srgbClr val="D13B27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419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</TotalTime>
  <Words>482</Words>
  <Application>Microsoft Office PowerPoint</Application>
  <PresentationFormat>와이드스크린</PresentationFormat>
  <Paragraphs>201</Paragraphs>
  <Slides>16</Slides>
  <Notes>7</Notes>
  <HiddenSlides>0</HiddenSlides>
  <MMClips>5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고은나래 통합실용2 Cell</dc:creator>
  <cp:lastModifiedBy>최다솜 통합실용2 Cell</cp:lastModifiedBy>
  <cp:revision>188</cp:revision>
  <dcterms:created xsi:type="dcterms:W3CDTF">2025-02-28T03:00:49Z</dcterms:created>
  <dcterms:modified xsi:type="dcterms:W3CDTF">2025-07-09T08:14:52Z</dcterms:modified>
</cp:coreProperties>
</file>