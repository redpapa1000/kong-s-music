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99" r:id="rId2"/>
    <p:sldId id="294" r:id="rId3"/>
    <p:sldId id="411" r:id="rId4"/>
    <p:sldId id="475" r:id="rId5"/>
    <p:sldId id="474" r:id="rId6"/>
    <p:sldId id="449" r:id="rId7"/>
    <p:sldId id="478" r:id="rId8"/>
    <p:sldId id="483" r:id="rId9"/>
    <p:sldId id="479" r:id="rId10"/>
    <p:sldId id="480" r:id="rId11"/>
    <p:sldId id="436" r:id="rId12"/>
    <p:sldId id="481" r:id="rId13"/>
    <p:sldId id="482" r:id="rId14"/>
    <p:sldId id="32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81" userDrawn="1">
          <p15:clr>
            <a:srgbClr val="A4A3A4"/>
          </p15:clr>
        </p15:guide>
        <p15:guide id="6" orient="horz" pos="1094" userDrawn="1">
          <p15:clr>
            <a:srgbClr val="A4A3A4"/>
          </p15:clr>
        </p15:guide>
        <p15:guide id="7" pos="6448" userDrawn="1">
          <p15:clr>
            <a:srgbClr val="A4A3A4"/>
          </p15:clr>
        </p15:guide>
        <p15:guide id="8" pos="7401" userDrawn="1">
          <p15:clr>
            <a:srgbClr val="A4A3A4"/>
          </p15:clr>
        </p15:guide>
        <p15:guide id="9" pos="801" userDrawn="1">
          <p15:clr>
            <a:srgbClr val="A4A3A4"/>
          </p15:clr>
        </p15:guide>
        <p15:guide id="11" pos="12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1D1"/>
    <a:srgbClr val="FCE5E8"/>
    <a:srgbClr val="D13B27"/>
    <a:srgbClr val="F9ECE1"/>
    <a:srgbClr val="EEF6FF"/>
    <a:srgbClr val="FFFFFF"/>
    <a:srgbClr val="F7C4CB"/>
    <a:srgbClr val="F06794"/>
    <a:srgbClr val="AD4B45"/>
    <a:srgbClr val="D1E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7384" autoAdjust="0"/>
  </p:normalViewPr>
  <p:slideViewPr>
    <p:cSldViewPr snapToGrid="0" showGuides="1">
      <p:cViewPr varScale="1">
        <p:scale>
          <a:sx n="94" d="100"/>
          <a:sy n="94" d="100"/>
        </p:scale>
        <p:origin x="274" y="82"/>
      </p:cViewPr>
      <p:guideLst>
        <p:guide orient="horz" pos="3181"/>
        <p:guide orient="horz" pos="1094"/>
        <p:guide pos="6448"/>
        <p:guide pos="7401"/>
        <p:guide pos="801"/>
        <p:guide pos="12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DE612-B7D2-45DA-96AA-BA057B5DC7A0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7B2CD-1C3D-4FE3-AABC-8D8C4818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14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876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023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69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190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994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719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555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86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861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159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885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444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38FA-4DBF-5EB3-366D-09B36665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59B9F5-15D2-2FB7-856F-EC5829EC7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64DF71-986C-5DAF-5C50-163A61BF4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3EAA56-60E1-9ACA-8C53-110253127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668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24449E9-7663-4987-89F8-C82CE8B994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24" y="166704"/>
            <a:ext cx="11986833" cy="18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25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5" userDrawn="1">
          <p15:clr>
            <a:srgbClr val="FBAE40"/>
          </p15:clr>
        </p15:guide>
        <p15:guide id="2" pos="733" userDrawn="1">
          <p15:clr>
            <a:srgbClr val="FBAE40"/>
          </p15:clr>
        </p15:guide>
        <p15:guide id="3" orient="horz" pos="595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CEA0A03-1BE6-497D-BEF2-500472EE8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63" y="3482"/>
            <a:ext cx="12006000" cy="96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5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  <p15:guide id="3" orient="horz" pos="61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CE67A59-FC75-4456-B39B-F4EF68D980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63" y="0"/>
            <a:ext cx="12006000" cy="126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00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  <p15:guide id="3" orient="horz" pos="61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23D142-B014-4105-A528-77F68AB5AF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63" y="0"/>
            <a:ext cx="12006000" cy="127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96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98295A8-C333-4D0A-81CD-2A7C4D6788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53" y="3514"/>
            <a:ext cx="12006000" cy="96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3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5515AC-C089-43A1-B6CF-4DDA9848A6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53" y="-2024"/>
            <a:ext cx="12006000" cy="96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57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99AFFE4-4B6A-4592-A689-9883DC210F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957" y="-2024"/>
            <a:ext cx="12006000" cy="96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22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7FB8164-FC84-43E1-B541-CDE1977729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482" y="0"/>
            <a:ext cx="12006000" cy="126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62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93985E-C021-41E0-AD38-B9C1A14254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3" y="0"/>
            <a:ext cx="12006000" cy="96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18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C2DB64F-FA06-4F62-B001-716ECE0FB5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538" y="3721"/>
            <a:ext cx="12006000" cy="126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7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07D0C68-334B-47A3-B80E-7D774B9986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63" y="0"/>
            <a:ext cx="12006000" cy="127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5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9DA191E-88DA-4DB1-9C42-6380795234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63" y="0"/>
            <a:ext cx="12006000" cy="97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40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3FF5365-1F5D-472F-B530-9B371DC948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400" y="0"/>
            <a:ext cx="12006000" cy="126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72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3DB5B54-55AA-45E2-A316-E6C2E7020D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00" y="3527"/>
            <a:ext cx="12006000" cy="96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98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8E62F2-3093-4A32-A893-F2071D132D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1291"/>
            <a:ext cx="12192000" cy="646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61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  <p15:guide id="3" orient="horz" pos="2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A149AC9-8B55-4772-AF8C-23E8A7282C31}"/>
              </a:ext>
            </a:extLst>
          </p:cNvPr>
          <p:cNvGrpSpPr/>
          <p:nvPr userDrawn="1"/>
        </p:nvGrpSpPr>
        <p:grpSpPr>
          <a:xfrm>
            <a:off x="0" y="0"/>
            <a:ext cx="12192000" cy="6467205"/>
            <a:chOff x="0" y="0"/>
            <a:chExt cx="12192000" cy="646720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47C6515-E076-4C37-A094-B99FE804CF74}"/>
                </a:ext>
              </a:extLst>
            </p:cNvPr>
            <p:cNvSpPr/>
            <p:nvPr/>
          </p:nvSpPr>
          <p:spPr>
            <a:xfrm>
              <a:off x="0" y="0"/>
              <a:ext cx="12192000" cy="64672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spc="-15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187DE369-9300-4DFD-A517-E08835139F66}"/>
                </a:ext>
              </a:extLst>
            </p:cNvPr>
            <p:cNvSpPr/>
            <p:nvPr/>
          </p:nvSpPr>
          <p:spPr>
            <a:xfrm>
              <a:off x="155575" y="104775"/>
              <a:ext cx="11893550" cy="6238875"/>
            </a:xfrm>
            <a:prstGeom prst="roundRect">
              <a:avLst>
                <a:gd name="adj" fmla="val 3734"/>
              </a:avLst>
            </a:prstGeom>
            <a:solidFill>
              <a:schemeClr val="bg1"/>
            </a:solidFill>
            <a:ln w="57150">
              <a:solidFill>
                <a:srgbClr val="5BB5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spc="-15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288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  <p15:guide id="3" orient="horz" pos="2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3203B-4F0D-FEB8-E927-B3BB48C2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604055-435B-2E71-8CCC-320701F0E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223A0-F63A-31BC-D262-7CBA4F384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D637FC-007A-3193-97AC-E19CE1B43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B89A4-A036-232C-D54F-8C861E5C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039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BEAC0-FC80-48F6-B8F1-0ECDBAB9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CECEEA-462E-A67E-B3DB-5B2DCE56A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EB0395-9F47-291E-BFF6-B62657C54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A21520-C793-35D9-BAD7-16BD6A9E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A2EB31-89A3-7F90-05FF-3CEE9650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145B45-0986-D21D-118D-12B1FBC2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563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6F2BA-D368-B79F-A7A5-337EF0286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EAFB0E-3415-056B-A34A-BC48DE629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E74E3A-BD3B-1D1A-AB97-6C0710DD5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AA242B-750B-D37D-EEC3-4DCCF80F8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238F2E-6D75-6E52-293B-9A79E94BE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9E7E7E-0768-0C74-ECBB-3FF8FD7E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B9B65C-F5CA-CA65-29B7-20C6BB89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0445717-DC9E-84DD-2FE1-CFEA6886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940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E497E-D1B0-16C6-3882-DBEDACCA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768D92-25A7-80F0-3413-4073C18E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01139F-CA59-4C89-BCF5-E7D7784A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E5C100-FD39-42B0-FFDA-807CF1FA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712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A71C1D-0F6B-8CE6-961A-19054ADC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2A246B-D80B-3F73-0269-19E31CD1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FD8C24-DBEF-1996-F207-638610B5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602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807FD-388B-8FF8-6320-856A8A55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8A3CA-F743-0F68-DD3D-DE1A7E65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1716C0-482A-E6E1-06B9-8A839271F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9150F1-F850-F27E-2F11-862EB20C5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B6F012-9BB1-24A3-0F39-CCDC7D74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70206F-BB12-8B43-719D-19311049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679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DF096-3992-AED8-55E2-145D64F2B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8996AE-72DB-D8C4-9C62-09A76AD1E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2365BF-AE57-0CAF-270B-6E31A5012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9BC8F2-4A95-F19A-91C8-A4BD7C3C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DB06C-1088-0875-0B53-9EA52E3F2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E93AEB-5036-B09A-2E3C-CE32C9EC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15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8D691-D605-F47C-996A-243F0ABF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210630-95CC-DDA8-F3EA-E582C23B3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91212-F4B6-8E71-A5C3-E2B0D8D5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01F2CD-E260-AB57-AB31-C6B0789C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8E102-856E-4080-1C69-E93DC9A2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4151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05DCFC-0F23-7016-D12E-97922FE42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37D2D8-AA95-EFB1-3937-4CA733F68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F43AB3-BDD0-902A-6F5F-EC17F721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8F5A4-20AE-AB2E-1EC0-E5C1E30FA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66819-2444-DDCE-B5ED-4A201BBD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229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7F5BBF-C720-915C-26D0-0BA86381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1773C7-6427-EDA4-0863-6D4489203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DE384-56B2-EAA7-3DDD-A62163E26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B95E3-34BC-4396-B45F-EF0AAF9E6027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82F2FE-ECD4-87D9-EC46-042BAE0E3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97072-27DE-110A-0FBB-F744B39B5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08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61" r:id="rId4"/>
    <p:sldLayoutId id="2147483671" r:id="rId5"/>
    <p:sldLayoutId id="2147483662" r:id="rId6"/>
    <p:sldLayoutId id="2147483663" r:id="rId7"/>
    <p:sldLayoutId id="2147483672" r:id="rId8"/>
    <p:sldLayoutId id="2147483670" r:id="rId9"/>
    <p:sldLayoutId id="2147483674" r:id="rId10"/>
    <p:sldLayoutId id="2147483669" r:id="rId11"/>
    <p:sldLayoutId id="2147483664" r:id="rId12"/>
    <p:sldLayoutId id="2147483668" r:id="rId13"/>
    <p:sldLayoutId id="2147483665" r:id="rId14"/>
    <p:sldLayoutId id="2147483666" r:id="rId15"/>
    <p:sldLayoutId id="2147483667" r:id="rId16"/>
    <p:sldLayoutId id="2147483651" r:id="rId17"/>
    <p:sldLayoutId id="2147483652" r:id="rId18"/>
    <p:sldLayoutId id="2147483653" r:id="rId19"/>
    <p:sldLayoutId id="2147483654" r:id="rId20"/>
    <p:sldLayoutId id="2147483655" r:id="rId21"/>
    <p:sldLayoutId id="2147483656" r:id="rId22"/>
    <p:sldLayoutId id="2147483657" r:id="rId23"/>
    <p:sldLayoutId id="2147483658" r:id="rId24"/>
    <p:sldLayoutId id="2147483659" r:id="rId2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14.xml"/><Relationship Id="rId3" Type="http://schemas.openxmlformats.org/officeDocument/2006/relationships/image" Target="../media/image16.png"/><Relationship Id="rId7" Type="http://schemas.openxmlformats.org/officeDocument/2006/relationships/slide" Target="slide1.xml"/><Relationship Id="rId12" Type="http://schemas.openxmlformats.org/officeDocument/2006/relationships/slide" Target="slide1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9.png"/><Relationship Id="rId11" Type="http://schemas.openxmlformats.org/officeDocument/2006/relationships/slide" Target="slide6.xml"/><Relationship Id="rId5" Type="http://schemas.openxmlformats.org/officeDocument/2006/relationships/image" Target="../media/image18.png"/><Relationship Id="rId10" Type="http://schemas.openxmlformats.org/officeDocument/2006/relationships/slide" Target="slide5.xml"/><Relationship Id="rId4" Type="http://schemas.openxmlformats.org/officeDocument/2006/relationships/image" Target="../media/image17.png"/><Relationship Id="rId9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20.png"/><Relationship Id="rId7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slide" Target="slide14.xml"/><Relationship Id="rId5" Type="http://schemas.openxmlformats.org/officeDocument/2006/relationships/slide" Target="slide1.xml"/><Relationship Id="rId10" Type="http://schemas.openxmlformats.org/officeDocument/2006/relationships/slide" Target="slide11.xml"/><Relationship Id="rId4" Type="http://schemas.openxmlformats.org/officeDocument/2006/relationships/image" Target="../media/image21.png"/><Relationship Id="rId9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22.jpg"/><Relationship Id="rId7" Type="http://schemas.openxmlformats.org/officeDocument/2006/relationships/slide" Target="slide2.xml"/><Relationship Id="rId12" Type="http://schemas.openxmlformats.org/officeDocument/2006/relationships/slide" Target="slide1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11" Type="http://schemas.openxmlformats.org/officeDocument/2006/relationships/slide" Target="slide11.xml"/><Relationship Id="rId5" Type="http://schemas.openxmlformats.org/officeDocument/2006/relationships/image" Target="../media/image24.png"/><Relationship Id="rId10" Type="http://schemas.openxmlformats.org/officeDocument/2006/relationships/slide" Target="slide6.xml"/><Relationship Id="rId4" Type="http://schemas.openxmlformats.org/officeDocument/2006/relationships/image" Target="../media/image23.png"/><Relationship Id="rId9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25.jpg"/><Relationship Id="rId7" Type="http://schemas.openxmlformats.org/officeDocument/2006/relationships/slide" Target="slide2.xml"/><Relationship Id="rId12" Type="http://schemas.openxmlformats.org/officeDocument/2006/relationships/slide" Target="slide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11" Type="http://schemas.openxmlformats.org/officeDocument/2006/relationships/slide" Target="slide11.xml"/><Relationship Id="rId5" Type="http://schemas.openxmlformats.org/officeDocument/2006/relationships/image" Target="../media/image27.png"/><Relationship Id="rId10" Type="http://schemas.openxmlformats.org/officeDocument/2006/relationships/slide" Target="slide6.xml"/><Relationship Id="rId4" Type="http://schemas.openxmlformats.org/officeDocument/2006/relationships/image" Target="../media/image26.png"/><Relationship Id="rId9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28.png"/><Relationship Id="rId7" Type="http://schemas.openxmlformats.org/officeDocument/2006/relationships/slide" Target="slide5.xml"/><Relationship Id="rId2" Type="http://schemas.openxmlformats.org/officeDocument/2006/relationships/hyperlink" Target="https://viewer.vivasam.com/VS/ES/MUS/106414/QR/%5b&#48708;&#49345;&#44368;&#50977;%5d(QR)%20&#52488;&#46321;_&#51020;&#50501;%204(&#51452;&#45824;&#52285;)_4-5_76p_&#45432;&#47000;%20&#51061;&#55176;&#44592;(&#54616;&#50560;%20&#45208;&#46972;)/index.html" TargetMode="External"/><Relationship Id="rId1" Type="http://schemas.openxmlformats.org/officeDocument/2006/relationships/slideLayout" Target="../slideLayouts/slideLayout21.xml"/><Relationship Id="rId6" Type="http://schemas.openxmlformats.org/officeDocument/2006/relationships/slide" Target="slide3.xml"/><Relationship Id="rId5" Type="http://schemas.openxmlformats.org/officeDocument/2006/relationships/slide" Target="slide2.xml"/><Relationship Id="rId10" Type="http://schemas.openxmlformats.org/officeDocument/2006/relationships/slide" Target="slide14.xml"/><Relationship Id="rId4" Type="http://schemas.openxmlformats.org/officeDocument/2006/relationships/slide" Target="slide1.xml"/><Relationship Id="rId9" Type="http://schemas.openxmlformats.org/officeDocument/2006/relationships/slide" Target="slide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slide" Target="slide5.xml"/><Relationship Id="rId3" Type="http://schemas.microsoft.com/office/2007/relationships/media" Target="../media/media2.mp3"/><Relationship Id="rId7" Type="http://schemas.openxmlformats.org/officeDocument/2006/relationships/image" Target="../media/image29.png"/><Relationship Id="rId12" Type="http://schemas.openxmlformats.org/officeDocument/2006/relationships/slide" Target="slide3.xml"/><Relationship Id="rId2" Type="http://schemas.openxmlformats.org/officeDocument/2006/relationships/audio" Target="../media/media1.mp3"/><Relationship Id="rId16" Type="http://schemas.openxmlformats.org/officeDocument/2006/relationships/slide" Target="slide14.xml"/><Relationship Id="rId1" Type="http://schemas.microsoft.com/office/2007/relationships/media" Target="../media/media1.mp3"/><Relationship Id="rId6" Type="http://schemas.openxmlformats.org/officeDocument/2006/relationships/notesSlide" Target="../notesSlides/notesSlide5.xml"/><Relationship Id="rId11" Type="http://schemas.openxmlformats.org/officeDocument/2006/relationships/slide" Target="slide2.xml"/><Relationship Id="rId5" Type="http://schemas.openxmlformats.org/officeDocument/2006/relationships/slideLayout" Target="../slideLayouts/slideLayout5.xml"/><Relationship Id="rId15" Type="http://schemas.openxmlformats.org/officeDocument/2006/relationships/slide" Target="slide11.xml"/><Relationship Id="rId10" Type="http://schemas.openxmlformats.org/officeDocument/2006/relationships/slide" Target="slide1.xml"/><Relationship Id="rId4" Type="http://schemas.openxmlformats.org/officeDocument/2006/relationships/audio" Target="../media/media2.mp3"/><Relationship Id="rId9" Type="http://schemas.openxmlformats.org/officeDocument/2006/relationships/image" Target="../media/image31.png"/><Relationship Id="rId14" Type="http://schemas.openxmlformats.org/officeDocument/2006/relationships/slide" Target="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slide" Target="slide2.xml"/><Relationship Id="rId18" Type="http://schemas.openxmlformats.org/officeDocument/2006/relationships/slide" Target="slide14.xml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slide" Target="slide1.xml"/><Relationship Id="rId17" Type="http://schemas.openxmlformats.org/officeDocument/2006/relationships/slide" Target="slide11.xml"/><Relationship Id="rId2" Type="http://schemas.openxmlformats.org/officeDocument/2006/relationships/notesSlide" Target="../notesSlides/notesSlide6.xml"/><Relationship Id="rId16" Type="http://schemas.openxmlformats.org/officeDocument/2006/relationships/slide" Target="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slide" Target="slide5.xml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slide" Target="slide2.xml"/><Relationship Id="rId18" Type="http://schemas.openxmlformats.org/officeDocument/2006/relationships/slide" Target="slide14.xml"/><Relationship Id="rId3" Type="http://schemas.microsoft.com/office/2007/relationships/media" Target="../media/media2.mp3"/><Relationship Id="rId7" Type="http://schemas.openxmlformats.org/officeDocument/2006/relationships/image" Target="../media/image41.png"/><Relationship Id="rId12" Type="http://schemas.openxmlformats.org/officeDocument/2006/relationships/slide" Target="slide1.xml"/><Relationship Id="rId17" Type="http://schemas.openxmlformats.org/officeDocument/2006/relationships/slide" Target="slide11.xml"/><Relationship Id="rId2" Type="http://schemas.openxmlformats.org/officeDocument/2006/relationships/audio" Target="../media/media1.mp3"/><Relationship Id="rId16" Type="http://schemas.openxmlformats.org/officeDocument/2006/relationships/slide" Target="slide6.xml"/><Relationship Id="rId1" Type="http://schemas.microsoft.com/office/2007/relationships/media" Target="../media/media1.mp3"/><Relationship Id="rId6" Type="http://schemas.openxmlformats.org/officeDocument/2006/relationships/notesSlide" Target="../notesSlides/notesSlide7.xml"/><Relationship Id="rId11" Type="http://schemas.openxmlformats.org/officeDocument/2006/relationships/image" Target="../media/image30.png"/><Relationship Id="rId5" Type="http://schemas.openxmlformats.org/officeDocument/2006/relationships/slideLayout" Target="../slideLayouts/slideLayout7.xml"/><Relationship Id="rId15" Type="http://schemas.openxmlformats.org/officeDocument/2006/relationships/slide" Target="slide5.xml"/><Relationship Id="rId10" Type="http://schemas.openxmlformats.org/officeDocument/2006/relationships/image" Target="../media/image43.png"/><Relationship Id="rId4" Type="http://schemas.openxmlformats.org/officeDocument/2006/relationships/audio" Target="../media/media2.mp3"/><Relationship Id="rId9" Type="http://schemas.openxmlformats.org/officeDocument/2006/relationships/hyperlink" Target="https://viewer.vivasam.com/VS/ES/MUS/106414/QR/%5b&#48708;&#49345;&#44368;&#50977;%5d(QR)%20&#52488;&#46321;_&#51020;&#50501;%204(&#51452;&#45824;&#52285;)_4-5_76p_&#45432;&#47000;%20&#51061;&#55176;&#44592;(&#54616;&#50560;%20&#45208;&#46972;)/index.html" TargetMode="External"/><Relationship Id="rId14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slide" Target="slide5.xml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46.png"/><Relationship Id="rId12" Type="http://schemas.openxmlformats.org/officeDocument/2006/relationships/slide" Target="slide3.xml"/><Relationship Id="rId2" Type="http://schemas.openxmlformats.org/officeDocument/2006/relationships/audio" Target="../media/media2.mp3"/><Relationship Id="rId16" Type="http://schemas.openxmlformats.org/officeDocument/2006/relationships/slide" Target="slide14.xml"/><Relationship Id="rId1" Type="http://schemas.microsoft.com/office/2007/relationships/media" Target="../media/media2.mp3"/><Relationship Id="rId6" Type="http://schemas.openxmlformats.org/officeDocument/2006/relationships/image" Target="../media/image45.png"/><Relationship Id="rId11" Type="http://schemas.openxmlformats.org/officeDocument/2006/relationships/slide" Target="slide2.xml"/><Relationship Id="rId5" Type="http://schemas.openxmlformats.org/officeDocument/2006/relationships/image" Target="../media/image44.png"/><Relationship Id="rId15" Type="http://schemas.openxmlformats.org/officeDocument/2006/relationships/slide" Target="slide11.xml"/><Relationship Id="rId10" Type="http://schemas.openxmlformats.org/officeDocument/2006/relationships/slide" Target="slide1.xml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47.png"/><Relationship Id="rId14" Type="http://schemas.openxmlformats.org/officeDocument/2006/relationships/slide" Target="slide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slide" Target="slide3.xml"/><Relationship Id="rId3" Type="http://schemas.microsoft.com/office/2007/relationships/media" Target="../media/media3.mp3"/><Relationship Id="rId7" Type="http://schemas.openxmlformats.org/officeDocument/2006/relationships/image" Target="../media/image44.png"/><Relationship Id="rId12" Type="http://schemas.openxmlformats.org/officeDocument/2006/relationships/slide" Target="slide2.xml"/><Relationship Id="rId17" Type="http://schemas.openxmlformats.org/officeDocument/2006/relationships/slide" Target="slide14.xml"/><Relationship Id="rId2" Type="http://schemas.openxmlformats.org/officeDocument/2006/relationships/audio" Target="../media/media2.mp3"/><Relationship Id="rId16" Type="http://schemas.openxmlformats.org/officeDocument/2006/relationships/slide" Target="slide11.xml"/><Relationship Id="rId1" Type="http://schemas.microsoft.com/office/2007/relationships/media" Target="../media/media2.mp3"/><Relationship Id="rId6" Type="http://schemas.openxmlformats.org/officeDocument/2006/relationships/notesSlide" Target="../notesSlides/notesSlide9.xml"/><Relationship Id="rId11" Type="http://schemas.openxmlformats.org/officeDocument/2006/relationships/slide" Target="slide1.xml"/><Relationship Id="rId5" Type="http://schemas.openxmlformats.org/officeDocument/2006/relationships/slideLayout" Target="../slideLayouts/slideLayout10.xml"/><Relationship Id="rId15" Type="http://schemas.openxmlformats.org/officeDocument/2006/relationships/slide" Target="slide6.xml"/><Relationship Id="rId10" Type="http://schemas.openxmlformats.org/officeDocument/2006/relationships/image" Target="../media/image30.png"/><Relationship Id="rId4" Type="http://schemas.openxmlformats.org/officeDocument/2006/relationships/audio" Target="../media/media3.mp3"/><Relationship Id="rId9" Type="http://schemas.openxmlformats.org/officeDocument/2006/relationships/image" Target="../media/image48.png"/><Relationship Id="rId1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49.png"/><Relationship Id="rId7" Type="http://schemas.openxmlformats.org/officeDocument/2006/relationships/slide" Target="slide2.xml"/><Relationship Id="rId12" Type="http://schemas.openxmlformats.org/officeDocument/2006/relationships/slide" Target="slide1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1.xml"/><Relationship Id="rId11" Type="http://schemas.openxmlformats.org/officeDocument/2006/relationships/slide" Target="slide11.xml"/><Relationship Id="rId5" Type="http://schemas.openxmlformats.org/officeDocument/2006/relationships/image" Target="../media/image51.png"/><Relationship Id="rId10" Type="http://schemas.openxmlformats.org/officeDocument/2006/relationships/slide" Target="slide6.xml"/><Relationship Id="rId4" Type="http://schemas.openxmlformats.org/officeDocument/2006/relationships/image" Target="../media/image50.png"/><Relationship Id="rId9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49.png"/><Relationship Id="rId7" Type="http://schemas.openxmlformats.org/officeDocument/2006/relationships/slide" Target="slide3.xml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2.xml"/><Relationship Id="rId11" Type="http://schemas.openxmlformats.org/officeDocument/2006/relationships/slide" Target="slide14.xml"/><Relationship Id="rId5" Type="http://schemas.openxmlformats.org/officeDocument/2006/relationships/slide" Target="slide1.xml"/><Relationship Id="rId10" Type="http://schemas.openxmlformats.org/officeDocument/2006/relationships/slide" Target="slide11.xml"/><Relationship Id="rId4" Type="http://schemas.openxmlformats.org/officeDocument/2006/relationships/image" Target="../media/image52.png"/><Relationship Id="rId9" Type="http://schemas.openxmlformats.org/officeDocument/2006/relationships/slide" Target="slid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49.png"/><Relationship Id="rId7" Type="http://schemas.openxmlformats.org/officeDocument/2006/relationships/slide" Target="slide3.xml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2.xml"/><Relationship Id="rId11" Type="http://schemas.openxmlformats.org/officeDocument/2006/relationships/slide" Target="slide14.xml"/><Relationship Id="rId5" Type="http://schemas.openxmlformats.org/officeDocument/2006/relationships/slide" Target="slide1.xml"/><Relationship Id="rId10" Type="http://schemas.openxmlformats.org/officeDocument/2006/relationships/slide" Target="slide11.xml"/><Relationship Id="rId4" Type="http://schemas.openxmlformats.org/officeDocument/2006/relationships/image" Target="../media/image53.png"/><Relationship Id="rId9" Type="http://schemas.openxmlformats.org/officeDocument/2006/relationships/slide" Target="slide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.xml"/><Relationship Id="rId7" Type="http://schemas.openxmlformats.org/officeDocument/2006/relationships/slide" Target="slide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5.xml"/><Relationship Id="rId11" Type="http://schemas.openxmlformats.org/officeDocument/2006/relationships/image" Target="../media/image55.png"/><Relationship Id="rId5" Type="http://schemas.openxmlformats.org/officeDocument/2006/relationships/slide" Target="slide3.xml"/><Relationship Id="rId10" Type="http://schemas.openxmlformats.org/officeDocument/2006/relationships/image" Target="../media/image54.png"/><Relationship Id="rId4" Type="http://schemas.openxmlformats.org/officeDocument/2006/relationships/slide" Target="slide2.xml"/><Relationship Id="rId9" Type="http://schemas.openxmlformats.org/officeDocument/2006/relationships/slide" Target="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2B73-AD40-D7EB-AD9D-5CB501E5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4F351EDE-800F-453D-B469-87C322824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9369"/>
            <a:ext cx="12186874" cy="30265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492D9AD-2C2F-4DE0-994E-8B7F107D1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0" y="0"/>
            <a:ext cx="5170598" cy="28905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4CD2AF-168B-7AFA-3EA5-91BD13F7FB45}"/>
              </a:ext>
            </a:extLst>
          </p:cNvPr>
          <p:cNvSpPr txBox="1"/>
          <p:nvPr/>
        </p:nvSpPr>
        <p:spPr>
          <a:xfrm>
            <a:off x="7197214" y="4538256"/>
            <a:ext cx="1718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rgbClr val="8F654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30~31</a:t>
            </a:r>
            <a:r>
              <a:rPr lang="ko-KR" altLang="en-US" sz="2400" b="1" spc="-150" dirty="0">
                <a:solidFill>
                  <a:srgbClr val="8F654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7D3CEF-0E36-2684-0229-4FA72AF8EB5A}"/>
              </a:ext>
            </a:extLst>
          </p:cNvPr>
          <p:cNvSpPr txBox="1"/>
          <p:nvPr/>
        </p:nvSpPr>
        <p:spPr>
          <a:xfrm>
            <a:off x="3723672" y="2083144"/>
            <a:ext cx="74135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>
                <a:latin typeface="맑은 고딕" panose="020B0503020000020004" pitchFamily="50" charset="-127"/>
              </a:rPr>
              <a:t>음악으로 만드는 겨울 세상</a:t>
            </a:r>
            <a:endParaRPr lang="ko-KR" altLang="en-US" sz="4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B3A57-47E3-49B8-7764-ED76B996381A}"/>
              </a:ext>
            </a:extLst>
          </p:cNvPr>
          <p:cNvSpPr txBox="1"/>
          <p:nvPr/>
        </p:nvSpPr>
        <p:spPr>
          <a:xfrm>
            <a:off x="2880361" y="3171084"/>
            <a:ext cx="9072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spc="-300" dirty="0">
                <a:solidFill>
                  <a:srgbClr val="F06794"/>
                </a:solidFill>
                <a:latin typeface="맑은 고딕" panose="020B0503020000020004" pitchFamily="50" charset="-127"/>
              </a:rPr>
              <a:t>하얀 나라</a:t>
            </a:r>
            <a:endParaRPr lang="ko-KR" altLang="en-US" sz="4000" b="1" spc="-300" dirty="0">
              <a:solidFill>
                <a:srgbClr val="F067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object 110">
            <a:extLst>
              <a:ext uri="{FF2B5EF4-FFF2-40B4-BE49-F238E27FC236}">
                <a16:creationId xmlns:a16="http://schemas.microsoft.com/office/drawing/2014/main" id="{7DAD4EC2-163C-476D-89ED-CD0F884BCAFB}"/>
              </a:ext>
            </a:extLst>
          </p:cNvPr>
          <p:cNvSpPr/>
          <p:nvPr/>
        </p:nvSpPr>
        <p:spPr>
          <a:xfrm>
            <a:off x="5238624" y="-21266"/>
            <a:ext cx="6954121" cy="270323"/>
          </a:xfrm>
          <a:custGeom>
            <a:avLst/>
            <a:gdLst/>
            <a:ahLst/>
            <a:cxnLst/>
            <a:rect l="l" t="t" r="r" b="b"/>
            <a:pathLst>
              <a:path w="10699750" h="415925">
                <a:moveTo>
                  <a:pt x="0" y="0"/>
                </a:moveTo>
                <a:lnTo>
                  <a:pt x="959" y="18997"/>
                </a:lnTo>
                <a:lnTo>
                  <a:pt x="2611" y="53179"/>
                </a:lnTo>
                <a:lnTo>
                  <a:pt x="4054" y="84553"/>
                </a:lnTo>
                <a:lnTo>
                  <a:pt x="5903" y="119264"/>
                </a:lnTo>
                <a:lnTo>
                  <a:pt x="17281" y="182264"/>
                </a:lnTo>
                <a:lnTo>
                  <a:pt x="37757" y="236973"/>
                </a:lnTo>
                <a:lnTo>
                  <a:pt x="65959" y="283713"/>
                </a:lnTo>
                <a:lnTo>
                  <a:pt x="100515" y="322808"/>
                </a:lnTo>
                <a:lnTo>
                  <a:pt x="140051" y="354581"/>
                </a:lnTo>
                <a:lnTo>
                  <a:pt x="183195" y="379356"/>
                </a:lnTo>
                <a:lnTo>
                  <a:pt x="228575" y="397455"/>
                </a:lnTo>
                <a:lnTo>
                  <a:pt x="274818" y="409203"/>
                </a:lnTo>
                <a:lnTo>
                  <a:pt x="320551" y="414922"/>
                </a:lnTo>
                <a:lnTo>
                  <a:pt x="342798" y="415621"/>
                </a:lnTo>
                <a:lnTo>
                  <a:pt x="10699142" y="415621"/>
                </a:lnTo>
              </a:path>
            </a:pathLst>
          </a:custGeom>
          <a:ln w="57150">
            <a:solidFill>
              <a:srgbClr val="FDBE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1DA49A3-FE23-4FB7-88E7-16C94DCAC36D}"/>
              </a:ext>
            </a:extLst>
          </p:cNvPr>
          <p:cNvGrpSpPr/>
          <p:nvPr/>
        </p:nvGrpSpPr>
        <p:grpSpPr>
          <a:xfrm>
            <a:off x="5935570" y="4542142"/>
            <a:ext cx="2986942" cy="468412"/>
            <a:chOff x="5928458" y="4542142"/>
            <a:chExt cx="2986942" cy="468412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313098CB-D9BE-4BEC-8B9C-A7AB9A629668}"/>
                </a:ext>
              </a:extLst>
            </p:cNvPr>
            <p:cNvGrpSpPr/>
            <p:nvPr/>
          </p:nvGrpSpPr>
          <p:grpSpPr>
            <a:xfrm>
              <a:off x="5928458" y="4542142"/>
              <a:ext cx="2986942" cy="468412"/>
              <a:chOff x="9777740" y="7473891"/>
              <a:chExt cx="4944110" cy="775335"/>
            </a:xfrm>
          </p:grpSpPr>
          <p:sp>
            <p:nvSpPr>
              <p:cNvPr id="28" name="object 115">
                <a:extLst>
                  <a:ext uri="{FF2B5EF4-FFF2-40B4-BE49-F238E27FC236}">
                    <a16:creationId xmlns:a16="http://schemas.microsoft.com/office/drawing/2014/main" id="{9DD77105-5B13-4B93-BD66-A6D50DAC39AC}"/>
                  </a:ext>
                </a:extLst>
              </p:cNvPr>
              <p:cNvSpPr/>
              <p:nvPr/>
            </p:nvSpPr>
            <p:spPr>
              <a:xfrm>
                <a:off x="9792222" y="7488369"/>
                <a:ext cx="4915535" cy="746125"/>
              </a:xfrm>
              <a:custGeom>
                <a:avLst/>
                <a:gdLst/>
                <a:ahLst/>
                <a:cxnLst/>
                <a:rect l="l" t="t" r="r" b="b"/>
                <a:pathLst>
                  <a:path w="4915534" h="746125">
                    <a:moveTo>
                      <a:pt x="4542071" y="0"/>
                    </a:moveTo>
                    <a:lnTo>
                      <a:pt x="372941" y="0"/>
                    </a:lnTo>
                    <a:lnTo>
                      <a:pt x="342399" y="1238"/>
                    </a:lnTo>
                    <a:lnTo>
                      <a:pt x="283427" y="10857"/>
                    </a:lnTo>
                    <a:lnTo>
                      <a:pt x="227915" y="29354"/>
                    </a:lnTo>
                    <a:lnTo>
                      <a:pt x="176639" y="55954"/>
                    </a:lnTo>
                    <a:lnTo>
                      <a:pt x="130370" y="89884"/>
                    </a:lnTo>
                    <a:lnTo>
                      <a:pt x="89884" y="130370"/>
                    </a:lnTo>
                    <a:lnTo>
                      <a:pt x="55954" y="176639"/>
                    </a:lnTo>
                    <a:lnTo>
                      <a:pt x="29354" y="227915"/>
                    </a:lnTo>
                    <a:lnTo>
                      <a:pt x="10857" y="283427"/>
                    </a:lnTo>
                    <a:lnTo>
                      <a:pt x="1238" y="342399"/>
                    </a:lnTo>
                    <a:lnTo>
                      <a:pt x="0" y="372941"/>
                    </a:lnTo>
                    <a:lnTo>
                      <a:pt x="1238" y="403485"/>
                    </a:lnTo>
                    <a:lnTo>
                      <a:pt x="10857" y="462459"/>
                    </a:lnTo>
                    <a:lnTo>
                      <a:pt x="29354" y="517973"/>
                    </a:lnTo>
                    <a:lnTo>
                      <a:pt x="55954" y="569251"/>
                    </a:lnTo>
                    <a:lnTo>
                      <a:pt x="89884" y="615520"/>
                    </a:lnTo>
                    <a:lnTo>
                      <a:pt x="130370" y="656007"/>
                    </a:lnTo>
                    <a:lnTo>
                      <a:pt x="176639" y="689938"/>
                    </a:lnTo>
                    <a:lnTo>
                      <a:pt x="227915" y="716539"/>
                    </a:lnTo>
                    <a:lnTo>
                      <a:pt x="283427" y="735035"/>
                    </a:lnTo>
                    <a:lnTo>
                      <a:pt x="342399" y="744654"/>
                    </a:lnTo>
                    <a:lnTo>
                      <a:pt x="372941" y="745893"/>
                    </a:lnTo>
                    <a:lnTo>
                      <a:pt x="4542071" y="745893"/>
                    </a:lnTo>
                    <a:lnTo>
                      <a:pt x="4602483" y="741003"/>
                    </a:lnTo>
                    <a:lnTo>
                      <a:pt x="4659821" y="726848"/>
                    </a:lnTo>
                    <a:lnTo>
                      <a:pt x="4713312" y="704203"/>
                    </a:lnTo>
                    <a:lnTo>
                      <a:pt x="4762182" y="673841"/>
                    </a:lnTo>
                    <a:lnTo>
                      <a:pt x="4805656" y="636535"/>
                    </a:lnTo>
                    <a:lnTo>
                      <a:pt x="4842960" y="593060"/>
                    </a:lnTo>
                    <a:lnTo>
                      <a:pt x="4873322" y="544190"/>
                    </a:lnTo>
                    <a:lnTo>
                      <a:pt x="4895967" y="490697"/>
                    </a:lnTo>
                    <a:lnTo>
                      <a:pt x="4910122" y="433356"/>
                    </a:lnTo>
                    <a:lnTo>
                      <a:pt x="4915012" y="372941"/>
                    </a:lnTo>
                    <a:lnTo>
                      <a:pt x="4913773" y="342399"/>
                    </a:lnTo>
                    <a:lnTo>
                      <a:pt x="4904154" y="283427"/>
                    </a:lnTo>
                    <a:lnTo>
                      <a:pt x="4885658" y="227915"/>
                    </a:lnTo>
                    <a:lnTo>
                      <a:pt x="4859058" y="176639"/>
                    </a:lnTo>
                    <a:lnTo>
                      <a:pt x="4825127" y="130370"/>
                    </a:lnTo>
                    <a:lnTo>
                      <a:pt x="4784641" y="89884"/>
                    </a:lnTo>
                    <a:lnTo>
                      <a:pt x="4738373" y="55954"/>
                    </a:lnTo>
                    <a:lnTo>
                      <a:pt x="4687096" y="29354"/>
                    </a:lnTo>
                    <a:lnTo>
                      <a:pt x="4631585" y="10857"/>
                    </a:lnTo>
                    <a:lnTo>
                      <a:pt x="4572613" y="1238"/>
                    </a:lnTo>
                    <a:lnTo>
                      <a:pt x="4542071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116">
                <a:extLst>
                  <a:ext uri="{FF2B5EF4-FFF2-40B4-BE49-F238E27FC236}">
                    <a16:creationId xmlns:a16="http://schemas.microsoft.com/office/drawing/2014/main" id="{347B539A-C0C7-4A57-AD65-1850F2D7FD20}"/>
                  </a:ext>
                </a:extLst>
              </p:cNvPr>
              <p:cNvSpPr/>
              <p:nvPr/>
            </p:nvSpPr>
            <p:spPr>
              <a:xfrm>
                <a:off x="9777740" y="7473891"/>
                <a:ext cx="4944110" cy="775335"/>
              </a:xfrm>
              <a:custGeom>
                <a:avLst/>
                <a:gdLst/>
                <a:ahLst/>
                <a:cxnLst/>
                <a:rect l="l" t="t" r="r" b="b"/>
                <a:pathLst>
                  <a:path w="4944109" h="775334">
                    <a:moveTo>
                      <a:pt x="4556552" y="0"/>
                    </a:moveTo>
                    <a:lnTo>
                      <a:pt x="387422" y="0"/>
                    </a:lnTo>
                    <a:lnTo>
                      <a:pt x="355648" y="1284"/>
                    </a:lnTo>
                    <a:lnTo>
                      <a:pt x="294322" y="11259"/>
                    </a:lnTo>
                    <a:lnTo>
                      <a:pt x="236622" y="30446"/>
                    </a:lnTo>
                    <a:lnTo>
                      <a:pt x="183347" y="58046"/>
                    </a:lnTo>
                    <a:lnTo>
                      <a:pt x="135294" y="93261"/>
                    </a:lnTo>
                    <a:lnTo>
                      <a:pt x="93261" y="135294"/>
                    </a:lnTo>
                    <a:lnTo>
                      <a:pt x="58046" y="183347"/>
                    </a:lnTo>
                    <a:lnTo>
                      <a:pt x="30446" y="236622"/>
                    </a:lnTo>
                    <a:lnTo>
                      <a:pt x="11259" y="294322"/>
                    </a:lnTo>
                    <a:lnTo>
                      <a:pt x="1284" y="355648"/>
                    </a:lnTo>
                    <a:lnTo>
                      <a:pt x="0" y="387422"/>
                    </a:lnTo>
                    <a:lnTo>
                      <a:pt x="1284" y="419198"/>
                    </a:lnTo>
                    <a:lnTo>
                      <a:pt x="11259" y="480526"/>
                    </a:lnTo>
                    <a:lnTo>
                      <a:pt x="30446" y="538227"/>
                    </a:lnTo>
                    <a:lnTo>
                      <a:pt x="58046" y="591502"/>
                    </a:lnTo>
                    <a:lnTo>
                      <a:pt x="93261" y="639555"/>
                    </a:lnTo>
                    <a:lnTo>
                      <a:pt x="135294" y="681587"/>
                    </a:lnTo>
                    <a:lnTo>
                      <a:pt x="183347" y="716801"/>
                    </a:lnTo>
                    <a:lnTo>
                      <a:pt x="236622" y="744400"/>
                    </a:lnTo>
                    <a:lnTo>
                      <a:pt x="294322" y="763586"/>
                    </a:lnTo>
                    <a:lnTo>
                      <a:pt x="355648" y="773561"/>
                    </a:lnTo>
                    <a:lnTo>
                      <a:pt x="387422" y="774845"/>
                    </a:lnTo>
                    <a:lnTo>
                      <a:pt x="4556552" y="774845"/>
                    </a:lnTo>
                    <a:lnTo>
                      <a:pt x="4619395" y="769774"/>
                    </a:lnTo>
                    <a:lnTo>
                      <a:pt x="4679009" y="755094"/>
                    </a:lnTo>
                    <a:lnTo>
                      <a:pt x="4703399" y="745893"/>
                    </a:lnTo>
                    <a:lnTo>
                      <a:pt x="387422" y="745893"/>
                    </a:lnTo>
                    <a:lnTo>
                      <a:pt x="358065" y="744702"/>
                    </a:lnTo>
                    <a:lnTo>
                      <a:pt x="301381" y="735457"/>
                    </a:lnTo>
                    <a:lnTo>
                      <a:pt x="248024" y="717678"/>
                    </a:lnTo>
                    <a:lnTo>
                      <a:pt x="198737" y="692110"/>
                    </a:lnTo>
                    <a:lnTo>
                      <a:pt x="154264" y="659496"/>
                    </a:lnTo>
                    <a:lnTo>
                      <a:pt x="115348" y="620581"/>
                    </a:lnTo>
                    <a:lnTo>
                      <a:pt x="82735" y="576108"/>
                    </a:lnTo>
                    <a:lnTo>
                      <a:pt x="57167" y="526821"/>
                    </a:lnTo>
                    <a:lnTo>
                      <a:pt x="39388" y="473463"/>
                    </a:lnTo>
                    <a:lnTo>
                      <a:pt x="30142" y="416779"/>
                    </a:lnTo>
                    <a:lnTo>
                      <a:pt x="28951" y="387422"/>
                    </a:lnTo>
                    <a:lnTo>
                      <a:pt x="30142" y="358065"/>
                    </a:lnTo>
                    <a:lnTo>
                      <a:pt x="39388" y="301381"/>
                    </a:lnTo>
                    <a:lnTo>
                      <a:pt x="57167" y="248024"/>
                    </a:lnTo>
                    <a:lnTo>
                      <a:pt x="82735" y="198737"/>
                    </a:lnTo>
                    <a:lnTo>
                      <a:pt x="115348" y="154264"/>
                    </a:lnTo>
                    <a:lnTo>
                      <a:pt x="154264" y="115348"/>
                    </a:lnTo>
                    <a:lnTo>
                      <a:pt x="198737" y="82735"/>
                    </a:lnTo>
                    <a:lnTo>
                      <a:pt x="248024" y="57167"/>
                    </a:lnTo>
                    <a:lnTo>
                      <a:pt x="301381" y="39388"/>
                    </a:lnTo>
                    <a:lnTo>
                      <a:pt x="358065" y="30142"/>
                    </a:lnTo>
                    <a:lnTo>
                      <a:pt x="387422" y="28951"/>
                    </a:lnTo>
                    <a:lnTo>
                      <a:pt x="4703395" y="28951"/>
                    </a:lnTo>
                    <a:lnTo>
                      <a:pt x="4679009" y="19751"/>
                    </a:lnTo>
                    <a:lnTo>
                      <a:pt x="4649656" y="11259"/>
                    </a:lnTo>
                    <a:lnTo>
                      <a:pt x="4619395" y="5070"/>
                    </a:lnTo>
                    <a:lnTo>
                      <a:pt x="4588327" y="1284"/>
                    </a:lnTo>
                    <a:lnTo>
                      <a:pt x="4556552" y="0"/>
                    </a:lnTo>
                    <a:close/>
                  </a:path>
                  <a:path w="4944109" h="775334">
                    <a:moveTo>
                      <a:pt x="4703395" y="28951"/>
                    </a:moveTo>
                    <a:lnTo>
                      <a:pt x="4556552" y="28951"/>
                    </a:lnTo>
                    <a:lnTo>
                      <a:pt x="4585909" y="30142"/>
                    </a:lnTo>
                    <a:lnTo>
                      <a:pt x="4614620" y="33652"/>
                    </a:lnTo>
                    <a:lnTo>
                      <a:pt x="4669734" y="47257"/>
                    </a:lnTo>
                    <a:lnTo>
                      <a:pt x="4721149" y="69024"/>
                    </a:lnTo>
                    <a:lnTo>
                      <a:pt x="4768122" y="98207"/>
                    </a:lnTo>
                    <a:lnTo>
                      <a:pt x="4809909" y="134065"/>
                    </a:lnTo>
                    <a:lnTo>
                      <a:pt x="4845767" y="175852"/>
                    </a:lnTo>
                    <a:lnTo>
                      <a:pt x="4874950" y="222825"/>
                    </a:lnTo>
                    <a:lnTo>
                      <a:pt x="4896717" y="274240"/>
                    </a:lnTo>
                    <a:lnTo>
                      <a:pt x="4910322" y="329354"/>
                    </a:lnTo>
                    <a:lnTo>
                      <a:pt x="4915023" y="387422"/>
                    </a:lnTo>
                    <a:lnTo>
                      <a:pt x="4913832" y="416781"/>
                    </a:lnTo>
                    <a:lnTo>
                      <a:pt x="4904586" y="473467"/>
                    </a:lnTo>
                    <a:lnTo>
                      <a:pt x="4886807" y="526825"/>
                    </a:lnTo>
                    <a:lnTo>
                      <a:pt x="4861239" y="576112"/>
                    </a:lnTo>
                    <a:lnTo>
                      <a:pt x="4828626" y="620585"/>
                    </a:lnTo>
                    <a:lnTo>
                      <a:pt x="4789711" y="659500"/>
                    </a:lnTo>
                    <a:lnTo>
                      <a:pt x="4745237" y="692112"/>
                    </a:lnTo>
                    <a:lnTo>
                      <a:pt x="4695950" y="717679"/>
                    </a:lnTo>
                    <a:lnTo>
                      <a:pt x="4642593" y="735457"/>
                    </a:lnTo>
                    <a:lnTo>
                      <a:pt x="4585909" y="744703"/>
                    </a:lnTo>
                    <a:lnTo>
                      <a:pt x="4556552" y="745893"/>
                    </a:lnTo>
                    <a:lnTo>
                      <a:pt x="4703399" y="745893"/>
                    </a:lnTo>
                    <a:lnTo>
                      <a:pt x="4760632" y="716801"/>
                    </a:lnTo>
                    <a:lnTo>
                      <a:pt x="4808684" y="681587"/>
                    </a:lnTo>
                    <a:lnTo>
                      <a:pt x="4850717" y="639555"/>
                    </a:lnTo>
                    <a:lnTo>
                      <a:pt x="4885931" y="591502"/>
                    </a:lnTo>
                    <a:lnTo>
                      <a:pt x="4913530" y="538227"/>
                    </a:lnTo>
                    <a:lnTo>
                      <a:pt x="4932715" y="480526"/>
                    </a:lnTo>
                    <a:lnTo>
                      <a:pt x="4942690" y="419198"/>
                    </a:lnTo>
                    <a:lnTo>
                      <a:pt x="4943975" y="387422"/>
                    </a:lnTo>
                    <a:lnTo>
                      <a:pt x="4942690" y="355648"/>
                    </a:lnTo>
                    <a:lnTo>
                      <a:pt x="4932715" y="294322"/>
                    </a:lnTo>
                    <a:lnTo>
                      <a:pt x="4913530" y="236622"/>
                    </a:lnTo>
                    <a:lnTo>
                      <a:pt x="4885931" y="183347"/>
                    </a:lnTo>
                    <a:lnTo>
                      <a:pt x="4850717" y="135294"/>
                    </a:lnTo>
                    <a:lnTo>
                      <a:pt x="4808684" y="93261"/>
                    </a:lnTo>
                    <a:lnTo>
                      <a:pt x="4760632" y="58046"/>
                    </a:lnTo>
                    <a:lnTo>
                      <a:pt x="4707356" y="30446"/>
                    </a:lnTo>
                    <a:lnTo>
                      <a:pt x="4703395" y="28951"/>
                    </a:lnTo>
                    <a:close/>
                  </a:path>
                </a:pathLst>
              </a:custGeom>
              <a:solidFill>
                <a:srgbClr val="9C633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117">
                <a:extLst>
                  <a:ext uri="{FF2B5EF4-FFF2-40B4-BE49-F238E27FC236}">
                    <a16:creationId xmlns:a16="http://schemas.microsoft.com/office/drawing/2014/main" id="{95A22C0D-C0C4-46B6-9C6F-23435D677CEC}"/>
                  </a:ext>
                </a:extLst>
              </p:cNvPr>
              <p:cNvSpPr/>
              <p:nvPr/>
            </p:nvSpPr>
            <p:spPr>
              <a:xfrm>
                <a:off x="9777745" y="7473891"/>
                <a:ext cx="2061845" cy="775335"/>
              </a:xfrm>
              <a:custGeom>
                <a:avLst/>
                <a:gdLst/>
                <a:ahLst/>
                <a:cxnLst/>
                <a:rect l="l" t="t" r="r" b="b"/>
                <a:pathLst>
                  <a:path w="2061845" h="775334">
                    <a:moveTo>
                      <a:pt x="2061413" y="0"/>
                    </a:moveTo>
                    <a:lnTo>
                      <a:pt x="387422" y="0"/>
                    </a:lnTo>
                    <a:lnTo>
                      <a:pt x="355647" y="1284"/>
                    </a:lnTo>
                    <a:lnTo>
                      <a:pt x="294319" y="11259"/>
                    </a:lnTo>
                    <a:lnTo>
                      <a:pt x="236618" y="30444"/>
                    </a:lnTo>
                    <a:lnTo>
                      <a:pt x="183342" y="58043"/>
                    </a:lnTo>
                    <a:lnTo>
                      <a:pt x="135290" y="93257"/>
                    </a:lnTo>
                    <a:lnTo>
                      <a:pt x="93257" y="135290"/>
                    </a:lnTo>
                    <a:lnTo>
                      <a:pt x="58043" y="183342"/>
                    </a:lnTo>
                    <a:lnTo>
                      <a:pt x="30444" y="236618"/>
                    </a:lnTo>
                    <a:lnTo>
                      <a:pt x="11259" y="294319"/>
                    </a:lnTo>
                    <a:lnTo>
                      <a:pt x="1284" y="355647"/>
                    </a:lnTo>
                    <a:lnTo>
                      <a:pt x="0" y="387422"/>
                    </a:lnTo>
                    <a:lnTo>
                      <a:pt x="1284" y="419198"/>
                    </a:lnTo>
                    <a:lnTo>
                      <a:pt x="11259" y="480526"/>
                    </a:lnTo>
                    <a:lnTo>
                      <a:pt x="30444" y="538227"/>
                    </a:lnTo>
                    <a:lnTo>
                      <a:pt x="58043" y="591502"/>
                    </a:lnTo>
                    <a:lnTo>
                      <a:pt x="93257" y="639555"/>
                    </a:lnTo>
                    <a:lnTo>
                      <a:pt x="135290" y="681587"/>
                    </a:lnTo>
                    <a:lnTo>
                      <a:pt x="183342" y="716801"/>
                    </a:lnTo>
                    <a:lnTo>
                      <a:pt x="236618" y="744400"/>
                    </a:lnTo>
                    <a:lnTo>
                      <a:pt x="294319" y="763586"/>
                    </a:lnTo>
                    <a:lnTo>
                      <a:pt x="355647" y="773561"/>
                    </a:lnTo>
                    <a:lnTo>
                      <a:pt x="387422" y="774845"/>
                    </a:lnTo>
                    <a:lnTo>
                      <a:pt x="2061413" y="774845"/>
                    </a:lnTo>
                    <a:lnTo>
                      <a:pt x="2061413" y="0"/>
                    </a:lnTo>
                    <a:close/>
                  </a:path>
                </a:pathLst>
              </a:custGeom>
              <a:solidFill>
                <a:srgbClr val="9C633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5BF974B-D154-4964-9E12-BFA7D406A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50934" y="4620906"/>
              <a:ext cx="840416" cy="281229"/>
            </a:xfrm>
            <a:prstGeom prst="rect">
              <a:avLst/>
            </a:prstGeom>
          </p:spPr>
        </p:pic>
      </p:grpSp>
      <p:sp>
        <p:nvSpPr>
          <p:cNvPr id="31" name="object 119">
            <a:extLst>
              <a:ext uri="{FF2B5EF4-FFF2-40B4-BE49-F238E27FC236}">
                <a16:creationId xmlns:a16="http://schemas.microsoft.com/office/drawing/2014/main" id="{EFD7248B-C01D-47AE-9214-A4E3A33F5454}"/>
              </a:ext>
            </a:extLst>
          </p:cNvPr>
          <p:cNvSpPr/>
          <p:nvPr/>
        </p:nvSpPr>
        <p:spPr>
          <a:xfrm>
            <a:off x="6457400" y="3905248"/>
            <a:ext cx="1908000" cy="52616"/>
          </a:xfrm>
          <a:custGeom>
            <a:avLst/>
            <a:gdLst/>
            <a:ahLst/>
            <a:cxnLst/>
            <a:rect l="l" t="t" r="r" b="b"/>
            <a:pathLst>
              <a:path w="4010659">
                <a:moveTo>
                  <a:pt x="0" y="0"/>
                </a:moveTo>
                <a:lnTo>
                  <a:pt x="4010349" y="0"/>
                </a:lnTo>
              </a:path>
            </a:pathLst>
          </a:custGeom>
          <a:ln w="38100">
            <a:solidFill>
              <a:srgbClr val="F7C4C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DDAB22-E071-4125-AA40-CF8A1AFDB603}"/>
              </a:ext>
            </a:extLst>
          </p:cNvPr>
          <p:cNvSpPr txBox="1"/>
          <p:nvPr/>
        </p:nvSpPr>
        <p:spPr>
          <a:xfrm>
            <a:off x="7197214" y="4532676"/>
            <a:ext cx="1730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rgbClr val="8F6543"/>
                </a:solidFill>
                <a:latin typeface="맑은 고딕" panose="020B0503020000020004" pitchFamily="50" charset="-127"/>
              </a:rPr>
              <a:t>76~77</a:t>
            </a:r>
            <a:r>
              <a:rPr lang="ko-KR" altLang="en-US" sz="2400" b="1" spc="-150" dirty="0">
                <a:solidFill>
                  <a:srgbClr val="8F6543"/>
                </a:solidFill>
                <a:latin typeface="맑은 고딕" panose="020B0503020000020004" pitchFamily="50" charset="-127"/>
              </a:rPr>
              <a:t>쪽</a:t>
            </a:r>
            <a:endParaRPr lang="ko-KR" altLang="en-US" sz="2400" b="1" spc="-150" dirty="0">
              <a:solidFill>
                <a:srgbClr val="8F654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B0FEFA5-451D-4ED6-AAF9-666F36173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0780" y="3259815"/>
            <a:ext cx="511618" cy="54000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5F24AC9C-20BB-3EE8-94A1-899552147BC5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5" name="사각형: 둥근 모서리 4">
              <a:hlinkClick r:id="rId7" action="ppaction://hlinksldjump"/>
              <a:extLst>
                <a:ext uri="{FF2B5EF4-FFF2-40B4-BE49-F238E27FC236}">
                  <a16:creationId xmlns:a16="http://schemas.microsoft.com/office/drawing/2014/main" id="{366B6B21-D9E9-2B7E-43B3-645760D35C41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0" name="사각형: 둥근 모서리 9">
              <a:hlinkClick r:id="rId8" action="ppaction://hlinksldjump"/>
              <a:extLst>
                <a:ext uri="{FF2B5EF4-FFF2-40B4-BE49-F238E27FC236}">
                  <a16:creationId xmlns:a16="http://schemas.microsoft.com/office/drawing/2014/main" id="{D73D556D-104D-7231-F1DE-6E355618AA04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5" name="사각형: 둥근 모서리 14">
              <a:hlinkClick r:id="rId9" action="ppaction://hlinksldjump"/>
              <a:extLst>
                <a:ext uri="{FF2B5EF4-FFF2-40B4-BE49-F238E27FC236}">
                  <a16:creationId xmlns:a16="http://schemas.microsoft.com/office/drawing/2014/main" id="{A8D39CEE-E42D-E445-72F7-E36959D01792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25" name="사각형: 둥근 모서리 24">
              <a:hlinkClick r:id="rId10" action="ppaction://hlinksldjump"/>
              <a:extLst>
                <a:ext uri="{FF2B5EF4-FFF2-40B4-BE49-F238E27FC236}">
                  <a16:creationId xmlns:a16="http://schemas.microsoft.com/office/drawing/2014/main" id="{73A0B544-CF6E-A42B-0990-99776E915382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33" name="사각형: 둥근 모서리 32">
              <a:hlinkClick r:id="rId11" action="ppaction://hlinksldjump"/>
              <a:extLst>
                <a:ext uri="{FF2B5EF4-FFF2-40B4-BE49-F238E27FC236}">
                  <a16:creationId xmlns:a16="http://schemas.microsoft.com/office/drawing/2014/main" id="{FAB89EB4-57BD-4686-DEC2-5A78A6F9A264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34" name="사각형: 둥근 모서리 33">
              <a:hlinkClick r:id="rId12" action="ppaction://hlinksldjump"/>
              <a:extLst>
                <a:ext uri="{FF2B5EF4-FFF2-40B4-BE49-F238E27FC236}">
                  <a16:creationId xmlns:a16="http://schemas.microsoft.com/office/drawing/2014/main" id="{7C8FAF2B-B599-3F0D-539B-CCE4168D627F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35" name="사각형: 둥근 모서리 34">
              <a:hlinkClick r:id="rId13" action="ppaction://hlinksldjump"/>
              <a:extLst>
                <a:ext uri="{FF2B5EF4-FFF2-40B4-BE49-F238E27FC236}">
                  <a16:creationId xmlns:a16="http://schemas.microsoft.com/office/drawing/2014/main" id="{87ED388E-48CC-B4DE-0993-642C919A5CD5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937DAE2F-FF9B-706A-F63F-C209593ABCF3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1F7075D4-2DD2-EEDC-255C-156ACDDEACC9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78BD642A-D647-6749-5984-587260EAAA88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1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7569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6B7C-E181-14F5-3049-3181BA1C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E19E34-2DF2-446C-A7B8-DC2CDA9ABD59}"/>
              </a:ext>
            </a:extLst>
          </p:cNvPr>
          <p:cNvSpPr/>
          <p:nvPr/>
        </p:nvSpPr>
        <p:spPr>
          <a:xfrm>
            <a:off x="2448565" y="4984442"/>
            <a:ext cx="954511" cy="375209"/>
          </a:xfrm>
          <a:prstGeom prst="rect">
            <a:avLst/>
          </a:prstGeom>
          <a:solidFill>
            <a:srgbClr val="FFF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5DFB8EA-EE2F-4F92-9ADD-42F196F6EA01}"/>
              </a:ext>
            </a:extLst>
          </p:cNvPr>
          <p:cNvSpPr/>
          <p:nvPr/>
        </p:nvSpPr>
        <p:spPr>
          <a:xfrm>
            <a:off x="8308421" y="4277706"/>
            <a:ext cx="3060305" cy="375209"/>
          </a:xfrm>
          <a:prstGeom prst="rect">
            <a:avLst/>
          </a:prstGeom>
          <a:solidFill>
            <a:srgbClr val="FFF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B2CD9E-3F0B-454C-B473-AD8111D5F012}"/>
              </a:ext>
            </a:extLst>
          </p:cNvPr>
          <p:cNvSpPr/>
          <p:nvPr/>
        </p:nvSpPr>
        <p:spPr>
          <a:xfrm>
            <a:off x="7328030" y="2658776"/>
            <a:ext cx="3522221" cy="375209"/>
          </a:xfrm>
          <a:prstGeom prst="rect">
            <a:avLst/>
          </a:prstGeom>
          <a:solidFill>
            <a:srgbClr val="FFF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D39807-FCC7-2F19-6E16-0E4A2FF88039}"/>
              </a:ext>
            </a:extLst>
          </p:cNvPr>
          <p:cNvSpPr txBox="1"/>
          <p:nvPr/>
        </p:nvSpPr>
        <p:spPr>
          <a:xfrm>
            <a:off x="2335142" y="2335504"/>
            <a:ext cx="9413946" cy="3028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9000"/>
              </a:lnSpc>
              <a:spcAft>
                <a:spcPts val="2400"/>
              </a:spcAft>
            </a:pPr>
            <a:r>
              <a:rPr lang="ko-KR" altLang="en-US" sz="4000" b="1" spc="-150" dirty="0">
                <a:latin typeface="맑은 고딕" panose="020B0503020000020004" pitchFamily="50" charset="-127"/>
              </a:rPr>
              <a:t>놀이 경험을 떠올리며 노랫말을 바꾸어  노래 불러 봅시다</a:t>
            </a:r>
            <a:r>
              <a:rPr lang="en-US" altLang="ko-KR" sz="4000" b="1" spc="-150" dirty="0"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09000"/>
              </a:lnSpc>
              <a:spcAft>
                <a:spcPts val="2400"/>
              </a:spcAft>
            </a:pPr>
            <a:r>
              <a:rPr lang="ko-KR" altLang="en-US" sz="4000" b="1" spc="-150" dirty="0">
                <a:latin typeface="맑은 고딕" panose="020B0503020000020004" pitchFamily="50" charset="-127"/>
              </a:rPr>
              <a:t>노랫말과 리듬에 어울리는 가락을 만들어 표현해 봅시다</a:t>
            </a:r>
            <a:r>
              <a:rPr lang="en-US" altLang="ko-KR" sz="4000" b="1" spc="-150" dirty="0">
                <a:latin typeface="맑은 고딕" panose="020B0503020000020004" pitchFamily="50" charset="-127"/>
              </a:rPr>
              <a:t>.</a:t>
            </a:r>
            <a:endParaRPr lang="ko-KR" altLang="en-US" sz="4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bject 30">
            <a:extLst>
              <a:ext uri="{FF2B5EF4-FFF2-40B4-BE49-F238E27FC236}">
                <a16:creationId xmlns:a16="http://schemas.microsoft.com/office/drawing/2014/main" id="{097C09F9-BCD8-44BB-A90B-4DA2D11B3D8D}"/>
              </a:ext>
            </a:extLst>
          </p:cNvPr>
          <p:cNvSpPr/>
          <p:nvPr/>
        </p:nvSpPr>
        <p:spPr>
          <a:xfrm>
            <a:off x="150222" y="4608576"/>
            <a:ext cx="1685286" cy="17170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6A63248B-0315-44F5-9057-5D2670BAF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441" y="2572959"/>
            <a:ext cx="300764" cy="27342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1E6227E-A288-4500-86E4-F219CD13D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729" y="4172125"/>
            <a:ext cx="300764" cy="273422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E0E63EDE-58D5-0EB3-4126-5DB8488FC61F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7" name="사각형: 둥근 모서리 6">
              <a:hlinkClick r:id="rId5" action="ppaction://hlinksldjump"/>
              <a:extLst>
                <a:ext uri="{FF2B5EF4-FFF2-40B4-BE49-F238E27FC236}">
                  <a16:creationId xmlns:a16="http://schemas.microsoft.com/office/drawing/2014/main" id="{4A6187D7-9956-F7AC-7F8B-3AE5377329ED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2" name="사각형: 둥근 모서리 11">
              <a:hlinkClick r:id="rId6" action="ppaction://hlinksldjump"/>
              <a:extLst>
                <a:ext uri="{FF2B5EF4-FFF2-40B4-BE49-F238E27FC236}">
                  <a16:creationId xmlns:a16="http://schemas.microsoft.com/office/drawing/2014/main" id="{D6EDF055-429A-F4CD-B2A9-2BE08A29B22A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3" name="사각형: 둥근 모서리 12">
              <a:hlinkClick r:id="rId7" action="ppaction://hlinksldjump"/>
              <a:extLst>
                <a:ext uri="{FF2B5EF4-FFF2-40B4-BE49-F238E27FC236}">
                  <a16:creationId xmlns:a16="http://schemas.microsoft.com/office/drawing/2014/main" id="{2A4C0552-58CE-65D9-6DE3-C65535F2DB7E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4" name="사각형: 둥근 모서리 13">
              <a:hlinkClick r:id="rId8" action="ppaction://hlinksldjump"/>
              <a:extLst>
                <a:ext uri="{FF2B5EF4-FFF2-40B4-BE49-F238E27FC236}">
                  <a16:creationId xmlns:a16="http://schemas.microsoft.com/office/drawing/2014/main" id="{68EDA8CD-FECD-D643-9ABD-33792A1BBEFA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6" name="사각형: 둥근 모서리 15">
              <a:hlinkClick r:id="rId9" action="ppaction://hlinksldjump"/>
              <a:extLst>
                <a:ext uri="{FF2B5EF4-FFF2-40B4-BE49-F238E27FC236}">
                  <a16:creationId xmlns:a16="http://schemas.microsoft.com/office/drawing/2014/main" id="{10F92869-584F-18FB-F300-4B7087FB392A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7" name="사각형: 둥근 모서리 16">
              <a:hlinkClick r:id="rId10" action="ppaction://hlinksldjump"/>
              <a:extLst>
                <a:ext uri="{FF2B5EF4-FFF2-40B4-BE49-F238E27FC236}">
                  <a16:creationId xmlns:a16="http://schemas.microsoft.com/office/drawing/2014/main" id="{229A8559-18E1-ABC6-BDD0-4A59ECE69921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4" name="사각형: 둥근 모서리 23">
              <a:hlinkClick r:id="rId11" action="ppaction://hlinksldjump"/>
              <a:extLst>
                <a:ext uri="{FF2B5EF4-FFF2-40B4-BE49-F238E27FC236}">
                  <a16:creationId xmlns:a16="http://schemas.microsoft.com/office/drawing/2014/main" id="{4423DE14-658A-285C-D474-88A7923EE8D3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C29A847D-1CC3-158A-EB9E-612DC15D9B89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6A8D71BA-409F-E83B-FADC-3F637D47D1E0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E27E53B5-CD2E-4137-8FF9-30533344CADF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2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589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45815C3-9635-443A-8361-9D1ADA699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25" y="1425458"/>
            <a:ext cx="10843272" cy="4465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0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눈이 내리는 날에 할 수 있는 놀이를 이야기해 볼까요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?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A6C0410-6FAC-48CE-9582-008D582C55F1}"/>
              </a:ext>
            </a:extLst>
          </p:cNvPr>
          <p:cNvGrpSpPr/>
          <p:nvPr/>
        </p:nvGrpSpPr>
        <p:grpSpPr>
          <a:xfrm>
            <a:off x="338044" y="3561248"/>
            <a:ext cx="1557540" cy="2657733"/>
            <a:chOff x="288996" y="5314131"/>
            <a:chExt cx="3040734" cy="5188604"/>
          </a:xfrm>
        </p:grpSpPr>
        <p:sp>
          <p:nvSpPr>
            <p:cNvPr id="25" name="object 3">
              <a:extLst>
                <a:ext uri="{FF2B5EF4-FFF2-40B4-BE49-F238E27FC236}">
                  <a16:creationId xmlns:a16="http://schemas.microsoft.com/office/drawing/2014/main" id="{FF581616-263A-431D-A042-72E23B594E20}"/>
                </a:ext>
              </a:extLst>
            </p:cNvPr>
            <p:cNvSpPr/>
            <p:nvPr/>
          </p:nvSpPr>
          <p:spPr>
            <a:xfrm>
              <a:off x="807552" y="9978225"/>
              <a:ext cx="1710689" cy="524510"/>
            </a:xfrm>
            <a:custGeom>
              <a:avLst/>
              <a:gdLst/>
              <a:ahLst/>
              <a:cxnLst/>
              <a:rect l="l" t="t" r="r" b="b"/>
              <a:pathLst>
                <a:path w="1710689" h="524509">
                  <a:moveTo>
                    <a:pt x="855073" y="0"/>
                  </a:moveTo>
                  <a:lnTo>
                    <a:pt x="784945" y="868"/>
                  </a:lnTo>
                  <a:lnTo>
                    <a:pt x="716377" y="3429"/>
                  </a:lnTo>
                  <a:lnTo>
                    <a:pt x="649591" y="7615"/>
                  </a:lnTo>
                  <a:lnTo>
                    <a:pt x="584806" y="13358"/>
                  </a:lnTo>
                  <a:lnTo>
                    <a:pt x="522243" y="20591"/>
                  </a:lnTo>
                  <a:lnTo>
                    <a:pt x="462121" y="29247"/>
                  </a:lnTo>
                  <a:lnTo>
                    <a:pt x="404660" y="39258"/>
                  </a:lnTo>
                  <a:lnTo>
                    <a:pt x="350081" y="50557"/>
                  </a:lnTo>
                  <a:lnTo>
                    <a:pt x="298603" y="63075"/>
                  </a:lnTo>
                  <a:lnTo>
                    <a:pt x="250447" y="76747"/>
                  </a:lnTo>
                  <a:lnTo>
                    <a:pt x="205833" y="91504"/>
                  </a:lnTo>
                  <a:lnTo>
                    <a:pt x="164981" y="107279"/>
                  </a:lnTo>
                  <a:lnTo>
                    <a:pt x="128111" y="124005"/>
                  </a:lnTo>
                  <a:lnTo>
                    <a:pt x="67196" y="160038"/>
                  </a:lnTo>
                  <a:lnTo>
                    <a:pt x="24851" y="199063"/>
                  </a:lnTo>
                  <a:lnTo>
                    <a:pt x="2834" y="240542"/>
                  </a:lnTo>
                  <a:lnTo>
                    <a:pt x="0" y="262033"/>
                  </a:lnTo>
                  <a:lnTo>
                    <a:pt x="2834" y="283524"/>
                  </a:lnTo>
                  <a:lnTo>
                    <a:pt x="24851" y="325003"/>
                  </a:lnTo>
                  <a:lnTo>
                    <a:pt x="67196" y="364029"/>
                  </a:lnTo>
                  <a:lnTo>
                    <a:pt x="128111" y="400062"/>
                  </a:lnTo>
                  <a:lnTo>
                    <a:pt x="164981" y="416788"/>
                  </a:lnTo>
                  <a:lnTo>
                    <a:pt x="205833" y="432563"/>
                  </a:lnTo>
                  <a:lnTo>
                    <a:pt x="250447" y="447320"/>
                  </a:lnTo>
                  <a:lnTo>
                    <a:pt x="298603" y="460991"/>
                  </a:lnTo>
                  <a:lnTo>
                    <a:pt x="350081" y="473510"/>
                  </a:lnTo>
                  <a:lnTo>
                    <a:pt x="404660" y="484809"/>
                  </a:lnTo>
                  <a:lnTo>
                    <a:pt x="462121" y="494820"/>
                  </a:lnTo>
                  <a:lnTo>
                    <a:pt x="522243" y="503475"/>
                  </a:lnTo>
                  <a:lnTo>
                    <a:pt x="584806" y="510709"/>
                  </a:lnTo>
                  <a:lnTo>
                    <a:pt x="649591" y="516452"/>
                  </a:lnTo>
                  <a:lnTo>
                    <a:pt x="716377" y="520638"/>
                  </a:lnTo>
                  <a:lnTo>
                    <a:pt x="784945" y="523199"/>
                  </a:lnTo>
                  <a:lnTo>
                    <a:pt x="855073" y="524067"/>
                  </a:lnTo>
                  <a:lnTo>
                    <a:pt x="925203" y="523199"/>
                  </a:lnTo>
                  <a:lnTo>
                    <a:pt x="993771" y="520638"/>
                  </a:lnTo>
                  <a:lnTo>
                    <a:pt x="1060558" y="516452"/>
                  </a:lnTo>
                  <a:lnTo>
                    <a:pt x="1125344" y="510709"/>
                  </a:lnTo>
                  <a:lnTo>
                    <a:pt x="1187908" y="503475"/>
                  </a:lnTo>
                  <a:lnTo>
                    <a:pt x="1248030" y="494820"/>
                  </a:lnTo>
                  <a:lnTo>
                    <a:pt x="1305491" y="484809"/>
                  </a:lnTo>
                  <a:lnTo>
                    <a:pt x="1360070" y="473510"/>
                  </a:lnTo>
                  <a:lnTo>
                    <a:pt x="1411547" y="460991"/>
                  </a:lnTo>
                  <a:lnTo>
                    <a:pt x="1459702" y="447320"/>
                  </a:lnTo>
                  <a:lnTo>
                    <a:pt x="1504316" y="432563"/>
                  </a:lnTo>
                  <a:lnTo>
                    <a:pt x="1545168" y="416788"/>
                  </a:lnTo>
                  <a:lnTo>
                    <a:pt x="1582038" y="400062"/>
                  </a:lnTo>
                  <a:lnTo>
                    <a:pt x="1642951" y="364029"/>
                  </a:lnTo>
                  <a:lnTo>
                    <a:pt x="1685296" y="325003"/>
                  </a:lnTo>
                  <a:lnTo>
                    <a:pt x="1707312" y="283524"/>
                  </a:lnTo>
                  <a:lnTo>
                    <a:pt x="1710146" y="262033"/>
                  </a:lnTo>
                  <a:lnTo>
                    <a:pt x="1707312" y="240542"/>
                  </a:lnTo>
                  <a:lnTo>
                    <a:pt x="1685296" y="199063"/>
                  </a:lnTo>
                  <a:lnTo>
                    <a:pt x="1642951" y="160038"/>
                  </a:lnTo>
                  <a:lnTo>
                    <a:pt x="1582038" y="124005"/>
                  </a:lnTo>
                  <a:lnTo>
                    <a:pt x="1545168" y="107279"/>
                  </a:lnTo>
                  <a:lnTo>
                    <a:pt x="1504316" y="91504"/>
                  </a:lnTo>
                  <a:lnTo>
                    <a:pt x="1459702" y="76747"/>
                  </a:lnTo>
                  <a:lnTo>
                    <a:pt x="1411547" y="63075"/>
                  </a:lnTo>
                  <a:lnTo>
                    <a:pt x="1360070" y="50557"/>
                  </a:lnTo>
                  <a:lnTo>
                    <a:pt x="1305491" y="39258"/>
                  </a:lnTo>
                  <a:lnTo>
                    <a:pt x="1248030" y="29247"/>
                  </a:lnTo>
                  <a:lnTo>
                    <a:pt x="1187908" y="20591"/>
                  </a:lnTo>
                  <a:lnTo>
                    <a:pt x="1125344" y="13358"/>
                  </a:lnTo>
                  <a:lnTo>
                    <a:pt x="1060558" y="7615"/>
                  </a:lnTo>
                  <a:lnTo>
                    <a:pt x="993771" y="3429"/>
                  </a:lnTo>
                  <a:lnTo>
                    <a:pt x="925203" y="868"/>
                  </a:lnTo>
                  <a:lnTo>
                    <a:pt x="855073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4">
              <a:extLst>
                <a:ext uri="{FF2B5EF4-FFF2-40B4-BE49-F238E27FC236}">
                  <a16:creationId xmlns:a16="http://schemas.microsoft.com/office/drawing/2014/main" id="{2345C681-7787-4CE1-81E5-4F9BD16E52FE}"/>
                </a:ext>
              </a:extLst>
            </p:cNvPr>
            <p:cNvSpPr/>
            <p:nvPr/>
          </p:nvSpPr>
          <p:spPr>
            <a:xfrm>
              <a:off x="288996" y="5314131"/>
              <a:ext cx="3040734" cy="5106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F3A40CB-C5F7-4404-94C3-90145A8B7E14}"/>
              </a:ext>
            </a:extLst>
          </p:cNvPr>
          <p:cNvSpPr txBox="1"/>
          <p:nvPr/>
        </p:nvSpPr>
        <p:spPr>
          <a:xfrm>
            <a:off x="6012979" y="792098"/>
            <a:ext cx="6108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캐릭터를 클릭하세요</a:t>
            </a:r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77A5282-96DB-4C3C-B693-433B4F7103CB}"/>
              </a:ext>
            </a:extLst>
          </p:cNvPr>
          <p:cNvGrpSpPr/>
          <p:nvPr/>
        </p:nvGrpSpPr>
        <p:grpSpPr>
          <a:xfrm>
            <a:off x="263597" y="1999436"/>
            <a:ext cx="3311382" cy="1661258"/>
            <a:chOff x="6156717" y="2599880"/>
            <a:chExt cx="5781433" cy="2900435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F88F22A-D258-457E-8E6C-61B63CBF0E42}"/>
                </a:ext>
              </a:extLst>
            </p:cNvPr>
            <p:cNvGrpSpPr/>
            <p:nvPr/>
          </p:nvGrpSpPr>
          <p:grpSpPr>
            <a:xfrm>
              <a:off x="6161403" y="2599880"/>
              <a:ext cx="5776747" cy="2900435"/>
              <a:chOff x="450246" y="2761075"/>
              <a:chExt cx="5776747" cy="2900435"/>
            </a:xfrm>
          </p:grpSpPr>
          <p:sp>
            <p:nvSpPr>
              <p:cNvPr id="33" name="object 34">
                <a:extLst>
                  <a:ext uri="{FF2B5EF4-FFF2-40B4-BE49-F238E27FC236}">
                    <a16:creationId xmlns:a16="http://schemas.microsoft.com/office/drawing/2014/main" id="{ACE862C4-78A7-414F-807D-7648479F756A}"/>
                  </a:ext>
                </a:extLst>
              </p:cNvPr>
              <p:cNvSpPr/>
              <p:nvPr/>
            </p:nvSpPr>
            <p:spPr>
              <a:xfrm>
                <a:off x="478477" y="2761075"/>
                <a:ext cx="5748516" cy="2900435"/>
              </a:xfrm>
              <a:prstGeom prst="rect">
                <a:avLst/>
              </a:prstGeom>
              <a:blipFill dpi="0" rotWithShape="1">
                <a:blip r:embed="rId5" cstate="print">
                  <a:alphaModFix amt="30000"/>
                </a:blip>
                <a:srcRect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36">
                <a:extLst>
                  <a:ext uri="{FF2B5EF4-FFF2-40B4-BE49-F238E27FC236}">
                    <a16:creationId xmlns:a16="http://schemas.microsoft.com/office/drawing/2014/main" id="{58649C33-F6C2-49E3-88E3-03BB2FD84595}"/>
                  </a:ext>
                </a:extLst>
              </p:cNvPr>
              <p:cNvSpPr/>
              <p:nvPr/>
            </p:nvSpPr>
            <p:spPr>
              <a:xfrm>
                <a:off x="2454537" y="4962435"/>
                <a:ext cx="886460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886460" h="561975">
                    <a:moveTo>
                      <a:pt x="886077" y="0"/>
                    </a:moveTo>
                    <a:lnTo>
                      <a:pt x="244872" y="36930"/>
                    </a:lnTo>
                    <a:lnTo>
                      <a:pt x="197999" y="165513"/>
                    </a:lnTo>
                    <a:lnTo>
                      <a:pt x="177989" y="220116"/>
                    </a:lnTo>
                    <a:lnTo>
                      <a:pt x="160018" y="268785"/>
                    </a:lnTo>
                    <a:lnTo>
                      <a:pt x="143904" y="311913"/>
                    </a:lnTo>
                    <a:lnTo>
                      <a:pt x="129461" y="349894"/>
                    </a:lnTo>
                    <a:lnTo>
                      <a:pt x="104858" y="411987"/>
                    </a:lnTo>
                    <a:lnTo>
                      <a:pt x="84740" y="458211"/>
                    </a:lnTo>
                    <a:lnTo>
                      <a:pt x="59758" y="504676"/>
                    </a:lnTo>
                    <a:lnTo>
                      <a:pt x="28433" y="540459"/>
                    </a:lnTo>
                    <a:lnTo>
                      <a:pt x="0" y="561438"/>
                    </a:lnTo>
                    <a:lnTo>
                      <a:pt x="116699" y="536422"/>
                    </a:lnTo>
                    <a:lnTo>
                      <a:pt x="167059" y="524899"/>
                    </a:lnTo>
                    <a:lnTo>
                      <a:pt x="212979" y="513471"/>
                    </a:lnTo>
                    <a:lnTo>
                      <a:pt x="255123" y="501718"/>
                    </a:lnTo>
                    <a:lnTo>
                      <a:pt x="294156" y="489218"/>
                    </a:lnTo>
                    <a:lnTo>
                      <a:pt x="330742" y="475550"/>
                    </a:lnTo>
                    <a:lnTo>
                      <a:pt x="399231" y="443026"/>
                    </a:lnTo>
                    <a:lnTo>
                      <a:pt x="432464" y="423328"/>
                    </a:lnTo>
                    <a:lnTo>
                      <a:pt x="465908" y="400778"/>
                    </a:lnTo>
                    <a:lnTo>
                      <a:pt x="500229" y="374955"/>
                    </a:lnTo>
                    <a:lnTo>
                      <a:pt x="536090" y="345437"/>
                    </a:lnTo>
                    <a:lnTo>
                      <a:pt x="574156" y="311803"/>
                    </a:lnTo>
                    <a:lnTo>
                      <a:pt x="615092" y="273634"/>
                    </a:lnTo>
                    <a:lnTo>
                      <a:pt x="659562" y="230506"/>
                    </a:lnTo>
                    <a:lnTo>
                      <a:pt x="708231" y="182000"/>
                    </a:lnTo>
                    <a:lnTo>
                      <a:pt x="761764" y="127695"/>
                    </a:lnTo>
                    <a:lnTo>
                      <a:pt x="886077" y="0"/>
                    </a:lnTo>
                    <a:close/>
                  </a:path>
                </a:pathLst>
              </a:custGeom>
              <a:solidFill>
                <a:srgbClr val="DAF2F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5">
                <a:extLst>
                  <a:ext uri="{FF2B5EF4-FFF2-40B4-BE49-F238E27FC236}">
                    <a16:creationId xmlns:a16="http://schemas.microsoft.com/office/drawing/2014/main" id="{8BE8A42F-AE86-4CAE-8DEA-78C346293CED}"/>
                  </a:ext>
                </a:extLst>
              </p:cNvPr>
              <p:cNvSpPr/>
              <p:nvPr/>
            </p:nvSpPr>
            <p:spPr>
              <a:xfrm>
                <a:off x="450246" y="2761075"/>
                <a:ext cx="5617845" cy="2303780"/>
              </a:xfrm>
              <a:custGeom>
                <a:avLst/>
                <a:gdLst/>
                <a:ahLst/>
                <a:cxnLst/>
                <a:rect l="l" t="t" r="r" b="b"/>
                <a:pathLst>
                  <a:path w="5617845" h="2303779">
                    <a:moveTo>
                      <a:pt x="4570583" y="0"/>
                    </a:moveTo>
                    <a:lnTo>
                      <a:pt x="1047088" y="0"/>
                    </a:lnTo>
                    <a:lnTo>
                      <a:pt x="961534" y="3488"/>
                    </a:lnTo>
                    <a:lnTo>
                      <a:pt x="877826" y="13769"/>
                    </a:lnTo>
                    <a:lnTo>
                      <a:pt x="796238" y="30568"/>
                    </a:lnTo>
                    <a:lnTo>
                      <a:pt x="717046" y="53610"/>
                    </a:lnTo>
                    <a:lnTo>
                      <a:pt x="640523" y="82621"/>
                    </a:lnTo>
                    <a:lnTo>
                      <a:pt x="566946" y="117326"/>
                    </a:lnTo>
                    <a:lnTo>
                      <a:pt x="496588" y="157449"/>
                    </a:lnTo>
                    <a:lnTo>
                      <a:pt x="429725" y="202716"/>
                    </a:lnTo>
                    <a:lnTo>
                      <a:pt x="366631" y="252852"/>
                    </a:lnTo>
                    <a:lnTo>
                      <a:pt x="307582" y="307582"/>
                    </a:lnTo>
                    <a:lnTo>
                      <a:pt x="252852" y="366631"/>
                    </a:lnTo>
                    <a:lnTo>
                      <a:pt x="202716" y="429725"/>
                    </a:lnTo>
                    <a:lnTo>
                      <a:pt x="157449" y="496588"/>
                    </a:lnTo>
                    <a:lnTo>
                      <a:pt x="117326" y="566946"/>
                    </a:lnTo>
                    <a:lnTo>
                      <a:pt x="82621" y="640523"/>
                    </a:lnTo>
                    <a:lnTo>
                      <a:pt x="53610" y="717046"/>
                    </a:lnTo>
                    <a:lnTo>
                      <a:pt x="30568" y="796238"/>
                    </a:lnTo>
                    <a:lnTo>
                      <a:pt x="13769" y="877826"/>
                    </a:lnTo>
                    <a:lnTo>
                      <a:pt x="3488" y="961534"/>
                    </a:lnTo>
                    <a:lnTo>
                      <a:pt x="0" y="1047088"/>
                    </a:lnTo>
                    <a:lnTo>
                      <a:pt x="0" y="1256506"/>
                    </a:lnTo>
                    <a:lnTo>
                      <a:pt x="3488" y="1342059"/>
                    </a:lnTo>
                    <a:lnTo>
                      <a:pt x="13769" y="1425768"/>
                    </a:lnTo>
                    <a:lnTo>
                      <a:pt x="30568" y="1507355"/>
                    </a:lnTo>
                    <a:lnTo>
                      <a:pt x="53610" y="1586548"/>
                    </a:lnTo>
                    <a:lnTo>
                      <a:pt x="82621" y="1663071"/>
                    </a:lnTo>
                    <a:lnTo>
                      <a:pt x="117326" y="1736648"/>
                    </a:lnTo>
                    <a:lnTo>
                      <a:pt x="157449" y="1807006"/>
                    </a:lnTo>
                    <a:lnTo>
                      <a:pt x="202716" y="1873869"/>
                    </a:lnTo>
                    <a:lnTo>
                      <a:pt x="252852" y="1936963"/>
                    </a:lnTo>
                    <a:lnTo>
                      <a:pt x="307582" y="1996012"/>
                    </a:lnTo>
                    <a:lnTo>
                      <a:pt x="366631" y="2050742"/>
                    </a:lnTo>
                    <a:lnTo>
                      <a:pt x="429725" y="2100878"/>
                    </a:lnTo>
                    <a:lnTo>
                      <a:pt x="496588" y="2146145"/>
                    </a:lnTo>
                    <a:lnTo>
                      <a:pt x="566946" y="2186268"/>
                    </a:lnTo>
                    <a:lnTo>
                      <a:pt x="640523" y="2220972"/>
                    </a:lnTo>
                    <a:lnTo>
                      <a:pt x="717046" y="2249983"/>
                    </a:lnTo>
                    <a:lnTo>
                      <a:pt x="796238" y="2273026"/>
                    </a:lnTo>
                    <a:lnTo>
                      <a:pt x="877826" y="2289825"/>
                    </a:lnTo>
                    <a:lnTo>
                      <a:pt x="961534" y="2300106"/>
                    </a:lnTo>
                    <a:lnTo>
                      <a:pt x="1047088" y="2303594"/>
                    </a:lnTo>
                    <a:lnTo>
                      <a:pt x="4570583" y="2303594"/>
                    </a:lnTo>
                    <a:lnTo>
                      <a:pt x="4656137" y="2300106"/>
                    </a:lnTo>
                    <a:lnTo>
                      <a:pt x="4739845" y="2289825"/>
                    </a:lnTo>
                    <a:lnTo>
                      <a:pt x="4821433" y="2273026"/>
                    </a:lnTo>
                    <a:lnTo>
                      <a:pt x="4900625" y="2249983"/>
                    </a:lnTo>
                    <a:lnTo>
                      <a:pt x="4977148" y="2220972"/>
                    </a:lnTo>
                    <a:lnTo>
                      <a:pt x="5050725" y="2186268"/>
                    </a:lnTo>
                    <a:lnTo>
                      <a:pt x="5121083" y="2146145"/>
                    </a:lnTo>
                    <a:lnTo>
                      <a:pt x="5187946" y="2100878"/>
                    </a:lnTo>
                    <a:lnTo>
                      <a:pt x="5251040" y="2050742"/>
                    </a:lnTo>
                    <a:lnTo>
                      <a:pt x="5310089" y="1996012"/>
                    </a:lnTo>
                    <a:lnTo>
                      <a:pt x="5364819" y="1936963"/>
                    </a:lnTo>
                    <a:lnTo>
                      <a:pt x="5414955" y="1873869"/>
                    </a:lnTo>
                    <a:lnTo>
                      <a:pt x="5460222" y="1807006"/>
                    </a:lnTo>
                    <a:lnTo>
                      <a:pt x="5500345" y="1736648"/>
                    </a:lnTo>
                    <a:lnTo>
                      <a:pt x="5535050" y="1663071"/>
                    </a:lnTo>
                    <a:lnTo>
                      <a:pt x="5564060" y="1586548"/>
                    </a:lnTo>
                    <a:lnTo>
                      <a:pt x="5587103" y="1507355"/>
                    </a:lnTo>
                    <a:lnTo>
                      <a:pt x="5603902" y="1425768"/>
                    </a:lnTo>
                    <a:lnTo>
                      <a:pt x="5614183" y="1342059"/>
                    </a:lnTo>
                    <a:lnTo>
                      <a:pt x="5617671" y="1256506"/>
                    </a:lnTo>
                    <a:lnTo>
                      <a:pt x="5617671" y="1047088"/>
                    </a:lnTo>
                    <a:lnTo>
                      <a:pt x="5614183" y="961534"/>
                    </a:lnTo>
                    <a:lnTo>
                      <a:pt x="5603902" y="877826"/>
                    </a:lnTo>
                    <a:lnTo>
                      <a:pt x="5587103" y="796238"/>
                    </a:lnTo>
                    <a:lnTo>
                      <a:pt x="5564060" y="717046"/>
                    </a:lnTo>
                    <a:lnTo>
                      <a:pt x="5535050" y="640523"/>
                    </a:lnTo>
                    <a:lnTo>
                      <a:pt x="5500345" y="566946"/>
                    </a:lnTo>
                    <a:lnTo>
                      <a:pt x="5460222" y="496588"/>
                    </a:lnTo>
                    <a:lnTo>
                      <a:pt x="5414955" y="429725"/>
                    </a:lnTo>
                    <a:lnTo>
                      <a:pt x="5364819" y="366631"/>
                    </a:lnTo>
                    <a:lnTo>
                      <a:pt x="5310089" y="307582"/>
                    </a:lnTo>
                    <a:lnTo>
                      <a:pt x="5251040" y="252852"/>
                    </a:lnTo>
                    <a:lnTo>
                      <a:pt x="5187946" y="202716"/>
                    </a:lnTo>
                    <a:lnTo>
                      <a:pt x="5121083" y="157449"/>
                    </a:lnTo>
                    <a:lnTo>
                      <a:pt x="5050725" y="117326"/>
                    </a:lnTo>
                    <a:lnTo>
                      <a:pt x="4977148" y="82621"/>
                    </a:lnTo>
                    <a:lnTo>
                      <a:pt x="4900625" y="53610"/>
                    </a:lnTo>
                    <a:lnTo>
                      <a:pt x="4821433" y="30568"/>
                    </a:lnTo>
                    <a:lnTo>
                      <a:pt x="4739845" y="13769"/>
                    </a:lnTo>
                    <a:lnTo>
                      <a:pt x="4656137" y="3488"/>
                    </a:lnTo>
                    <a:lnTo>
                      <a:pt x="4570583" y="0"/>
                    </a:lnTo>
                    <a:close/>
                  </a:path>
                </a:pathLst>
              </a:custGeom>
              <a:solidFill>
                <a:srgbClr val="DAF2F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8" name="object 37">
              <a:extLst>
                <a:ext uri="{FF2B5EF4-FFF2-40B4-BE49-F238E27FC236}">
                  <a16:creationId xmlns:a16="http://schemas.microsoft.com/office/drawing/2014/main" id="{9EDA6134-7A85-42DD-8822-4EBA79D2C7D8}"/>
                </a:ext>
              </a:extLst>
            </p:cNvPr>
            <p:cNvSpPr txBox="1"/>
            <p:nvPr/>
          </p:nvSpPr>
          <p:spPr>
            <a:xfrm>
              <a:off x="6156717" y="3035986"/>
              <a:ext cx="5617847" cy="138656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5080" algn="ctr">
                <a:lnSpc>
                  <a:spcPct val="121000"/>
                </a:lnSpc>
              </a:pPr>
              <a:r>
                <a:rPr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  <a:cs typeface="빙그레 싸만코체"/>
                </a:rPr>
                <a:t>친구들과 </a:t>
              </a:r>
              <a:r>
                <a:rPr sz="2400" b="1" spc="-150" dirty="0" err="1">
                  <a:latin typeface="맑은 고딕" panose="020B0503020000020004" pitchFamily="50" charset="-127"/>
                  <a:ea typeface="맑은 고딕" panose="020B0503020000020004" pitchFamily="50" charset="-127"/>
                  <a:cs typeface="빙그레 싸만코체"/>
                </a:rPr>
                <a:t>운동장에서</a:t>
              </a:r>
              <a:r>
                <a:rPr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  <a:cs typeface="빙그레 싸만코체"/>
                </a:rPr>
                <a:t> </a:t>
              </a:r>
              <a:endPara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  <a:cs typeface="빙그레 싸만코체"/>
              </a:endParaRPr>
            </a:p>
            <a:p>
              <a:pPr marR="5080" algn="ctr">
                <a:lnSpc>
                  <a:spcPct val="121000"/>
                </a:lnSpc>
              </a:pPr>
              <a:r>
                <a:rPr sz="2400" b="1" spc="-150" dirty="0" err="1">
                  <a:latin typeface="맑은 고딕" panose="020B0503020000020004" pitchFamily="50" charset="-127"/>
                  <a:ea typeface="맑은 고딕" panose="020B0503020000020004" pitchFamily="50" charset="-127"/>
                  <a:cs typeface="빙그레 싸만코체"/>
                </a:rPr>
                <a:t>눈싸움을</a:t>
              </a:r>
              <a:r>
                <a:rPr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  <a:cs typeface="빙그레 싸만코체"/>
                </a:rPr>
                <a:t> 할 수 있어요.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B9F4190E-7FF9-E539-65AD-F56B4D7BCEA6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6" name="사각형: 둥근 모서리 5">
              <a:hlinkClick r:id="rId6" action="ppaction://hlinksldjump"/>
              <a:extLst>
                <a:ext uri="{FF2B5EF4-FFF2-40B4-BE49-F238E27FC236}">
                  <a16:creationId xmlns:a16="http://schemas.microsoft.com/office/drawing/2014/main" id="{1FD63D48-F670-E72F-79F4-F6BBDF105CB5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7" name="사각형: 둥근 모서리 6">
              <a:hlinkClick r:id="rId7" action="ppaction://hlinksldjump"/>
              <a:extLst>
                <a:ext uri="{FF2B5EF4-FFF2-40B4-BE49-F238E27FC236}">
                  <a16:creationId xmlns:a16="http://schemas.microsoft.com/office/drawing/2014/main" id="{86F85F1F-2B23-8225-871E-15B7A013A078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9" name="사각형: 둥근 모서리 8">
              <a:hlinkClick r:id="rId8" action="ppaction://hlinksldjump"/>
              <a:extLst>
                <a:ext uri="{FF2B5EF4-FFF2-40B4-BE49-F238E27FC236}">
                  <a16:creationId xmlns:a16="http://schemas.microsoft.com/office/drawing/2014/main" id="{028F8052-1D46-33D8-6FCA-5290E34719FB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0" name="사각형: 둥근 모서리 9">
              <a:hlinkClick r:id="rId9" action="ppaction://hlinksldjump"/>
              <a:extLst>
                <a:ext uri="{FF2B5EF4-FFF2-40B4-BE49-F238E27FC236}">
                  <a16:creationId xmlns:a16="http://schemas.microsoft.com/office/drawing/2014/main" id="{F6EC7A64-FE73-8425-9B32-017C0E2632A5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1" name="사각형: 둥근 모서리 10">
              <a:hlinkClick r:id="rId10" action="ppaction://hlinksldjump"/>
              <a:extLst>
                <a:ext uri="{FF2B5EF4-FFF2-40B4-BE49-F238E27FC236}">
                  <a16:creationId xmlns:a16="http://schemas.microsoft.com/office/drawing/2014/main" id="{301201B2-0FD3-A153-67C7-599FBFB1008B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2" name="사각형: 둥근 모서리 11">
              <a:hlinkClick r:id="rId11" action="ppaction://hlinksldjump"/>
              <a:extLst>
                <a:ext uri="{FF2B5EF4-FFF2-40B4-BE49-F238E27FC236}">
                  <a16:creationId xmlns:a16="http://schemas.microsoft.com/office/drawing/2014/main" id="{5C6290FA-26B3-3A04-97B9-A863A5024711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3" name="사각형: 둥근 모서리 12">
              <a:hlinkClick r:id="rId12" action="ppaction://hlinksldjump"/>
              <a:extLst>
                <a:ext uri="{FF2B5EF4-FFF2-40B4-BE49-F238E27FC236}">
                  <a16:creationId xmlns:a16="http://schemas.microsoft.com/office/drawing/2014/main" id="{B1935AC9-FED1-6518-D52F-484932DF26CC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386F51F2-EDA2-EEA3-882B-C256D99EDE42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A35C31D8-122A-7A80-2FAB-CD04B7024103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9302275-EDD0-0B25-A258-7B85BEDF184C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3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345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A6D3A6-5AC5-4EF1-99ED-4617E4C8D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29" y="1353300"/>
            <a:ext cx="10805395" cy="44494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0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눈이 내리는 날에 할 수 있는 놀이를 이야기해 볼까요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?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3A40CB-C5F7-4404-94C3-90145A8B7E14}"/>
              </a:ext>
            </a:extLst>
          </p:cNvPr>
          <p:cNvSpPr txBox="1"/>
          <p:nvPr/>
        </p:nvSpPr>
        <p:spPr>
          <a:xfrm>
            <a:off x="6012979" y="792098"/>
            <a:ext cx="6108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캐릭터를 클릭하세요</a:t>
            </a:r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2444DE7-75C2-4943-83E2-57736E5A71FA}"/>
              </a:ext>
            </a:extLst>
          </p:cNvPr>
          <p:cNvGrpSpPr/>
          <p:nvPr/>
        </p:nvGrpSpPr>
        <p:grpSpPr>
          <a:xfrm>
            <a:off x="10764574" y="3387341"/>
            <a:ext cx="1181208" cy="2819365"/>
            <a:chOff x="17632971" y="5177919"/>
            <a:chExt cx="2230717" cy="5324385"/>
          </a:xfrm>
        </p:grpSpPr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BDA5CC03-661E-4761-87BC-DBD207CF3683}"/>
                </a:ext>
              </a:extLst>
            </p:cNvPr>
            <p:cNvSpPr/>
            <p:nvPr/>
          </p:nvSpPr>
          <p:spPr>
            <a:xfrm>
              <a:off x="17863326" y="9989224"/>
              <a:ext cx="1677035" cy="513080"/>
            </a:xfrm>
            <a:custGeom>
              <a:avLst/>
              <a:gdLst/>
              <a:ahLst/>
              <a:cxnLst/>
              <a:rect l="l" t="t" r="r" b="b"/>
              <a:pathLst>
                <a:path w="1677034" h="513079">
                  <a:moveTo>
                    <a:pt x="838309" y="0"/>
                  </a:moveTo>
                  <a:lnTo>
                    <a:pt x="769555" y="850"/>
                  </a:lnTo>
                  <a:lnTo>
                    <a:pt x="702332" y="3357"/>
                  </a:lnTo>
                  <a:lnTo>
                    <a:pt x="636855" y="7455"/>
                  </a:lnTo>
                  <a:lnTo>
                    <a:pt x="573340" y="13078"/>
                  </a:lnTo>
                  <a:lnTo>
                    <a:pt x="512003" y="20159"/>
                  </a:lnTo>
                  <a:lnTo>
                    <a:pt x="453060" y="28634"/>
                  </a:lnTo>
                  <a:lnTo>
                    <a:pt x="396726" y="38435"/>
                  </a:lnTo>
                  <a:lnTo>
                    <a:pt x="343216" y="49496"/>
                  </a:lnTo>
                  <a:lnTo>
                    <a:pt x="292748" y="61752"/>
                  </a:lnTo>
                  <a:lnTo>
                    <a:pt x="245537" y="75137"/>
                  </a:lnTo>
                  <a:lnTo>
                    <a:pt x="201797" y="89585"/>
                  </a:lnTo>
                  <a:lnTo>
                    <a:pt x="161746" y="105029"/>
                  </a:lnTo>
                  <a:lnTo>
                    <a:pt x="125599" y="121404"/>
                  </a:lnTo>
                  <a:lnTo>
                    <a:pt x="65879" y="156680"/>
                  </a:lnTo>
                  <a:lnTo>
                    <a:pt x="24363" y="194887"/>
                  </a:lnTo>
                  <a:lnTo>
                    <a:pt x="2779" y="235496"/>
                  </a:lnTo>
                  <a:lnTo>
                    <a:pt x="0" y="256536"/>
                  </a:lnTo>
                  <a:lnTo>
                    <a:pt x="2779" y="277576"/>
                  </a:lnTo>
                  <a:lnTo>
                    <a:pt x="24363" y="318185"/>
                  </a:lnTo>
                  <a:lnTo>
                    <a:pt x="65879" y="356392"/>
                  </a:lnTo>
                  <a:lnTo>
                    <a:pt x="125599" y="391669"/>
                  </a:lnTo>
                  <a:lnTo>
                    <a:pt x="161746" y="408044"/>
                  </a:lnTo>
                  <a:lnTo>
                    <a:pt x="201797" y="423488"/>
                  </a:lnTo>
                  <a:lnTo>
                    <a:pt x="245537" y="437935"/>
                  </a:lnTo>
                  <a:lnTo>
                    <a:pt x="292748" y="451320"/>
                  </a:lnTo>
                  <a:lnTo>
                    <a:pt x="343216" y="463576"/>
                  </a:lnTo>
                  <a:lnTo>
                    <a:pt x="396726" y="474638"/>
                  </a:lnTo>
                  <a:lnTo>
                    <a:pt x="453060" y="484439"/>
                  </a:lnTo>
                  <a:lnTo>
                    <a:pt x="512003" y="492913"/>
                  </a:lnTo>
                  <a:lnTo>
                    <a:pt x="573340" y="499994"/>
                  </a:lnTo>
                  <a:lnTo>
                    <a:pt x="636855" y="505617"/>
                  </a:lnTo>
                  <a:lnTo>
                    <a:pt x="702332" y="509715"/>
                  </a:lnTo>
                  <a:lnTo>
                    <a:pt x="769555" y="512222"/>
                  </a:lnTo>
                  <a:lnTo>
                    <a:pt x="838309" y="513073"/>
                  </a:lnTo>
                  <a:lnTo>
                    <a:pt x="907064" y="512222"/>
                  </a:lnTo>
                  <a:lnTo>
                    <a:pt x="974289" y="509715"/>
                  </a:lnTo>
                  <a:lnTo>
                    <a:pt x="1039766" y="505617"/>
                  </a:lnTo>
                  <a:lnTo>
                    <a:pt x="1103282" y="499994"/>
                  </a:lnTo>
                  <a:lnTo>
                    <a:pt x="1164619" y="492913"/>
                  </a:lnTo>
                  <a:lnTo>
                    <a:pt x="1223563" y="484439"/>
                  </a:lnTo>
                  <a:lnTo>
                    <a:pt x="1279897" y="474638"/>
                  </a:lnTo>
                  <a:lnTo>
                    <a:pt x="1333406" y="463576"/>
                  </a:lnTo>
                  <a:lnTo>
                    <a:pt x="1383874" y="451320"/>
                  </a:lnTo>
                  <a:lnTo>
                    <a:pt x="1431086" y="437935"/>
                  </a:lnTo>
                  <a:lnTo>
                    <a:pt x="1474824" y="423488"/>
                  </a:lnTo>
                  <a:lnTo>
                    <a:pt x="1514875" y="408044"/>
                  </a:lnTo>
                  <a:lnTo>
                    <a:pt x="1551022" y="391669"/>
                  </a:lnTo>
                  <a:lnTo>
                    <a:pt x="1610741" y="356392"/>
                  </a:lnTo>
                  <a:lnTo>
                    <a:pt x="1652255" y="318185"/>
                  </a:lnTo>
                  <a:lnTo>
                    <a:pt x="1673840" y="277576"/>
                  </a:lnTo>
                  <a:lnTo>
                    <a:pt x="1676619" y="256536"/>
                  </a:lnTo>
                  <a:lnTo>
                    <a:pt x="1673840" y="235496"/>
                  </a:lnTo>
                  <a:lnTo>
                    <a:pt x="1652255" y="194887"/>
                  </a:lnTo>
                  <a:lnTo>
                    <a:pt x="1610741" y="156680"/>
                  </a:lnTo>
                  <a:lnTo>
                    <a:pt x="1551022" y="121404"/>
                  </a:lnTo>
                  <a:lnTo>
                    <a:pt x="1514875" y="105029"/>
                  </a:lnTo>
                  <a:lnTo>
                    <a:pt x="1474824" y="89585"/>
                  </a:lnTo>
                  <a:lnTo>
                    <a:pt x="1431086" y="75137"/>
                  </a:lnTo>
                  <a:lnTo>
                    <a:pt x="1383874" y="61752"/>
                  </a:lnTo>
                  <a:lnTo>
                    <a:pt x="1333406" y="49496"/>
                  </a:lnTo>
                  <a:lnTo>
                    <a:pt x="1279897" y="38435"/>
                  </a:lnTo>
                  <a:lnTo>
                    <a:pt x="1223563" y="28634"/>
                  </a:lnTo>
                  <a:lnTo>
                    <a:pt x="1164619" y="20159"/>
                  </a:lnTo>
                  <a:lnTo>
                    <a:pt x="1103282" y="13078"/>
                  </a:lnTo>
                  <a:lnTo>
                    <a:pt x="1039766" y="7455"/>
                  </a:lnTo>
                  <a:lnTo>
                    <a:pt x="974289" y="3357"/>
                  </a:lnTo>
                  <a:lnTo>
                    <a:pt x="907064" y="850"/>
                  </a:lnTo>
                  <a:lnTo>
                    <a:pt x="83830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4D70F430-EB89-4FEA-AB3C-E5F3F245D010}"/>
                </a:ext>
              </a:extLst>
            </p:cNvPr>
            <p:cNvSpPr/>
            <p:nvPr/>
          </p:nvSpPr>
          <p:spPr>
            <a:xfrm>
              <a:off x="17632971" y="5177919"/>
              <a:ext cx="2230717" cy="524196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B6C9E09-4ED4-4E48-B9D8-08085BDD1B98}"/>
              </a:ext>
            </a:extLst>
          </p:cNvPr>
          <p:cNvGrpSpPr/>
          <p:nvPr/>
        </p:nvGrpSpPr>
        <p:grpSpPr>
          <a:xfrm>
            <a:off x="9133876" y="1783955"/>
            <a:ext cx="2615212" cy="1666971"/>
            <a:chOff x="15119959" y="2649134"/>
            <a:chExt cx="4533893" cy="2889964"/>
          </a:xfrm>
        </p:grpSpPr>
        <p:sp>
          <p:nvSpPr>
            <p:cNvPr id="36" name="object 37">
              <a:extLst>
                <a:ext uri="{FF2B5EF4-FFF2-40B4-BE49-F238E27FC236}">
                  <a16:creationId xmlns:a16="http://schemas.microsoft.com/office/drawing/2014/main" id="{89F2E4AB-031B-400E-A328-CF9286F3EE5F}"/>
                </a:ext>
              </a:extLst>
            </p:cNvPr>
            <p:cNvSpPr/>
            <p:nvPr/>
          </p:nvSpPr>
          <p:spPr>
            <a:xfrm>
              <a:off x="15119959" y="2649134"/>
              <a:ext cx="4533893" cy="2889964"/>
            </a:xfrm>
            <a:prstGeom prst="rect">
              <a:avLst/>
            </a:prstGeom>
            <a:blipFill dpi="0" rotWithShape="1">
              <a:blip r:embed="rId5" cstate="print">
                <a:alphaModFix amt="30000"/>
              </a:blip>
              <a:srcRect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>
                <a:lnSpc>
                  <a:spcPct val="121000"/>
                </a:lnSpc>
              </a:pPr>
              <a:endParaRPr sz="2400" b="1" spc="-15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1BA28700-EFA1-4CD3-82DD-212D5E3482D4}"/>
                </a:ext>
              </a:extLst>
            </p:cNvPr>
            <p:cNvSpPr/>
            <p:nvPr/>
          </p:nvSpPr>
          <p:spPr>
            <a:xfrm>
              <a:off x="15138587" y="2659604"/>
              <a:ext cx="4400550" cy="2303780"/>
            </a:xfrm>
            <a:custGeom>
              <a:avLst/>
              <a:gdLst/>
              <a:ahLst/>
              <a:cxnLst/>
              <a:rect l="l" t="t" r="r" b="b"/>
              <a:pathLst>
                <a:path w="4400550" h="2303779">
                  <a:moveTo>
                    <a:pt x="3352997" y="0"/>
                  </a:moveTo>
                  <a:lnTo>
                    <a:pt x="1047088" y="0"/>
                  </a:lnTo>
                  <a:lnTo>
                    <a:pt x="961534" y="3488"/>
                  </a:lnTo>
                  <a:lnTo>
                    <a:pt x="877826" y="13769"/>
                  </a:lnTo>
                  <a:lnTo>
                    <a:pt x="796238" y="30568"/>
                  </a:lnTo>
                  <a:lnTo>
                    <a:pt x="717046" y="53610"/>
                  </a:lnTo>
                  <a:lnTo>
                    <a:pt x="640523" y="82621"/>
                  </a:lnTo>
                  <a:lnTo>
                    <a:pt x="566946" y="117326"/>
                  </a:lnTo>
                  <a:lnTo>
                    <a:pt x="496588" y="157449"/>
                  </a:lnTo>
                  <a:lnTo>
                    <a:pt x="429725" y="202716"/>
                  </a:lnTo>
                  <a:lnTo>
                    <a:pt x="366631" y="252852"/>
                  </a:lnTo>
                  <a:lnTo>
                    <a:pt x="307582" y="307582"/>
                  </a:lnTo>
                  <a:lnTo>
                    <a:pt x="252852" y="366631"/>
                  </a:lnTo>
                  <a:lnTo>
                    <a:pt x="202716" y="429725"/>
                  </a:lnTo>
                  <a:lnTo>
                    <a:pt x="157449" y="496588"/>
                  </a:lnTo>
                  <a:lnTo>
                    <a:pt x="117326" y="566946"/>
                  </a:lnTo>
                  <a:lnTo>
                    <a:pt x="82621" y="640523"/>
                  </a:lnTo>
                  <a:lnTo>
                    <a:pt x="53610" y="717046"/>
                  </a:lnTo>
                  <a:lnTo>
                    <a:pt x="30568" y="796238"/>
                  </a:lnTo>
                  <a:lnTo>
                    <a:pt x="13769" y="877826"/>
                  </a:lnTo>
                  <a:lnTo>
                    <a:pt x="3488" y="961534"/>
                  </a:lnTo>
                  <a:lnTo>
                    <a:pt x="0" y="1047088"/>
                  </a:lnTo>
                  <a:lnTo>
                    <a:pt x="0" y="1256506"/>
                  </a:lnTo>
                  <a:lnTo>
                    <a:pt x="3488" y="1342059"/>
                  </a:lnTo>
                  <a:lnTo>
                    <a:pt x="13769" y="1425768"/>
                  </a:lnTo>
                  <a:lnTo>
                    <a:pt x="30568" y="1507355"/>
                  </a:lnTo>
                  <a:lnTo>
                    <a:pt x="53610" y="1586548"/>
                  </a:lnTo>
                  <a:lnTo>
                    <a:pt x="82621" y="1663071"/>
                  </a:lnTo>
                  <a:lnTo>
                    <a:pt x="117326" y="1736648"/>
                  </a:lnTo>
                  <a:lnTo>
                    <a:pt x="157449" y="1807006"/>
                  </a:lnTo>
                  <a:lnTo>
                    <a:pt x="202716" y="1873869"/>
                  </a:lnTo>
                  <a:lnTo>
                    <a:pt x="252852" y="1936963"/>
                  </a:lnTo>
                  <a:lnTo>
                    <a:pt x="307582" y="1996012"/>
                  </a:lnTo>
                  <a:lnTo>
                    <a:pt x="366631" y="2050742"/>
                  </a:lnTo>
                  <a:lnTo>
                    <a:pt x="429725" y="2100878"/>
                  </a:lnTo>
                  <a:lnTo>
                    <a:pt x="496588" y="2146145"/>
                  </a:lnTo>
                  <a:lnTo>
                    <a:pt x="566946" y="2186268"/>
                  </a:lnTo>
                  <a:lnTo>
                    <a:pt x="640523" y="2220972"/>
                  </a:lnTo>
                  <a:lnTo>
                    <a:pt x="717046" y="2249983"/>
                  </a:lnTo>
                  <a:lnTo>
                    <a:pt x="796238" y="2273026"/>
                  </a:lnTo>
                  <a:lnTo>
                    <a:pt x="877826" y="2289825"/>
                  </a:lnTo>
                  <a:lnTo>
                    <a:pt x="961534" y="2300106"/>
                  </a:lnTo>
                  <a:lnTo>
                    <a:pt x="1047088" y="2303594"/>
                  </a:lnTo>
                  <a:lnTo>
                    <a:pt x="3352997" y="2303594"/>
                  </a:lnTo>
                  <a:lnTo>
                    <a:pt x="3438551" y="2300106"/>
                  </a:lnTo>
                  <a:lnTo>
                    <a:pt x="3522259" y="2289825"/>
                  </a:lnTo>
                  <a:lnTo>
                    <a:pt x="3603847" y="2273026"/>
                  </a:lnTo>
                  <a:lnTo>
                    <a:pt x="3683039" y="2249983"/>
                  </a:lnTo>
                  <a:lnTo>
                    <a:pt x="3759562" y="2220972"/>
                  </a:lnTo>
                  <a:lnTo>
                    <a:pt x="3833139" y="2186268"/>
                  </a:lnTo>
                  <a:lnTo>
                    <a:pt x="3903497" y="2146145"/>
                  </a:lnTo>
                  <a:lnTo>
                    <a:pt x="3970360" y="2100878"/>
                  </a:lnTo>
                  <a:lnTo>
                    <a:pt x="4033454" y="2050742"/>
                  </a:lnTo>
                  <a:lnTo>
                    <a:pt x="4092503" y="1996012"/>
                  </a:lnTo>
                  <a:lnTo>
                    <a:pt x="4147233" y="1936963"/>
                  </a:lnTo>
                  <a:lnTo>
                    <a:pt x="4197369" y="1873869"/>
                  </a:lnTo>
                  <a:lnTo>
                    <a:pt x="4242636" y="1807006"/>
                  </a:lnTo>
                  <a:lnTo>
                    <a:pt x="4282759" y="1736648"/>
                  </a:lnTo>
                  <a:lnTo>
                    <a:pt x="4317464" y="1663071"/>
                  </a:lnTo>
                  <a:lnTo>
                    <a:pt x="4346474" y="1586548"/>
                  </a:lnTo>
                  <a:lnTo>
                    <a:pt x="4369517" y="1507355"/>
                  </a:lnTo>
                  <a:lnTo>
                    <a:pt x="4386316" y="1425768"/>
                  </a:lnTo>
                  <a:lnTo>
                    <a:pt x="4396597" y="1342059"/>
                  </a:lnTo>
                  <a:lnTo>
                    <a:pt x="4400085" y="1256506"/>
                  </a:lnTo>
                  <a:lnTo>
                    <a:pt x="4400085" y="1047088"/>
                  </a:lnTo>
                  <a:lnTo>
                    <a:pt x="4396597" y="961534"/>
                  </a:lnTo>
                  <a:lnTo>
                    <a:pt x="4386316" y="877826"/>
                  </a:lnTo>
                  <a:lnTo>
                    <a:pt x="4369517" y="796238"/>
                  </a:lnTo>
                  <a:lnTo>
                    <a:pt x="4346474" y="717046"/>
                  </a:lnTo>
                  <a:lnTo>
                    <a:pt x="4317464" y="640523"/>
                  </a:lnTo>
                  <a:lnTo>
                    <a:pt x="4282759" y="566946"/>
                  </a:lnTo>
                  <a:lnTo>
                    <a:pt x="4242636" y="496588"/>
                  </a:lnTo>
                  <a:lnTo>
                    <a:pt x="4197369" y="429725"/>
                  </a:lnTo>
                  <a:lnTo>
                    <a:pt x="4147233" y="366631"/>
                  </a:lnTo>
                  <a:lnTo>
                    <a:pt x="4092503" y="307582"/>
                  </a:lnTo>
                  <a:lnTo>
                    <a:pt x="4033454" y="252852"/>
                  </a:lnTo>
                  <a:lnTo>
                    <a:pt x="3970360" y="202716"/>
                  </a:lnTo>
                  <a:lnTo>
                    <a:pt x="3903497" y="157449"/>
                  </a:lnTo>
                  <a:lnTo>
                    <a:pt x="3833139" y="117326"/>
                  </a:lnTo>
                  <a:lnTo>
                    <a:pt x="3759562" y="82621"/>
                  </a:lnTo>
                  <a:lnTo>
                    <a:pt x="3683039" y="53610"/>
                  </a:lnTo>
                  <a:lnTo>
                    <a:pt x="3603847" y="30568"/>
                  </a:lnTo>
                  <a:lnTo>
                    <a:pt x="3522259" y="13769"/>
                  </a:lnTo>
                  <a:lnTo>
                    <a:pt x="3438551" y="3488"/>
                  </a:lnTo>
                  <a:lnTo>
                    <a:pt x="3352997" y="0"/>
                  </a:lnTo>
                  <a:close/>
                </a:path>
              </a:pathLst>
            </a:custGeom>
            <a:solidFill>
              <a:srgbClr val="FCF1B9"/>
            </a:solidFill>
          </p:spPr>
          <p:txBody>
            <a:bodyPr wrap="square" lIns="0" tIns="0" rIns="0" bIns="0" rtlCol="0"/>
            <a:lstStyle/>
            <a:p>
              <a:pPr algn="ctr">
                <a:lnSpc>
                  <a:spcPct val="121000"/>
                </a:lnSpc>
              </a:pPr>
              <a:endParaRPr sz="2400" b="1" spc="-15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24D9E133-5BDA-4E19-B8D8-7AC7D002DA16}"/>
                </a:ext>
              </a:extLst>
            </p:cNvPr>
            <p:cNvSpPr/>
            <p:nvPr/>
          </p:nvSpPr>
          <p:spPr>
            <a:xfrm>
              <a:off x="16455319" y="4860964"/>
              <a:ext cx="886460" cy="561975"/>
            </a:xfrm>
            <a:custGeom>
              <a:avLst/>
              <a:gdLst/>
              <a:ahLst/>
              <a:cxnLst/>
              <a:rect l="l" t="t" r="r" b="b"/>
              <a:pathLst>
                <a:path w="886459" h="561975">
                  <a:moveTo>
                    <a:pt x="0" y="0"/>
                  </a:moveTo>
                  <a:lnTo>
                    <a:pt x="124313" y="127695"/>
                  </a:lnTo>
                  <a:lnTo>
                    <a:pt x="177845" y="182000"/>
                  </a:lnTo>
                  <a:lnTo>
                    <a:pt x="226514" y="230506"/>
                  </a:lnTo>
                  <a:lnTo>
                    <a:pt x="270985" y="273634"/>
                  </a:lnTo>
                  <a:lnTo>
                    <a:pt x="311920" y="311803"/>
                  </a:lnTo>
                  <a:lnTo>
                    <a:pt x="349987" y="345437"/>
                  </a:lnTo>
                  <a:lnTo>
                    <a:pt x="385848" y="374955"/>
                  </a:lnTo>
                  <a:lnTo>
                    <a:pt x="420168" y="400778"/>
                  </a:lnTo>
                  <a:lnTo>
                    <a:pt x="453613" y="423328"/>
                  </a:lnTo>
                  <a:lnTo>
                    <a:pt x="486846" y="443026"/>
                  </a:lnTo>
                  <a:lnTo>
                    <a:pt x="555335" y="475550"/>
                  </a:lnTo>
                  <a:lnTo>
                    <a:pt x="591921" y="489218"/>
                  </a:lnTo>
                  <a:lnTo>
                    <a:pt x="630954" y="501718"/>
                  </a:lnTo>
                  <a:lnTo>
                    <a:pt x="673097" y="513471"/>
                  </a:lnTo>
                  <a:lnTo>
                    <a:pt x="719017" y="524899"/>
                  </a:lnTo>
                  <a:lnTo>
                    <a:pt x="769377" y="536422"/>
                  </a:lnTo>
                  <a:lnTo>
                    <a:pt x="886077" y="561438"/>
                  </a:lnTo>
                  <a:lnTo>
                    <a:pt x="875762" y="554215"/>
                  </a:lnTo>
                  <a:lnTo>
                    <a:pt x="866345" y="547352"/>
                  </a:lnTo>
                  <a:lnTo>
                    <a:pt x="833995" y="515632"/>
                  </a:lnTo>
                  <a:lnTo>
                    <a:pt x="810173" y="476347"/>
                  </a:lnTo>
                  <a:lnTo>
                    <a:pt x="791746" y="436878"/>
                  </a:lnTo>
                  <a:lnTo>
                    <a:pt x="769569" y="383114"/>
                  </a:lnTo>
                  <a:lnTo>
                    <a:pt x="742134" y="311803"/>
                  </a:lnTo>
                  <a:lnTo>
                    <a:pt x="726058" y="268780"/>
                  </a:lnTo>
                  <a:lnTo>
                    <a:pt x="708088" y="220112"/>
                  </a:lnTo>
                  <a:lnTo>
                    <a:pt x="688078" y="165510"/>
                  </a:lnTo>
                  <a:lnTo>
                    <a:pt x="641205" y="36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F1B9"/>
            </a:solidFill>
          </p:spPr>
          <p:txBody>
            <a:bodyPr wrap="square" lIns="0" tIns="0" rIns="0" bIns="0" rtlCol="0"/>
            <a:lstStyle/>
            <a:p>
              <a:pPr algn="ctr">
                <a:lnSpc>
                  <a:spcPct val="121000"/>
                </a:lnSpc>
              </a:pPr>
              <a:endParaRPr sz="2400" b="1" spc="-15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object 40">
              <a:extLst>
                <a:ext uri="{FF2B5EF4-FFF2-40B4-BE49-F238E27FC236}">
                  <a16:creationId xmlns:a16="http://schemas.microsoft.com/office/drawing/2014/main" id="{627C7D56-D2E3-40DE-8290-A28E7D80921A}"/>
                </a:ext>
              </a:extLst>
            </p:cNvPr>
            <p:cNvSpPr txBox="1"/>
            <p:nvPr/>
          </p:nvSpPr>
          <p:spPr>
            <a:xfrm>
              <a:off x="15138587" y="3127361"/>
              <a:ext cx="4400550" cy="147234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5080" algn="ctr">
                <a:lnSpc>
                  <a:spcPct val="121000"/>
                </a:lnSpc>
              </a:pPr>
              <a:r>
                <a:rPr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  <a:cs typeface="빙그레 싸만코체"/>
                </a:rPr>
                <a:t>가족과 </a:t>
              </a:r>
              <a:r>
                <a:rPr sz="2400" b="1" spc="-150" dirty="0" err="1">
                  <a:latin typeface="맑은 고딕" panose="020B0503020000020004" pitchFamily="50" charset="-127"/>
                  <a:ea typeface="맑은 고딕" panose="020B0503020000020004" pitchFamily="50" charset="-127"/>
                  <a:cs typeface="빙그레 싸만코체"/>
                </a:rPr>
                <a:t>눈사람을</a:t>
              </a:r>
              <a:r>
                <a:rPr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  <a:cs typeface="빙그레 싸만코체"/>
                </a:rPr>
                <a:t> </a:t>
              </a:r>
              <a:endPara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  <a:cs typeface="빙그레 싸만코체"/>
              </a:endParaRPr>
            </a:p>
            <a:p>
              <a:pPr marR="5080" algn="ctr">
                <a:lnSpc>
                  <a:spcPct val="121000"/>
                </a:lnSpc>
              </a:pPr>
              <a:r>
                <a:rPr sz="2400" b="1" spc="-150" dirty="0" err="1">
                  <a:latin typeface="맑은 고딕" panose="020B0503020000020004" pitchFamily="50" charset="-127"/>
                  <a:ea typeface="맑은 고딕" panose="020B0503020000020004" pitchFamily="50" charset="-127"/>
                  <a:cs typeface="빙그레 싸만코체"/>
                </a:rPr>
                <a:t>만들</a:t>
              </a:r>
              <a:r>
                <a:rPr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  <a:cs typeface="빙그레 싸만코체"/>
                </a:rPr>
                <a:t> 수 있어요.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128CAB4-8C7D-AC2C-0FDF-009778DFB8BB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5" name="사각형: 둥근 모서리 4">
              <a:hlinkClick r:id="rId6" action="ppaction://hlinksldjump"/>
              <a:extLst>
                <a:ext uri="{FF2B5EF4-FFF2-40B4-BE49-F238E27FC236}">
                  <a16:creationId xmlns:a16="http://schemas.microsoft.com/office/drawing/2014/main" id="{6D93F8CC-A5B4-CB42-950A-8277EBDBF6D1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6" name="사각형: 둥근 모서리 5">
              <a:hlinkClick r:id="rId7" action="ppaction://hlinksldjump"/>
              <a:extLst>
                <a:ext uri="{FF2B5EF4-FFF2-40B4-BE49-F238E27FC236}">
                  <a16:creationId xmlns:a16="http://schemas.microsoft.com/office/drawing/2014/main" id="{235B1CC1-B264-97DE-3946-AE190AC32253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7" name="사각형: 둥근 모서리 6">
              <a:hlinkClick r:id="rId8" action="ppaction://hlinksldjump"/>
              <a:extLst>
                <a:ext uri="{FF2B5EF4-FFF2-40B4-BE49-F238E27FC236}">
                  <a16:creationId xmlns:a16="http://schemas.microsoft.com/office/drawing/2014/main" id="{8DB1D1BF-8C00-88F7-0376-D6D97B1E8873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9" name="사각형: 둥근 모서리 8">
              <a:hlinkClick r:id="rId9" action="ppaction://hlinksldjump"/>
              <a:extLst>
                <a:ext uri="{FF2B5EF4-FFF2-40B4-BE49-F238E27FC236}">
                  <a16:creationId xmlns:a16="http://schemas.microsoft.com/office/drawing/2014/main" id="{52FACEB3-91E0-5AF2-1415-E392C0968695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0" name="사각형: 둥근 모서리 9">
              <a:hlinkClick r:id="rId10" action="ppaction://hlinksldjump"/>
              <a:extLst>
                <a:ext uri="{FF2B5EF4-FFF2-40B4-BE49-F238E27FC236}">
                  <a16:creationId xmlns:a16="http://schemas.microsoft.com/office/drawing/2014/main" id="{E777C252-5B1B-4E98-EA2F-C7BC494D3B67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1" name="사각형: 둥근 모서리 10">
              <a:hlinkClick r:id="rId11" action="ppaction://hlinksldjump"/>
              <a:extLst>
                <a:ext uri="{FF2B5EF4-FFF2-40B4-BE49-F238E27FC236}">
                  <a16:creationId xmlns:a16="http://schemas.microsoft.com/office/drawing/2014/main" id="{152D3418-A82C-95D7-1BF6-ED00A4D116E9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2" name="사각형: 둥근 모서리 11">
              <a:hlinkClick r:id="rId12" action="ppaction://hlinksldjump"/>
              <a:extLst>
                <a:ext uri="{FF2B5EF4-FFF2-40B4-BE49-F238E27FC236}">
                  <a16:creationId xmlns:a16="http://schemas.microsoft.com/office/drawing/2014/main" id="{A5FE4AD2-47A2-8B99-7E7C-94694E34DF3D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EBCF5BC3-B201-2C0C-B512-F1E0F538930B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6262C624-5D49-6A6A-58A4-F98DFA7A4CE2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EAE68DC5-C787-0C7B-53C1-8D968667568E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3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801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hlinkClick r:id="rId2"/>
            <a:extLst>
              <a:ext uri="{FF2B5EF4-FFF2-40B4-BE49-F238E27FC236}">
                <a16:creationId xmlns:a16="http://schemas.microsoft.com/office/drawing/2014/main" id="{3FE03DB1-D552-4E95-97CE-285F0140A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999"/>
            <a:ext cx="12192000" cy="6479218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444A160-13F4-1107-3A8A-FCF1247DFCCF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15" name="사각형: 둥근 모서리 14">
              <a:hlinkClick r:id="rId4" action="ppaction://hlinksldjump"/>
              <a:extLst>
                <a:ext uri="{FF2B5EF4-FFF2-40B4-BE49-F238E27FC236}">
                  <a16:creationId xmlns:a16="http://schemas.microsoft.com/office/drawing/2014/main" id="{B36A5C8B-BC5F-708F-2E5E-38286F77B3C2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6" name="사각형: 둥근 모서리 15">
              <a:hlinkClick r:id="rId5" action="ppaction://hlinksldjump"/>
              <a:extLst>
                <a:ext uri="{FF2B5EF4-FFF2-40B4-BE49-F238E27FC236}">
                  <a16:creationId xmlns:a16="http://schemas.microsoft.com/office/drawing/2014/main" id="{81F107CC-0A60-A107-8C20-91CCDF21062A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7" name="사각형: 둥근 모서리 16">
              <a:hlinkClick r:id="rId6" action="ppaction://hlinksldjump"/>
              <a:extLst>
                <a:ext uri="{FF2B5EF4-FFF2-40B4-BE49-F238E27FC236}">
                  <a16:creationId xmlns:a16="http://schemas.microsoft.com/office/drawing/2014/main" id="{8C7B5D07-BFB3-CADF-93EE-9A9F0B1D2779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8" name="사각형: 둥근 모서리 17">
              <a:hlinkClick r:id="rId7" action="ppaction://hlinksldjump"/>
              <a:extLst>
                <a:ext uri="{FF2B5EF4-FFF2-40B4-BE49-F238E27FC236}">
                  <a16:creationId xmlns:a16="http://schemas.microsoft.com/office/drawing/2014/main" id="{249ADDD8-92BE-B4F7-A49E-5C0787CE91DC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9" name="사각형: 둥근 모서리 18">
              <a:hlinkClick r:id="rId8" action="ppaction://hlinksldjump"/>
              <a:extLst>
                <a:ext uri="{FF2B5EF4-FFF2-40B4-BE49-F238E27FC236}">
                  <a16:creationId xmlns:a16="http://schemas.microsoft.com/office/drawing/2014/main" id="{1D04875B-E7DD-5202-3F7D-67032A9056C9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0" name="사각형: 둥근 모서리 19">
              <a:hlinkClick r:id="rId9" action="ppaction://hlinksldjump"/>
              <a:extLst>
                <a:ext uri="{FF2B5EF4-FFF2-40B4-BE49-F238E27FC236}">
                  <a16:creationId xmlns:a16="http://schemas.microsoft.com/office/drawing/2014/main" id="{198BAE41-2C43-52BC-D695-C34396CC8730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1" name="사각형: 둥근 모서리 20">
              <a:hlinkClick r:id="rId10" action="ppaction://hlinksldjump"/>
              <a:extLst>
                <a:ext uri="{FF2B5EF4-FFF2-40B4-BE49-F238E27FC236}">
                  <a16:creationId xmlns:a16="http://schemas.microsoft.com/office/drawing/2014/main" id="{CCDD617B-76C5-7CCA-136D-5C751CC3D176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7308F43-AF0A-EEED-15EA-8F0E26455A94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4E03C228-9362-88BC-6DE1-DF600EC43C43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0188D6B5-B957-1087-618A-3C5A14A49403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4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790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1028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겨울에 할 수 있는 놀이를 생각하며 노래 불러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8DA02F-63E0-4341-8811-0392C0A439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410031"/>
            <a:ext cx="12192000" cy="4953444"/>
          </a:xfrm>
          <a:prstGeom prst="rect">
            <a:avLst/>
          </a:prstGeom>
        </p:spPr>
      </p:pic>
      <p:pic>
        <p:nvPicPr>
          <p:cNvPr id="2" name="4-4-5-01 하얀 나라(학생 창)">
            <a:hlinkClick r:id="" action="ppaction://media"/>
            <a:extLst>
              <a:ext uri="{FF2B5EF4-FFF2-40B4-BE49-F238E27FC236}">
                <a16:creationId xmlns:a16="http://schemas.microsoft.com/office/drawing/2014/main" id="{91EF5AD0-4411-4370-9F77-3396ACF813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041483" y="717162"/>
            <a:ext cx="730800" cy="730800"/>
          </a:xfrm>
          <a:prstGeom prst="rect">
            <a:avLst/>
          </a:prstGeom>
        </p:spPr>
      </p:pic>
      <p:pic>
        <p:nvPicPr>
          <p:cNvPr id="4" name="4-4-5-02 하얀 나라(반주)">
            <a:hlinkClick r:id="" action="ppaction://media"/>
            <a:extLst>
              <a:ext uri="{FF2B5EF4-FFF2-40B4-BE49-F238E27FC236}">
                <a16:creationId xmlns:a16="http://schemas.microsoft.com/office/drawing/2014/main" id="{A23A5B60-BB84-4020-8E5C-8C8FA708BE3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918441" y="717162"/>
            <a:ext cx="730800" cy="7308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112C04-8DC9-4D2E-B410-0A526CA36B54}"/>
              </a:ext>
            </a:extLst>
          </p:cNvPr>
          <p:cNvSpPr txBox="1"/>
          <p:nvPr/>
        </p:nvSpPr>
        <p:spPr>
          <a:xfrm>
            <a:off x="10909080" y="1420751"/>
            <a:ext cx="644525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반주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675B52-5A6F-4055-8453-2E5AB65D9144}"/>
              </a:ext>
            </a:extLst>
          </p:cNvPr>
          <p:cNvSpPr txBox="1"/>
          <p:nvPr/>
        </p:nvSpPr>
        <p:spPr>
          <a:xfrm>
            <a:off x="10051793" y="1429108"/>
            <a:ext cx="644525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노래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01C2FF-3DE0-6CC9-3D04-C4F8DEA61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410038"/>
            <a:ext cx="12192000" cy="4953444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31C3448A-63B0-E25B-F334-FE1E7C81474C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9" name="사각형: 둥근 모서리 8">
              <a:hlinkClick r:id="rId10" action="ppaction://hlinksldjump"/>
              <a:extLst>
                <a:ext uri="{FF2B5EF4-FFF2-40B4-BE49-F238E27FC236}">
                  <a16:creationId xmlns:a16="http://schemas.microsoft.com/office/drawing/2014/main" id="{B51778EE-85BE-B5C2-0FCF-0119C9242C82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0" name="사각형: 둥근 모서리 9">
              <a:hlinkClick r:id="rId11" action="ppaction://hlinksldjump"/>
              <a:extLst>
                <a:ext uri="{FF2B5EF4-FFF2-40B4-BE49-F238E27FC236}">
                  <a16:creationId xmlns:a16="http://schemas.microsoft.com/office/drawing/2014/main" id="{FF2060AE-263B-4069-7377-061A2D1E4731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1" name="사각형: 둥근 모서리 10">
              <a:hlinkClick r:id="rId12" action="ppaction://hlinksldjump"/>
              <a:extLst>
                <a:ext uri="{FF2B5EF4-FFF2-40B4-BE49-F238E27FC236}">
                  <a16:creationId xmlns:a16="http://schemas.microsoft.com/office/drawing/2014/main" id="{758EB017-CB50-C2DC-5438-EE32783DA1A4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2" name="사각형: 둥근 모서리 11">
              <a:hlinkClick r:id="rId13" action="ppaction://hlinksldjump"/>
              <a:extLst>
                <a:ext uri="{FF2B5EF4-FFF2-40B4-BE49-F238E27FC236}">
                  <a16:creationId xmlns:a16="http://schemas.microsoft.com/office/drawing/2014/main" id="{C1BC0B2F-604E-8A83-4BB7-961B7F1655E0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3" name="사각형: 둥근 모서리 12">
              <a:hlinkClick r:id="rId14" action="ppaction://hlinksldjump"/>
              <a:extLst>
                <a:ext uri="{FF2B5EF4-FFF2-40B4-BE49-F238E27FC236}">
                  <a16:creationId xmlns:a16="http://schemas.microsoft.com/office/drawing/2014/main" id="{061BEE53-AD5A-C6D8-0B8D-F173B5932E74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4" name="사각형: 둥근 모서리 13">
              <a:hlinkClick r:id="rId15" action="ppaction://hlinksldjump"/>
              <a:extLst>
                <a:ext uri="{FF2B5EF4-FFF2-40B4-BE49-F238E27FC236}">
                  <a16:creationId xmlns:a16="http://schemas.microsoft.com/office/drawing/2014/main" id="{21DC7C27-B1C6-8082-C0C1-5A133516A2F1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5" name="사각형: 둥근 모서리 14">
              <a:hlinkClick r:id="rId16" action="ppaction://hlinksldjump"/>
              <a:extLst>
                <a:ext uri="{FF2B5EF4-FFF2-40B4-BE49-F238E27FC236}">
                  <a16:creationId xmlns:a16="http://schemas.microsoft.com/office/drawing/2014/main" id="{F21CA4BE-B6C1-43BB-1EF5-BCD7E59A78EE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C9A10B9E-FE6E-D761-201F-67DE633618EC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1D469A0C-EC55-6971-9B6E-3D1D3BAA93B3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A00E2BC6-5032-5570-F14F-0DCFECB02691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5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670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1028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               부분의 노랫말을 바꾸어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C3855D-4B0E-46A8-9B39-5306B69D2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88" y="61312"/>
            <a:ext cx="1706088" cy="534882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45D865AD-E4AE-4154-B09D-D6DAE6DFB9CB}"/>
              </a:ext>
            </a:extLst>
          </p:cNvPr>
          <p:cNvGrpSpPr/>
          <p:nvPr/>
        </p:nvGrpSpPr>
        <p:grpSpPr>
          <a:xfrm>
            <a:off x="828933" y="1477975"/>
            <a:ext cx="8109978" cy="3995725"/>
            <a:chOff x="828933" y="1477975"/>
            <a:chExt cx="7605233" cy="374704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61C0EE8-3F31-48FE-B1D9-8E883160B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10767" y="1477975"/>
              <a:ext cx="1836503" cy="820601"/>
            </a:xfrm>
            <a:prstGeom prst="rect">
              <a:avLst/>
            </a:prstGeom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AD0A5150-1AD9-4624-8FC1-9DBBF7886748}"/>
                </a:ext>
              </a:extLst>
            </p:cNvPr>
            <p:cNvGrpSpPr/>
            <p:nvPr/>
          </p:nvGrpSpPr>
          <p:grpSpPr>
            <a:xfrm>
              <a:off x="828933" y="1964709"/>
              <a:ext cx="7605233" cy="3260307"/>
              <a:chOff x="1136334" y="3168232"/>
              <a:chExt cx="13801587" cy="5916638"/>
            </a:xfrm>
          </p:grpSpPr>
          <p:sp>
            <p:nvSpPr>
              <p:cNvPr id="17" name="object 25">
                <a:extLst>
                  <a:ext uri="{FF2B5EF4-FFF2-40B4-BE49-F238E27FC236}">
                    <a16:creationId xmlns:a16="http://schemas.microsoft.com/office/drawing/2014/main" id="{F82907B0-A8AD-4683-94E6-4C34223B1F34}"/>
                  </a:ext>
                </a:extLst>
              </p:cNvPr>
              <p:cNvSpPr/>
              <p:nvPr/>
            </p:nvSpPr>
            <p:spPr>
              <a:xfrm>
                <a:off x="2227040" y="3168232"/>
                <a:ext cx="4298459" cy="4415004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26">
                <a:extLst>
                  <a:ext uri="{FF2B5EF4-FFF2-40B4-BE49-F238E27FC236}">
                    <a16:creationId xmlns:a16="http://schemas.microsoft.com/office/drawing/2014/main" id="{87ED4477-D6E0-4C3E-B122-E9F13F83077D}"/>
                  </a:ext>
                </a:extLst>
              </p:cNvPr>
              <p:cNvSpPr/>
              <p:nvPr/>
            </p:nvSpPr>
            <p:spPr>
              <a:xfrm>
                <a:off x="8316373" y="3344521"/>
                <a:ext cx="6621548" cy="4466758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37">
                <a:extLst>
                  <a:ext uri="{FF2B5EF4-FFF2-40B4-BE49-F238E27FC236}">
                    <a16:creationId xmlns:a16="http://schemas.microsoft.com/office/drawing/2014/main" id="{6D0CED91-934D-4B83-84D3-BA5C0D46F4C8}"/>
                  </a:ext>
                </a:extLst>
              </p:cNvPr>
              <p:cNvSpPr/>
              <p:nvPr/>
            </p:nvSpPr>
            <p:spPr>
              <a:xfrm>
                <a:off x="1136334" y="7781215"/>
                <a:ext cx="6602730" cy="1303655"/>
              </a:xfrm>
              <a:custGeom>
                <a:avLst/>
                <a:gdLst/>
                <a:ahLst/>
                <a:cxnLst/>
                <a:rect l="l" t="t" r="r" b="b"/>
                <a:pathLst>
                  <a:path w="6602730" h="1303654">
                    <a:moveTo>
                      <a:pt x="6183905" y="0"/>
                    </a:moveTo>
                    <a:lnTo>
                      <a:pt x="418835" y="0"/>
                    </a:lnTo>
                    <a:lnTo>
                      <a:pt x="384484" y="1388"/>
                    </a:lnTo>
                    <a:lnTo>
                      <a:pt x="318185" y="12172"/>
                    </a:lnTo>
                    <a:lnTo>
                      <a:pt x="255807" y="32914"/>
                    </a:lnTo>
                    <a:lnTo>
                      <a:pt x="198212" y="62752"/>
                    </a:lnTo>
                    <a:lnTo>
                      <a:pt x="146263" y="100822"/>
                    </a:lnTo>
                    <a:lnTo>
                      <a:pt x="100822" y="146263"/>
                    </a:lnTo>
                    <a:lnTo>
                      <a:pt x="62752" y="198212"/>
                    </a:lnTo>
                    <a:lnTo>
                      <a:pt x="32914" y="255807"/>
                    </a:lnTo>
                    <a:lnTo>
                      <a:pt x="12172" y="318185"/>
                    </a:lnTo>
                    <a:lnTo>
                      <a:pt x="1388" y="384484"/>
                    </a:lnTo>
                    <a:lnTo>
                      <a:pt x="0" y="418835"/>
                    </a:lnTo>
                    <a:lnTo>
                      <a:pt x="0" y="884433"/>
                    </a:lnTo>
                    <a:lnTo>
                      <a:pt x="5481" y="952370"/>
                    </a:lnTo>
                    <a:lnTo>
                      <a:pt x="21352" y="1016816"/>
                    </a:lnTo>
                    <a:lnTo>
                      <a:pt x="46750" y="1076910"/>
                    </a:lnTo>
                    <a:lnTo>
                      <a:pt x="80812" y="1131790"/>
                    </a:lnTo>
                    <a:lnTo>
                      <a:pt x="122675" y="1180593"/>
                    </a:lnTo>
                    <a:lnTo>
                      <a:pt x="171478" y="1222457"/>
                    </a:lnTo>
                    <a:lnTo>
                      <a:pt x="226358" y="1256518"/>
                    </a:lnTo>
                    <a:lnTo>
                      <a:pt x="286452" y="1281916"/>
                    </a:lnTo>
                    <a:lnTo>
                      <a:pt x="350899" y="1297787"/>
                    </a:lnTo>
                    <a:lnTo>
                      <a:pt x="418835" y="1303269"/>
                    </a:lnTo>
                    <a:lnTo>
                      <a:pt x="6183905" y="1303269"/>
                    </a:lnTo>
                    <a:lnTo>
                      <a:pt x="6251842" y="1297787"/>
                    </a:lnTo>
                    <a:lnTo>
                      <a:pt x="6316288" y="1281916"/>
                    </a:lnTo>
                    <a:lnTo>
                      <a:pt x="6376383" y="1256518"/>
                    </a:lnTo>
                    <a:lnTo>
                      <a:pt x="6431262" y="1222457"/>
                    </a:lnTo>
                    <a:lnTo>
                      <a:pt x="6480065" y="1180593"/>
                    </a:lnTo>
                    <a:lnTo>
                      <a:pt x="6521929" y="1131790"/>
                    </a:lnTo>
                    <a:lnTo>
                      <a:pt x="6555990" y="1076910"/>
                    </a:lnTo>
                    <a:lnTo>
                      <a:pt x="6581388" y="1016816"/>
                    </a:lnTo>
                    <a:lnTo>
                      <a:pt x="6597259" y="952370"/>
                    </a:lnTo>
                    <a:lnTo>
                      <a:pt x="6602741" y="884433"/>
                    </a:lnTo>
                    <a:lnTo>
                      <a:pt x="6602741" y="418835"/>
                    </a:lnTo>
                    <a:lnTo>
                      <a:pt x="6597259" y="350899"/>
                    </a:lnTo>
                    <a:lnTo>
                      <a:pt x="6581388" y="286452"/>
                    </a:lnTo>
                    <a:lnTo>
                      <a:pt x="6555990" y="226358"/>
                    </a:lnTo>
                    <a:lnTo>
                      <a:pt x="6521929" y="171478"/>
                    </a:lnTo>
                    <a:lnTo>
                      <a:pt x="6480065" y="122675"/>
                    </a:lnTo>
                    <a:lnTo>
                      <a:pt x="6431262" y="80812"/>
                    </a:lnTo>
                    <a:lnTo>
                      <a:pt x="6376383" y="46750"/>
                    </a:lnTo>
                    <a:lnTo>
                      <a:pt x="6316288" y="21352"/>
                    </a:lnTo>
                    <a:lnTo>
                      <a:pt x="6251842" y="5481"/>
                    </a:lnTo>
                    <a:lnTo>
                      <a:pt x="6183905" y="0"/>
                    </a:lnTo>
                    <a:close/>
                  </a:path>
                </a:pathLst>
              </a:custGeom>
              <a:solidFill>
                <a:srgbClr val="FCE5E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38">
                <a:extLst>
                  <a:ext uri="{FF2B5EF4-FFF2-40B4-BE49-F238E27FC236}">
                    <a16:creationId xmlns:a16="http://schemas.microsoft.com/office/drawing/2014/main" id="{95E0A1BC-689D-4948-8A2D-D5452201AC7D}"/>
                  </a:ext>
                </a:extLst>
              </p:cNvPr>
              <p:cNvSpPr/>
              <p:nvPr/>
            </p:nvSpPr>
            <p:spPr>
              <a:xfrm>
                <a:off x="8221068" y="7781215"/>
                <a:ext cx="6602730" cy="1303655"/>
              </a:xfrm>
              <a:custGeom>
                <a:avLst/>
                <a:gdLst/>
                <a:ahLst/>
                <a:cxnLst/>
                <a:rect l="l" t="t" r="r" b="b"/>
                <a:pathLst>
                  <a:path w="6602730" h="1303654">
                    <a:moveTo>
                      <a:pt x="6183905" y="0"/>
                    </a:moveTo>
                    <a:lnTo>
                      <a:pt x="418835" y="0"/>
                    </a:lnTo>
                    <a:lnTo>
                      <a:pt x="384484" y="1388"/>
                    </a:lnTo>
                    <a:lnTo>
                      <a:pt x="318185" y="12172"/>
                    </a:lnTo>
                    <a:lnTo>
                      <a:pt x="255807" y="32914"/>
                    </a:lnTo>
                    <a:lnTo>
                      <a:pt x="198212" y="62752"/>
                    </a:lnTo>
                    <a:lnTo>
                      <a:pt x="146263" y="100822"/>
                    </a:lnTo>
                    <a:lnTo>
                      <a:pt x="100822" y="146263"/>
                    </a:lnTo>
                    <a:lnTo>
                      <a:pt x="62752" y="198212"/>
                    </a:lnTo>
                    <a:lnTo>
                      <a:pt x="32914" y="255807"/>
                    </a:lnTo>
                    <a:lnTo>
                      <a:pt x="12172" y="318185"/>
                    </a:lnTo>
                    <a:lnTo>
                      <a:pt x="1388" y="384484"/>
                    </a:lnTo>
                    <a:lnTo>
                      <a:pt x="0" y="418835"/>
                    </a:lnTo>
                    <a:lnTo>
                      <a:pt x="0" y="884433"/>
                    </a:lnTo>
                    <a:lnTo>
                      <a:pt x="5481" y="952370"/>
                    </a:lnTo>
                    <a:lnTo>
                      <a:pt x="21352" y="1016816"/>
                    </a:lnTo>
                    <a:lnTo>
                      <a:pt x="46750" y="1076910"/>
                    </a:lnTo>
                    <a:lnTo>
                      <a:pt x="80812" y="1131790"/>
                    </a:lnTo>
                    <a:lnTo>
                      <a:pt x="122675" y="1180593"/>
                    </a:lnTo>
                    <a:lnTo>
                      <a:pt x="171478" y="1222457"/>
                    </a:lnTo>
                    <a:lnTo>
                      <a:pt x="226358" y="1256518"/>
                    </a:lnTo>
                    <a:lnTo>
                      <a:pt x="286452" y="1281916"/>
                    </a:lnTo>
                    <a:lnTo>
                      <a:pt x="350899" y="1297787"/>
                    </a:lnTo>
                    <a:lnTo>
                      <a:pt x="418835" y="1303269"/>
                    </a:lnTo>
                    <a:lnTo>
                      <a:pt x="6183905" y="1303269"/>
                    </a:lnTo>
                    <a:lnTo>
                      <a:pt x="6251842" y="1297787"/>
                    </a:lnTo>
                    <a:lnTo>
                      <a:pt x="6316288" y="1281916"/>
                    </a:lnTo>
                    <a:lnTo>
                      <a:pt x="6376383" y="1256518"/>
                    </a:lnTo>
                    <a:lnTo>
                      <a:pt x="6431262" y="1222457"/>
                    </a:lnTo>
                    <a:lnTo>
                      <a:pt x="6480065" y="1180593"/>
                    </a:lnTo>
                    <a:lnTo>
                      <a:pt x="6521929" y="1131790"/>
                    </a:lnTo>
                    <a:lnTo>
                      <a:pt x="6555990" y="1076910"/>
                    </a:lnTo>
                    <a:lnTo>
                      <a:pt x="6581388" y="1016816"/>
                    </a:lnTo>
                    <a:lnTo>
                      <a:pt x="6597259" y="952370"/>
                    </a:lnTo>
                    <a:lnTo>
                      <a:pt x="6602741" y="884433"/>
                    </a:lnTo>
                    <a:lnTo>
                      <a:pt x="6602741" y="418835"/>
                    </a:lnTo>
                    <a:lnTo>
                      <a:pt x="6597259" y="350899"/>
                    </a:lnTo>
                    <a:lnTo>
                      <a:pt x="6581388" y="286452"/>
                    </a:lnTo>
                    <a:lnTo>
                      <a:pt x="6555990" y="226358"/>
                    </a:lnTo>
                    <a:lnTo>
                      <a:pt x="6521929" y="171478"/>
                    </a:lnTo>
                    <a:lnTo>
                      <a:pt x="6480065" y="122675"/>
                    </a:lnTo>
                    <a:lnTo>
                      <a:pt x="6431262" y="80812"/>
                    </a:lnTo>
                    <a:lnTo>
                      <a:pt x="6376383" y="46750"/>
                    </a:lnTo>
                    <a:lnTo>
                      <a:pt x="6316288" y="21352"/>
                    </a:lnTo>
                    <a:lnTo>
                      <a:pt x="6251842" y="5481"/>
                    </a:lnTo>
                    <a:lnTo>
                      <a:pt x="6183905" y="0"/>
                    </a:lnTo>
                    <a:close/>
                  </a:path>
                </a:pathLst>
              </a:custGeom>
              <a:solidFill>
                <a:srgbClr val="FFF1D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A5E8BCC-9129-426D-A544-ED75AD41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69970" y="1486352"/>
              <a:ext cx="1830468" cy="890681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599C1F0-3A38-444D-B112-8F4D8719D5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642" y="4893499"/>
            <a:ext cx="2918669" cy="3943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442D886-9A49-40CE-AB26-4BCD588E17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3705" y="4911165"/>
            <a:ext cx="2898384" cy="39600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4B48457F-D418-4CBF-87E7-A0EA895C8E63}"/>
              </a:ext>
            </a:extLst>
          </p:cNvPr>
          <p:cNvGrpSpPr/>
          <p:nvPr/>
        </p:nvGrpSpPr>
        <p:grpSpPr>
          <a:xfrm>
            <a:off x="1043413" y="4834771"/>
            <a:ext cx="7690245" cy="544338"/>
            <a:chOff x="1043413" y="4834771"/>
            <a:chExt cx="7690245" cy="54433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05CBA23-CDB0-4E04-9846-6A703CE09CF9}"/>
                </a:ext>
              </a:extLst>
            </p:cNvPr>
            <p:cNvSpPr txBox="1"/>
            <p:nvPr/>
          </p:nvSpPr>
          <p:spPr>
            <a:xfrm>
              <a:off x="1043413" y="4834771"/>
              <a:ext cx="3508723" cy="539889"/>
            </a:xfrm>
            <a:prstGeom prst="rect">
              <a:avLst/>
            </a:prstGeom>
            <a:solidFill>
              <a:srgbClr val="FCE5E8"/>
            </a:solidFill>
          </p:spPr>
          <p:txBody>
            <a:bodyPr wrap="square" lIns="36000" tIns="36000" rIns="36000" bIns="36000">
              <a:noAutofit/>
            </a:bodyPr>
            <a:lstStyle/>
            <a:p>
              <a:pPr algn="ctr">
                <a:buClr>
                  <a:srgbClr val="E28508"/>
                </a:buClr>
              </a:pPr>
              <a:r>
                <a:rPr lang="ko-KR" altLang="en-US" sz="30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미끄러운 얼음에서</a:t>
              </a:r>
              <a:endParaRPr lang="en-US" altLang="ko-KR" sz="3000" b="1" spc="-15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57F7E2A-73BA-4ED9-828B-9EBA62FD5980}"/>
                </a:ext>
              </a:extLst>
            </p:cNvPr>
            <p:cNvSpPr txBox="1"/>
            <p:nvPr/>
          </p:nvSpPr>
          <p:spPr>
            <a:xfrm>
              <a:off x="5175541" y="4839220"/>
              <a:ext cx="3558117" cy="539889"/>
            </a:xfrm>
            <a:prstGeom prst="rect">
              <a:avLst/>
            </a:prstGeom>
            <a:solidFill>
              <a:srgbClr val="FFF1D1"/>
            </a:solidFill>
          </p:spPr>
          <p:txBody>
            <a:bodyPr wrap="square" lIns="36000" tIns="36000" rIns="36000" bIns="36000">
              <a:noAutofit/>
            </a:bodyPr>
            <a:lstStyle/>
            <a:p>
              <a:pPr algn="ctr">
                <a:buClr>
                  <a:srgbClr val="E28508"/>
                </a:buClr>
              </a:pPr>
              <a:r>
                <a:rPr lang="ko-KR" altLang="en-US" sz="30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빙글 춤췄죠</a:t>
              </a:r>
              <a:r>
                <a:rPr lang="en-US" altLang="ko-KR" sz="30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.</a:t>
              </a:r>
              <a:endParaRPr lang="en-US" altLang="ko-KR" sz="3000" b="1" spc="-15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5" name="object 23">
            <a:extLst>
              <a:ext uri="{FF2B5EF4-FFF2-40B4-BE49-F238E27FC236}">
                <a16:creationId xmlns:a16="http://schemas.microsoft.com/office/drawing/2014/main" id="{E55B98DA-1144-4EA2-868F-F90A9D651075}"/>
              </a:ext>
            </a:extLst>
          </p:cNvPr>
          <p:cNvSpPr/>
          <p:nvPr/>
        </p:nvSpPr>
        <p:spPr>
          <a:xfrm>
            <a:off x="9360223" y="3709911"/>
            <a:ext cx="2213762" cy="269086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F811ABA-B001-4436-A3FD-61B6EF615965}"/>
              </a:ext>
            </a:extLst>
          </p:cNvPr>
          <p:cNvGrpSpPr/>
          <p:nvPr/>
        </p:nvGrpSpPr>
        <p:grpSpPr>
          <a:xfrm>
            <a:off x="8820234" y="1090341"/>
            <a:ext cx="2928854" cy="2692722"/>
            <a:chOff x="8820234" y="1090341"/>
            <a:chExt cx="2928854" cy="2692722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47778521-8C62-427E-A7E2-EB61A1848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820234" y="1090341"/>
              <a:ext cx="2928854" cy="269272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BF4A75E-9290-4F91-87FB-A3DCB60B55B8}"/>
                </a:ext>
              </a:extLst>
            </p:cNvPr>
            <p:cNvSpPr txBox="1"/>
            <p:nvPr/>
          </p:nvSpPr>
          <p:spPr>
            <a:xfrm>
              <a:off x="8848689" y="1445517"/>
              <a:ext cx="2861265" cy="1807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말놀이를 활용하거나 나의 경험을 떠올려 재미있는 노랫말을 만들어 보세요</a:t>
              </a:r>
              <a:r>
                <a:rPr lang="en-US" altLang="ko-KR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3BF5BF6-0477-6183-D015-71B85DCA2F24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11" name="사각형: 둥근 모서리 10">
              <a:hlinkClick r:id="rId12" action="ppaction://hlinksldjump"/>
              <a:extLst>
                <a:ext uri="{FF2B5EF4-FFF2-40B4-BE49-F238E27FC236}">
                  <a16:creationId xmlns:a16="http://schemas.microsoft.com/office/drawing/2014/main" id="{2D45A399-AEF8-8BF8-12FD-AAED1506570D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2" name="사각형: 둥근 모서리 11">
              <a:hlinkClick r:id="rId13" action="ppaction://hlinksldjump"/>
              <a:extLst>
                <a:ext uri="{FF2B5EF4-FFF2-40B4-BE49-F238E27FC236}">
                  <a16:creationId xmlns:a16="http://schemas.microsoft.com/office/drawing/2014/main" id="{122F51BF-EB55-6EE9-5224-8EFE534FF5A3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4" name="사각형: 둥근 모서리 13">
              <a:hlinkClick r:id="rId14" action="ppaction://hlinksldjump"/>
              <a:extLst>
                <a:ext uri="{FF2B5EF4-FFF2-40B4-BE49-F238E27FC236}">
                  <a16:creationId xmlns:a16="http://schemas.microsoft.com/office/drawing/2014/main" id="{9AE0E28F-F482-DE89-9B2A-FE07FC3B05C6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5" name="사각형: 둥근 모서리 14">
              <a:hlinkClick r:id="rId15" action="ppaction://hlinksldjump"/>
              <a:extLst>
                <a:ext uri="{FF2B5EF4-FFF2-40B4-BE49-F238E27FC236}">
                  <a16:creationId xmlns:a16="http://schemas.microsoft.com/office/drawing/2014/main" id="{7E57EEAC-1ADE-5281-1C7B-2A939D3BAE16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1" name="사각형: 둥근 모서리 20">
              <a:hlinkClick r:id="rId16" action="ppaction://hlinksldjump"/>
              <a:extLst>
                <a:ext uri="{FF2B5EF4-FFF2-40B4-BE49-F238E27FC236}">
                  <a16:creationId xmlns:a16="http://schemas.microsoft.com/office/drawing/2014/main" id="{0D93711D-C28A-8808-78CF-1912D0295D22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2" name="사각형: 둥근 모서리 21">
              <a:hlinkClick r:id="rId17" action="ppaction://hlinksldjump"/>
              <a:extLst>
                <a:ext uri="{FF2B5EF4-FFF2-40B4-BE49-F238E27FC236}">
                  <a16:creationId xmlns:a16="http://schemas.microsoft.com/office/drawing/2014/main" id="{6DB445D2-2132-ECE9-5B6F-F8E50DE806F8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3" name="사각형: 둥근 모서리 22">
              <a:hlinkClick r:id="rId18" action="ppaction://hlinksldjump"/>
              <a:extLst>
                <a:ext uri="{FF2B5EF4-FFF2-40B4-BE49-F238E27FC236}">
                  <a16:creationId xmlns:a16="http://schemas.microsoft.com/office/drawing/2014/main" id="{EFAA0938-4EDB-E87B-CDE9-CB5E12EE2229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45106E91-0AFC-1AE5-D7CA-9504A8AF295D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AECC086D-CDED-23EF-BDFE-ED648AA08D64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2C65E2CE-6F78-B51C-8B06-208CEF29A372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6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46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828E2308-181C-482F-ADF2-558105B1E5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5985" y="4238363"/>
            <a:ext cx="5170598" cy="18459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1028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바꾼 노랫말에 어울리는 리듬을 만들어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9EE05F-AA87-43D3-8B05-CD8D0B1FB743}"/>
              </a:ext>
            </a:extLst>
          </p:cNvPr>
          <p:cNvSpPr txBox="1"/>
          <p:nvPr/>
        </p:nvSpPr>
        <p:spPr>
          <a:xfrm>
            <a:off x="6555984" y="4517399"/>
            <a:ext cx="3434321" cy="928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만든 노랫말과 리듬으로</a:t>
            </a:r>
          </a:p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노래 불러 보세요</a:t>
            </a:r>
            <a:r>
              <a:rPr lang="en-US" altLang="ko-KR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.</a:t>
            </a:r>
            <a:endParaRPr lang="ko-KR" altLang="en-US" sz="2400" b="1" spc="-150" dirty="0">
              <a:solidFill>
                <a:srgbClr val="D13B2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10872B-B74C-4AEE-8966-B779607A00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182" y="2261685"/>
            <a:ext cx="11083636" cy="1284041"/>
          </a:xfrm>
          <a:prstGeom prst="rect">
            <a:avLst/>
          </a:prstGeom>
        </p:spPr>
      </p:pic>
      <p:pic>
        <p:nvPicPr>
          <p:cNvPr id="11" name="그림 10">
            <a:hlinkClick r:id="rId9"/>
            <a:extLst>
              <a:ext uri="{FF2B5EF4-FFF2-40B4-BE49-F238E27FC236}">
                <a16:creationId xmlns:a16="http://schemas.microsoft.com/office/drawing/2014/main" id="{72E22D6F-8647-487A-B29A-ABE1F43AA7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182" y="2261685"/>
            <a:ext cx="11083636" cy="1284041"/>
          </a:xfrm>
          <a:prstGeom prst="rect">
            <a:avLst/>
          </a:prstGeom>
        </p:spPr>
      </p:pic>
      <p:pic>
        <p:nvPicPr>
          <p:cNvPr id="18" name="4-4-5-01 하얀 나라(학생 창)">
            <a:hlinkClick r:id="" action="ppaction://media"/>
            <a:extLst>
              <a:ext uri="{FF2B5EF4-FFF2-40B4-BE49-F238E27FC236}">
                <a16:creationId xmlns:a16="http://schemas.microsoft.com/office/drawing/2014/main" id="{E3B0DEA2-16A9-44B8-AE79-7499D1F230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037125" y="865447"/>
            <a:ext cx="730800" cy="730800"/>
          </a:xfrm>
          <a:prstGeom prst="rect">
            <a:avLst/>
          </a:prstGeom>
        </p:spPr>
      </p:pic>
      <p:pic>
        <p:nvPicPr>
          <p:cNvPr id="19" name="4-4-5-02 하얀 나라(반주)">
            <a:hlinkClick r:id="" action="ppaction://media"/>
            <a:extLst>
              <a:ext uri="{FF2B5EF4-FFF2-40B4-BE49-F238E27FC236}">
                <a16:creationId xmlns:a16="http://schemas.microsoft.com/office/drawing/2014/main" id="{6B255B25-4FE8-48B7-8F08-1D32A1A2870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914083" y="865447"/>
            <a:ext cx="730800" cy="7308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738F314-80FB-45FE-8B1F-158C871CD2E0}"/>
              </a:ext>
            </a:extLst>
          </p:cNvPr>
          <p:cNvSpPr txBox="1"/>
          <p:nvPr/>
        </p:nvSpPr>
        <p:spPr>
          <a:xfrm>
            <a:off x="10904722" y="1569036"/>
            <a:ext cx="644525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반주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BB0307-1C8F-4E2B-9167-26F8CC1D1F08}"/>
              </a:ext>
            </a:extLst>
          </p:cNvPr>
          <p:cNvSpPr txBox="1"/>
          <p:nvPr/>
        </p:nvSpPr>
        <p:spPr>
          <a:xfrm>
            <a:off x="10047435" y="1577393"/>
            <a:ext cx="644525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노래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DD462BE-5BB7-972A-D557-17E0C87C8E71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3" name="사각형: 둥근 모서리 2">
              <a:hlinkClick r:id="rId12" action="ppaction://hlinksldjump"/>
              <a:extLst>
                <a:ext uri="{FF2B5EF4-FFF2-40B4-BE49-F238E27FC236}">
                  <a16:creationId xmlns:a16="http://schemas.microsoft.com/office/drawing/2014/main" id="{8F11455A-300A-232D-03D4-7B601727E3ED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5" name="사각형: 둥근 모서리 4">
              <a:hlinkClick r:id="rId13" action="ppaction://hlinksldjump"/>
              <a:extLst>
                <a:ext uri="{FF2B5EF4-FFF2-40B4-BE49-F238E27FC236}">
                  <a16:creationId xmlns:a16="http://schemas.microsoft.com/office/drawing/2014/main" id="{62155461-A1EF-FAF9-756D-47F0B1E0EE52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" name="사각형: 둥근 모서리 5">
              <a:hlinkClick r:id="rId14" action="ppaction://hlinksldjump"/>
              <a:extLst>
                <a:ext uri="{FF2B5EF4-FFF2-40B4-BE49-F238E27FC236}">
                  <a16:creationId xmlns:a16="http://schemas.microsoft.com/office/drawing/2014/main" id="{7672B6B5-0347-F251-BB60-F1F5537A35FD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7" name="사각형: 둥근 모서리 6">
              <a:hlinkClick r:id="rId15" action="ppaction://hlinksldjump"/>
              <a:extLst>
                <a:ext uri="{FF2B5EF4-FFF2-40B4-BE49-F238E27FC236}">
                  <a16:creationId xmlns:a16="http://schemas.microsoft.com/office/drawing/2014/main" id="{68C9DBB1-6538-56BF-A6D3-8B25F53174E8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9" name="사각형: 둥근 모서리 8">
              <a:hlinkClick r:id="rId16" action="ppaction://hlinksldjump"/>
              <a:extLst>
                <a:ext uri="{FF2B5EF4-FFF2-40B4-BE49-F238E27FC236}">
                  <a16:creationId xmlns:a16="http://schemas.microsoft.com/office/drawing/2014/main" id="{BB0EDB89-3CFF-11CC-72F9-6553CF38713B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0" name="사각형: 둥근 모서리 9">
              <a:hlinkClick r:id="rId17" action="ppaction://hlinksldjump"/>
              <a:extLst>
                <a:ext uri="{FF2B5EF4-FFF2-40B4-BE49-F238E27FC236}">
                  <a16:creationId xmlns:a16="http://schemas.microsoft.com/office/drawing/2014/main" id="{BD73C4B3-66CD-C500-4A92-1C61BAE3F99C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3" name="사각형: 둥근 모서리 12">
              <a:hlinkClick r:id="rId18" action="ppaction://hlinksldjump"/>
              <a:extLst>
                <a:ext uri="{FF2B5EF4-FFF2-40B4-BE49-F238E27FC236}">
                  <a16:creationId xmlns:a16="http://schemas.microsoft.com/office/drawing/2014/main" id="{860DF086-24AE-64EF-0BDE-F5743A314540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DBF9589F-E2AC-4F0D-716E-485304E956F1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452B886C-D2A3-5AFD-1FEA-F9420DEAD3E5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CCA4D423-3898-891D-FD27-87ED1BFF8FAA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7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489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0064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50064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19">
            <a:extLst>
              <a:ext uri="{FF2B5EF4-FFF2-40B4-BE49-F238E27FC236}">
                <a16:creationId xmlns:a16="http://schemas.microsoft.com/office/drawing/2014/main" id="{63B75FAF-BA33-445E-84BB-A73D61615152}"/>
              </a:ext>
            </a:extLst>
          </p:cNvPr>
          <p:cNvSpPr/>
          <p:nvPr/>
        </p:nvSpPr>
        <p:spPr>
          <a:xfrm>
            <a:off x="9925767" y="1855761"/>
            <a:ext cx="1207587" cy="121854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10281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내가 만든 노랫말과 리듬에 어울리는 가락을 만들어 노래 불러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F2B43A3-B6F7-4E82-A32B-9AFEE9FA8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82" y="2762833"/>
            <a:ext cx="11083636" cy="3237332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711E8587-E2DF-49EC-809C-CD9A820F6332}"/>
              </a:ext>
            </a:extLst>
          </p:cNvPr>
          <p:cNvGrpSpPr/>
          <p:nvPr/>
        </p:nvGrpSpPr>
        <p:grpSpPr>
          <a:xfrm>
            <a:off x="5703881" y="1517361"/>
            <a:ext cx="4401399" cy="1184039"/>
            <a:chOff x="5589581" y="1314161"/>
            <a:chExt cx="4401399" cy="1184039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2FB4268-35DE-4CCB-A10E-3EDF9AC55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89581" y="1314161"/>
              <a:ext cx="4401399" cy="1184039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A14D417-1BCE-4CED-B5DC-73AD7D992583}"/>
                </a:ext>
              </a:extLst>
            </p:cNvPr>
            <p:cNvSpPr txBox="1"/>
            <p:nvPr/>
          </p:nvSpPr>
          <p:spPr>
            <a:xfrm>
              <a:off x="5596364" y="1481586"/>
              <a:ext cx="4169936" cy="789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0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실로폰이나 </a:t>
              </a:r>
              <a:r>
                <a:rPr lang="ko-KR" altLang="en-US" sz="2000" b="1" spc="-150" dirty="0" err="1">
                  <a:solidFill>
                    <a:srgbClr val="D13B27"/>
                  </a:solidFill>
                  <a:latin typeface="맑은 고딕" panose="020B0503020000020004" pitchFamily="50" charset="-127"/>
                </a:rPr>
                <a:t>칼림바</a:t>
              </a:r>
              <a:r>
                <a:rPr lang="ko-KR" altLang="en-US" sz="20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 등으로 실제 </a:t>
              </a:r>
              <a:endParaRPr lang="en-US" altLang="ko-KR" sz="2000" b="1" spc="-150" dirty="0">
                <a:solidFill>
                  <a:srgbClr val="D13B27"/>
                </a:solidFill>
                <a:latin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0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소리를 들으며 가락을 만들어 보세요</a:t>
              </a:r>
              <a:r>
                <a:rPr lang="en-US" altLang="ko-KR" sz="20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2000" b="1" spc="-15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4" name="4-4-5-02 하얀 나라(반주)">
            <a:hlinkClick r:id="" action="ppaction://media"/>
            <a:extLst>
              <a:ext uri="{FF2B5EF4-FFF2-40B4-BE49-F238E27FC236}">
                <a16:creationId xmlns:a16="http://schemas.microsoft.com/office/drawing/2014/main" id="{5F1BBFB4-C755-4482-AB83-B37160F5E1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914083" y="1270798"/>
            <a:ext cx="730800" cy="730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AB523A8-A63E-4D8B-88A7-001589FE3C8A}"/>
              </a:ext>
            </a:extLst>
          </p:cNvPr>
          <p:cNvSpPr txBox="1"/>
          <p:nvPr/>
        </p:nvSpPr>
        <p:spPr>
          <a:xfrm>
            <a:off x="10904722" y="1974387"/>
            <a:ext cx="644525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반주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6B867D-EA08-36BE-8281-B7795A93F3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8133" y="6089629"/>
            <a:ext cx="1531243" cy="574216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F5326867-C639-0767-B1DB-E5C331F2CCE2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5" name="사각형: 둥근 모서리 4">
              <a:hlinkClick r:id="rId10" action="ppaction://hlinksldjump"/>
              <a:extLst>
                <a:ext uri="{FF2B5EF4-FFF2-40B4-BE49-F238E27FC236}">
                  <a16:creationId xmlns:a16="http://schemas.microsoft.com/office/drawing/2014/main" id="{5AF76ED2-DC74-5988-B72B-1383DF22CBD7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6" name="사각형: 둥근 모서리 5">
              <a:hlinkClick r:id="rId11" action="ppaction://hlinksldjump"/>
              <a:extLst>
                <a:ext uri="{FF2B5EF4-FFF2-40B4-BE49-F238E27FC236}">
                  <a16:creationId xmlns:a16="http://schemas.microsoft.com/office/drawing/2014/main" id="{B6CB55E8-1BBF-73D7-E0B2-ADBA93BB8051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7" name="사각형: 둥근 모서리 6">
              <a:hlinkClick r:id="rId12" action="ppaction://hlinksldjump"/>
              <a:extLst>
                <a:ext uri="{FF2B5EF4-FFF2-40B4-BE49-F238E27FC236}">
                  <a16:creationId xmlns:a16="http://schemas.microsoft.com/office/drawing/2014/main" id="{AC582361-08E0-64A5-AB73-7A0A8AEA2C4B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9" name="사각형: 둥근 모서리 8">
              <a:hlinkClick r:id="rId13" action="ppaction://hlinksldjump"/>
              <a:extLst>
                <a:ext uri="{FF2B5EF4-FFF2-40B4-BE49-F238E27FC236}">
                  <a16:creationId xmlns:a16="http://schemas.microsoft.com/office/drawing/2014/main" id="{5D8C4CF3-AA77-BBFA-48DF-DCE14D4E89F1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0" name="사각형: 둥근 모서리 9">
              <a:hlinkClick r:id="rId14" action="ppaction://hlinksldjump"/>
              <a:extLst>
                <a:ext uri="{FF2B5EF4-FFF2-40B4-BE49-F238E27FC236}">
                  <a16:creationId xmlns:a16="http://schemas.microsoft.com/office/drawing/2014/main" id="{F58B6915-7478-A368-1E15-C3B274BCAAA1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1" name="사각형: 둥근 모서리 10">
              <a:hlinkClick r:id="rId15" action="ppaction://hlinksldjump"/>
              <a:extLst>
                <a:ext uri="{FF2B5EF4-FFF2-40B4-BE49-F238E27FC236}">
                  <a16:creationId xmlns:a16="http://schemas.microsoft.com/office/drawing/2014/main" id="{9FEB36FA-E02E-3F0B-BC89-2224F9AE984F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2" name="사각형: 둥근 모서리 11">
              <a:hlinkClick r:id="rId16" action="ppaction://hlinksldjump"/>
              <a:extLst>
                <a:ext uri="{FF2B5EF4-FFF2-40B4-BE49-F238E27FC236}">
                  <a16:creationId xmlns:a16="http://schemas.microsoft.com/office/drawing/2014/main" id="{90AFFC75-8AE5-BA02-02FF-5274F5ACE589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3ACEE545-4B36-4827-2313-FDE454379DFB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10A8D413-74D0-681E-794C-848298BBE0D0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16C0B911-3B78-18A5-D25C-F037142E8087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8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86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64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19">
            <a:extLst>
              <a:ext uri="{FF2B5EF4-FFF2-40B4-BE49-F238E27FC236}">
                <a16:creationId xmlns:a16="http://schemas.microsoft.com/office/drawing/2014/main" id="{63B75FAF-BA33-445E-84BB-A73D61615152}"/>
              </a:ext>
            </a:extLst>
          </p:cNvPr>
          <p:cNvSpPr/>
          <p:nvPr/>
        </p:nvSpPr>
        <p:spPr>
          <a:xfrm>
            <a:off x="9925767" y="1855761"/>
            <a:ext cx="1207587" cy="121854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10281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내가 만든 노랫말과 리듬에 어울리는 가락을 만들어 노래 불러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11E8587-E2DF-49EC-809C-CD9A820F6332}"/>
              </a:ext>
            </a:extLst>
          </p:cNvPr>
          <p:cNvGrpSpPr/>
          <p:nvPr/>
        </p:nvGrpSpPr>
        <p:grpSpPr>
          <a:xfrm>
            <a:off x="5703881" y="1517361"/>
            <a:ext cx="4401399" cy="1184039"/>
            <a:chOff x="5589581" y="1314161"/>
            <a:chExt cx="4401399" cy="1184039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2FB4268-35DE-4CCB-A10E-3EDF9AC55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89581" y="1314161"/>
              <a:ext cx="4401399" cy="1184039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A14D417-1BCE-4CED-B5DC-73AD7D992583}"/>
                </a:ext>
              </a:extLst>
            </p:cNvPr>
            <p:cNvSpPr txBox="1"/>
            <p:nvPr/>
          </p:nvSpPr>
          <p:spPr>
            <a:xfrm>
              <a:off x="5596364" y="1481586"/>
              <a:ext cx="4169936" cy="789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0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실로폰이나 </a:t>
              </a:r>
              <a:r>
                <a:rPr lang="ko-KR" altLang="en-US" sz="2000" b="1" spc="-150" dirty="0" err="1">
                  <a:solidFill>
                    <a:srgbClr val="D13B27"/>
                  </a:solidFill>
                  <a:latin typeface="맑은 고딕" panose="020B0503020000020004" pitchFamily="50" charset="-127"/>
                </a:rPr>
                <a:t>칼림바</a:t>
              </a:r>
              <a:r>
                <a:rPr lang="ko-KR" altLang="en-US" sz="20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 등으로 실제 </a:t>
              </a:r>
              <a:endParaRPr lang="en-US" altLang="ko-KR" sz="2000" b="1" spc="-150" dirty="0">
                <a:solidFill>
                  <a:srgbClr val="D13B27"/>
                </a:solidFill>
                <a:latin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0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소리를 들으며 가락을 만들어 보세요</a:t>
              </a:r>
              <a:r>
                <a:rPr lang="en-US" altLang="ko-KR" sz="20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2000" b="1" spc="-15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8E8C0E91-2EF0-48A6-83FF-2AC84EA76C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182" y="2762833"/>
            <a:ext cx="11083636" cy="3237332"/>
          </a:xfrm>
          <a:prstGeom prst="rect">
            <a:avLst/>
          </a:prstGeom>
        </p:spPr>
      </p:pic>
      <p:pic>
        <p:nvPicPr>
          <p:cNvPr id="19" name="4-4-5-02 하얀 나라(반주)">
            <a:hlinkClick r:id="" action="ppaction://media"/>
            <a:extLst>
              <a:ext uri="{FF2B5EF4-FFF2-40B4-BE49-F238E27FC236}">
                <a16:creationId xmlns:a16="http://schemas.microsoft.com/office/drawing/2014/main" id="{898DAF49-D6F2-4CB0-A2B6-FC209A1E04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914083" y="1270798"/>
            <a:ext cx="730800" cy="7308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69B90CE-B262-4939-B8C4-E09A94A3F472}"/>
              </a:ext>
            </a:extLst>
          </p:cNvPr>
          <p:cNvSpPr txBox="1"/>
          <p:nvPr/>
        </p:nvSpPr>
        <p:spPr>
          <a:xfrm>
            <a:off x="10904722" y="1974387"/>
            <a:ext cx="644525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B050"/>
                </a:solidFill>
              </a:rPr>
              <a:t>반주</a:t>
            </a:r>
          </a:p>
        </p:txBody>
      </p:sp>
      <p:pic>
        <p:nvPicPr>
          <p:cNvPr id="2" name="4-4-5 만든 가락">
            <a:hlinkClick r:id="" action="ppaction://media"/>
            <a:extLst>
              <a:ext uri="{FF2B5EF4-FFF2-40B4-BE49-F238E27FC236}">
                <a16:creationId xmlns:a16="http://schemas.microsoft.com/office/drawing/2014/main" id="{20D8995B-4205-9E08-C802-C5BE03AEA4F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367086" y="2212155"/>
            <a:ext cx="487362" cy="487363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0A38AF7B-2768-611F-ECA0-AB52404631D0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4" name="사각형: 둥근 모서리 3">
              <a:hlinkClick r:id="rId11" action="ppaction://hlinksldjump"/>
              <a:extLst>
                <a:ext uri="{FF2B5EF4-FFF2-40B4-BE49-F238E27FC236}">
                  <a16:creationId xmlns:a16="http://schemas.microsoft.com/office/drawing/2014/main" id="{3DF49C78-684E-1DA2-4509-AF02EDA50960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5" name="사각형: 둥근 모서리 4">
              <a:hlinkClick r:id="rId12" action="ppaction://hlinksldjump"/>
              <a:extLst>
                <a:ext uri="{FF2B5EF4-FFF2-40B4-BE49-F238E27FC236}">
                  <a16:creationId xmlns:a16="http://schemas.microsoft.com/office/drawing/2014/main" id="{658B5DB4-265A-52C3-4FF3-968A80D15FBC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" name="사각형: 둥근 모서리 5">
              <a:hlinkClick r:id="rId13" action="ppaction://hlinksldjump"/>
              <a:extLst>
                <a:ext uri="{FF2B5EF4-FFF2-40B4-BE49-F238E27FC236}">
                  <a16:creationId xmlns:a16="http://schemas.microsoft.com/office/drawing/2014/main" id="{19779D7F-7278-4A60-A102-4D9A58423DAB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7" name="사각형: 둥근 모서리 6">
              <a:hlinkClick r:id="rId14" action="ppaction://hlinksldjump"/>
              <a:extLst>
                <a:ext uri="{FF2B5EF4-FFF2-40B4-BE49-F238E27FC236}">
                  <a16:creationId xmlns:a16="http://schemas.microsoft.com/office/drawing/2014/main" id="{6599628D-DE7F-836F-2EF6-76AD88C3B69D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9" name="사각형: 둥근 모서리 8">
              <a:hlinkClick r:id="rId15" action="ppaction://hlinksldjump"/>
              <a:extLst>
                <a:ext uri="{FF2B5EF4-FFF2-40B4-BE49-F238E27FC236}">
                  <a16:creationId xmlns:a16="http://schemas.microsoft.com/office/drawing/2014/main" id="{F9C46907-2A64-C195-FE57-35FE8DEA53E9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0" name="사각형: 둥근 모서리 9">
              <a:hlinkClick r:id="rId16" action="ppaction://hlinksldjump"/>
              <a:extLst>
                <a:ext uri="{FF2B5EF4-FFF2-40B4-BE49-F238E27FC236}">
                  <a16:creationId xmlns:a16="http://schemas.microsoft.com/office/drawing/2014/main" id="{9DB91ACF-5E36-B338-83C3-8BC1E26970A2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1" name="사각형: 둥근 모서리 10">
              <a:hlinkClick r:id="rId17" action="ppaction://hlinksldjump"/>
              <a:extLst>
                <a:ext uri="{FF2B5EF4-FFF2-40B4-BE49-F238E27FC236}">
                  <a16:creationId xmlns:a16="http://schemas.microsoft.com/office/drawing/2014/main" id="{D6647CC7-012C-FE8A-02B0-09DE4C401D1A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4881500-1788-159B-8C32-094E32E43502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59A0D2D3-F847-C7A7-14C8-AEA484652F23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8998B916-CA02-533C-33D1-AC46CFF9C568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8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659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64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82900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활동을 마치고 스스로 평가해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4B06CC-38BF-4D67-81D3-F640316817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09" r="30625"/>
          <a:stretch/>
        </p:blipFill>
        <p:spPr>
          <a:xfrm>
            <a:off x="330200" y="1747730"/>
            <a:ext cx="8128000" cy="45563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825D22B-D4A2-4DAE-BBE2-35974611EA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314" t="12371" r="9791" b="38572"/>
          <a:stretch/>
        </p:blipFill>
        <p:spPr>
          <a:xfrm>
            <a:off x="3695700" y="2311400"/>
            <a:ext cx="7302500" cy="22352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194DBE8C-D593-47C6-9B4E-BCC41F7DE492}"/>
              </a:ext>
            </a:extLst>
          </p:cNvPr>
          <p:cNvSpPr txBox="1"/>
          <p:nvPr/>
        </p:nvSpPr>
        <p:spPr>
          <a:xfrm>
            <a:off x="266701" y="2010133"/>
            <a:ext cx="2616200" cy="136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겨울 분위기에 </a:t>
            </a:r>
            <a:endParaRPr lang="en-US" altLang="ko-KR" sz="2400" b="1" spc="-150" dirty="0">
              <a:solidFill>
                <a:srgbClr val="D13B27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어울리는 노랫말을 만들었나요</a:t>
            </a:r>
            <a:r>
              <a:rPr lang="en-US" altLang="ko-KR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?</a:t>
            </a:r>
            <a:endParaRPr lang="ko-KR" altLang="en-US" sz="2400" b="1" spc="-150" dirty="0">
              <a:solidFill>
                <a:srgbClr val="D13B2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A1C0763-37C0-4C2B-BB4F-6CBB55448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1768" y="702583"/>
            <a:ext cx="1579404" cy="360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08A4E57-7C75-FC28-F140-9F0AD0971BAE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5" name="사각형: 둥근 모서리 4">
              <a:hlinkClick r:id="rId6" action="ppaction://hlinksldjump"/>
              <a:extLst>
                <a:ext uri="{FF2B5EF4-FFF2-40B4-BE49-F238E27FC236}">
                  <a16:creationId xmlns:a16="http://schemas.microsoft.com/office/drawing/2014/main" id="{2796CC22-BD87-F680-25C0-BD549A2828DB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6" name="사각형: 둥근 모서리 5">
              <a:hlinkClick r:id="rId7" action="ppaction://hlinksldjump"/>
              <a:extLst>
                <a:ext uri="{FF2B5EF4-FFF2-40B4-BE49-F238E27FC236}">
                  <a16:creationId xmlns:a16="http://schemas.microsoft.com/office/drawing/2014/main" id="{1516C962-CB08-51B8-AD8F-A8131F271570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7" name="사각형: 둥근 모서리 6">
              <a:hlinkClick r:id="rId8" action="ppaction://hlinksldjump"/>
              <a:extLst>
                <a:ext uri="{FF2B5EF4-FFF2-40B4-BE49-F238E27FC236}">
                  <a16:creationId xmlns:a16="http://schemas.microsoft.com/office/drawing/2014/main" id="{00A93B0A-EE11-6A25-81C9-9FE165A30440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9" name="사각형: 둥근 모서리 8">
              <a:hlinkClick r:id="rId9" action="ppaction://hlinksldjump"/>
              <a:extLst>
                <a:ext uri="{FF2B5EF4-FFF2-40B4-BE49-F238E27FC236}">
                  <a16:creationId xmlns:a16="http://schemas.microsoft.com/office/drawing/2014/main" id="{B71E34ED-9A1C-FD86-B857-C57B37339C03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0" name="사각형: 둥근 모서리 9">
              <a:hlinkClick r:id="rId10" action="ppaction://hlinksldjump"/>
              <a:extLst>
                <a:ext uri="{FF2B5EF4-FFF2-40B4-BE49-F238E27FC236}">
                  <a16:creationId xmlns:a16="http://schemas.microsoft.com/office/drawing/2014/main" id="{59339052-F7A0-81DC-2EF8-86C1B5DD223D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1" name="사각형: 둥근 모서리 10">
              <a:hlinkClick r:id="rId11" action="ppaction://hlinksldjump"/>
              <a:extLst>
                <a:ext uri="{FF2B5EF4-FFF2-40B4-BE49-F238E27FC236}">
                  <a16:creationId xmlns:a16="http://schemas.microsoft.com/office/drawing/2014/main" id="{0FEE2318-701C-2246-984A-35C094B4C086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2" name="사각형: 둥근 모서리 11">
              <a:hlinkClick r:id="rId12" action="ppaction://hlinksldjump"/>
              <a:extLst>
                <a:ext uri="{FF2B5EF4-FFF2-40B4-BE49-F238E27FC236}">
                  <a16:creationId xmlns:a16="http://schemas.microsoft.com/office/drawing/2014/main" id="{B66A078D-B469-D808-3E23-09EF06EDB2D1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F7F700D1-0D91-1E7F-F7B2-DB0BCCCFEDE6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DA6B2FD2-E0E4-C672-DF69-C2E6BA3B90F3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0B0483D5-76FC-3041-3773-FD20C4CB1A06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9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516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활동을 마치고 스스로 평가해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4B06CC-38BF-4D67-81D3-F640316817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09" r="30625"/>
          <a:stretch/>
        </p:blipFill>
        <p:spPr>
          <a:xfrm>
            <a:off x="330200" y="1747730"/>
            <a:ext cx="8128000" cy="455634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194DBE8C-D593-47C6-9B4E-BCC41F7DE492}"/>
              </a:ext>
            </a:extLst>
          </p:cNvPr>
          <p:cNvSpPr txBox="1"/>
          <p:nvPr/>
        </p:nvSpPr>
        <p:spPr>
          <a:xfrm>
            <a:off x="266701" y="1981852"/>
            <a:ext cx="2616200" cy="136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만든 노랫말과 </a:t>
            </a:r>
            <a:endParaRPr lang="en-US" altLang="ko-KR" sz="2400" b="1" spc="-150" dirty="0">
              <a:solidFill>
                <a:srgbClr val="D13B27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리듬을 정확하게 노래 불렀나요</a:t>
            </a:r>
            <a:r>
              <a:rPr lang="en-US" altLang="ko-KR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?</a:t>
            </a:r>
            <a:endParaRPr lang="ko-KR" altLang="en-US" sz="2400" b="1" spc="-150" dirty="0">
              <a:solidFill>
                <a:srgbClr val="D13B2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E6F52A6-BB06-4369-BB9C-C6D67CDD8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291" y="704101"/>
            <a:ext cx="1602931" cy="36000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DEC14B6-D79D-D019-EF71-49DF829CC53F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5" name="사각형: 둥근 모서리 4">
              <a:hlinkClick r:id="rId5" action="ppaction://hlinksldjump"/>
              <a:extLst>
                <a:ext uri="{FF2B5EF4-FFF2-40B4-BE49-F238E27FC236}">
                  <a16:creationId xmlns:a16="http://schemas.microsoft.com/office/drawing/2014/main" id="{6001A31F-9DB6-7E0A-D823-DBC8DF031B0E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6" name="사각형: 둥근 모서리 5">
              <a:hlinkClick r:id="rId6" action="ppaction://hlinksldjump"/>
              <a:extLst>
                <a:ext uri="{FF2B5EF4-FFF2-40B4-BE49-F238E27FC236}">
                  <a16:creationId xmlns:a16="http://schemas.microsoft.com/office/drawing/2014/main" id="{D687B7D1-8EB2-99F1-0417-9E00613BDE1C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7" name="사각형: 둥근 모서리 6">
              <a:hlinkClick r:id="rId7" action="ppaction://hlinksldjump"/>
              <a:extLst>
                <a:ext uri="{FF2B5EF4-FFF2-40B4-BE49-F238E27FC236}">
                  <a16:creationId xmlns:a16="http://schemas.microsoft.com/office/drawing/2014/main" id="{FFFAB382-51EF-6416-CFF5-C16DBF8CDBAD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9" name="사각형: 둥근 모서리 8">
              <a:hlinkClick r:id="rId8" action="ppaction://hlinksldjump"/>
              <a:extLst>
                <a:ext uri="{FF2B5EF4-FFF2-40B4-BE49-F238E27FC236}">
                  <a16:creationId xmlns:a16="http://schemas.microsoft.com/office/drawing/2014/main" id="{B546BF1C-38B5-C95F-215D-7810BA659E00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0" name="사각형: 둥근 모서리 9">
              <a:hlinkClick r:id="rId9" action="ppaction://hlinksldjump"/>
              <a:extLst>
                <a:ext uri="{FF2B5EF4-FFF2-40B4-BE49-F238E27FC236}">
                  <a16:creationId xmlns:a16="http://schemas.microsoft.com/office/drawing/2014/main" id="{AD47F04F-E458-8B78-2933-20AD8E8EFB13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1" name="사각형: 둥근 모서리 10">
              <a:hlinkClick r:id="rId10" action="ppaction://hlinksldjump"/>
              <a:extLst>
                <a:ext uri="{FF2B5EF4-FFF2-40B4-BE49-F238E27FC236}">
                  <a16:creationId xmlns:a16="http://schemas.microsoft.com/office/drawing/2014/main" id="{9DA4C735-3CA9-A700-9E8C-D1C452FF3DFB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2" name="사각형: 둥근 모서리 11">
              <a:hlinkClick r:id="rId11" action="ppaction://hlinksldjump"/>
              <a:extLst>
                <a:ext uri="{FF2B5EF4-FFF2-40B4-BE49-F238E27FC236}">
                  <a16:creationId xmlns:a16="http://schemas.microsoft.com/office/drawing/2014/main" id="{DC8141C5-309F-9A70-0589-1251582C96D7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74EE42A-33E5-52B9-671D-9AABD43122D7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C21ED242-75A1-C40A-0A56-A37762207296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699A22B3-7FFA-41CF-BE0B-320B6A3FE41A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9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01B5421F-DFE5-9283-EF9B-A35AC681163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0314" t="12371" r="9791" b="38572"/>
          <a:stretch/>
        </p:blipFill>
        <p:spPr>
          <a:xfrm>
            <a:off x="3695700" y="2311400"/>
            <a:ext cx="73025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8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A866-8F6C-463B-DA5A-7BC99B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B2B5441-32B9-3AF8-8EA2-0A196D39F50A}"/>
              </a:ext>
            </a:extLst>
          </p:cNvPr>
          <p:cNvSpPr txBox="1"/>
          <p:nvPr/>
        </p:nvSpPr>
        <p:spPr>
          <a:xfrm>
            <a:off x="1163850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활동을 마치고 스스로 평가해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4B06CC-38BF-4D67-81D3-F640316817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09" r="30625"/>
          <a:stretch/>
        </p:blipFill>
        <p:spPr>
          <a:xfrm>
            <a:off x="330200" y="1747730"/>
            <a:ext cx="8128000" cy="45563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98DDD7C-E130-4857-9960-0A4C7F4869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09" r="76458" b="78151"/>
          <a:stretch/>
        </p:blipFill>
        <p:spPr>
          <a:xfrm>
            <a:off x="330201" y="1519130"/>
            <a:ext cx="2540000" cy="99547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194DBE8C-D593-47C6-9B4E-BCC41F7DE492}"/>
              </a:ext>
            </a:extLst>
          </p:cNvPr>
          <p:cNvSpPr txBox="1"/>
          <p:nvPr/>
        </p:nvSpPr>
        <p:spPr>
          <a:xfrm>
            <a:off x="279401" y="1641833"/>
            <a:ext cx="2616200" cy="1807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가락을 만들고 </a:t>
            </a:r>
            <a:endParaRPr lang="en-US" altLang="ko-KR" sz="2400" b="1" spc="-150" dirty="0">
              <a:solidFill>
                <a:srgbClr val="D13B27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연주하는 활동에 적극적으로 </a:t>
            </a:r>
            <a:endParaRPr lang="en-US" altLang="ko-KR" sz="2400" b="1" spc="-150" dirty="0">
              <a:solidFill>
                <a:srgbClr val="D13B27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참여하였나요</a:t>
            </a:r>
            <a:r>
              <a:rPr lang="en-US" altLang="ko-KR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?</a:t>
            </a:r>
            <a:endParaRPr lang="ko-KR" altLang="en-US" sz="2400" b="1" spc="-150" dirty="0">
              <a:solidFill>
                <a:srgbClr val="D13B2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9ED2929-25D1-4AE3-9B88-B51F56DAB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6816" y="712583"/>
            <a:ext cx="1587064" cy="360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9D352A76-0D87-5088-967E-95A5574DC122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5" name="사각형: 둥근 모서리 4">
              <a:hlinkClick r:id="rId5" action="ppaction://hlinksldjump"/>
              <a:extLst>
                <a:ext uri="{FF2B5EF4-FFF2-40B4-BE49-F238E27FC236}">
                  <a16:creationId xmlns:a16="http://schemas.microsoft.com/office/drawing/2014/main" id="{FA15EF70-485F-DBF5-6143-D0B9E5350167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6" name="사각형: 둥근 모서리 5">
              <a:hlinkClick r:id="rId6" action="ppaction://hlinksldjump"/>
              <a:extLst>
                <a:ext uri="{FF2B5EF4-FFF2-40B4-BE49-F238E27FC236}">
                  <a16:creationId xmlns:a16="http://schemas.microsoft.com/office/drawing/2014/main" id="{552DE698-A8F9-09E0-A1F2-DFDC68E7F1AF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7" name="사각형: 둥근 모서리 6">
              <a:hlinkClick r:id="rId7" action="ppaction://hlinksldjump"/>
              <a:extLst>
                <a:ext uri="{FF2B5EF4-FFF2-40B4-BE49-F238E27FC236}">
                  <a16:creationId xmlns:a16="http://schemas.microsoft.com/office/drawing/2014/main" id="{27D8864B-1EE5-89CF-F3FA-439DF4C6C27E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9" name="사각형: 둥근 모서리 8">
              <a:hlinkClick r:id="rId8" action="ppaction://hlinksldjump"/>
              <a:extLst>
                <a:ext uri="{FF2B5EF4-FFF2-40B4-BE49-F238E27FC236}">
                  <a16:creationId xmlns:a16="http://schemas.microsoft.com/office/drawing/2014/main" id="{B4649044-D6FC-D1BE-AA26-366AA243167F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0" name="사각형: 둥근 모서리 9">
              <a:hlinkClick r:id="rId9" action="ppaction://hlinksldjump"/>
              <a:extLst>
                <a:ext uri="{FF2B5EF4-FFF2-40B4-BE49-F238E27FC236}">
                  <a16:creationId xmlns:a16="http://schemas.microsoft.com/office/drawing/2014/main" id="{4CA09DA2-0D63-866C-DCDF-6E84C1B2466A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1" name="사각형: 둥근 모서리 10">
              <a:hlinkClick r:id="rId10" action="ppaction://hlinksldjump"/>
              <a:extLst>
                <a:ext uri="{FF2B5EF4-FFF2-40B4-BE49-F238E27FC236}">
                  <a16:creationId xmlns:a16="http://schemas.microsoft.com/office/drawing/2014/main" id="{7327A287-8597-358B-F57A-40FE02C2124F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2" name="사각형: 둥근 모서리 11">
              <a:hlinkClick r:id="rId11" action="ppaction://hlinksldjump"/>
              <a:extLst>
                <a:ext uri="{FF2B5EF4-FFF2-40B4-BE49-F238E27FC236}">
                  <a16:creationId xmlns:a16="http://schemas.microsoft.com/office/drawing/2014/main" id="{3E81AEEF-710E-932C-FD51-E608865C7E1C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382BAC90-8ED8-C949-ECFD-C929D52DA5AC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409F4106-778F-9C9B-F60F-4BC0E5D1E6DD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126C87B4-EEA7-903D-A6CA-21A119D748BA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9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CC41C6EE-A288-FEFB-3473-53BFB1B5B923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0314" t="12371" r="9791" b="38572"/>
          <a:stretch/>
        </p:blipFill>
        <p:spPr>
          <a:xfrm>
            <a:off x="3695700" y="2311400"/>
            <a:ext cx="73025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0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C2EB-3119-19C6-A9CF-F40A45C1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3AEA5531-B292-431E-AC47-AAF8BFDAE644}"/>
              </a:ext>
            </a:extLst>
          </p:cNvPr>
          <p:cNvGrpSpPr/>
          <p:nvPr/>
        </p:nvGrpSpPr>
        <p:grpSpPr>
          <a:xfrm>
            <a:off x="5238671" y="4725017"/>
            <a:ext cx="1704975" cy="420816"/>
            <a:chOff x="8481417" y="7717548"/>
            <a:chExt cx="3141345" cy="775335"/>
          </a:xfrm>
        </p:grpSpPr>
        <p:sp>
          <p:nvSpPr>
            <p:cNvPr id="41" name="object 43">
              <a:extLst>
                <a:ext uri="{FF2B5EF4-FFF2-40B4-BE49-F238E27FC236}">
                  <a16:creationId xmlns:a16="http://schemas.microsoft.com/office/drawing/2014/main" id="{C6CE78D0-3867-48DB-8A11-A5413DA7D0FB}"/>
                </a:ext>
              </a:extLst>
            </p:cNvPr>
            <p:cNvSpPr/>
            <p:nvPr/>
          </p:nvSpPr>
          <p:spPr>
            <a:xfrm>
              <a:off x="8495887" y="7732026"/>
              <a:ext cx="3112770" cy="746125"/>
            </a:xfrm>
            <a:custGeom>
              <a:avLst/>
              <a:gdLst/>
              <a:ahLst/>
              <a:cxnLst/>
              <a:rect l="l" t="t" r="r" b="b"/>
              <a:pathLst>
                <a:path w="3112770" h="746125">
                  <a:moveTo>
                    <a:pt x="2739372" y="0"/>
                  </a:moveTo>
                  <a:lnTo>
                    <a:pt x="372951" y="0"/>
                  </a:lnTo>
                  <a:lnTo>
                    <a:pt x="342408" y="1238"/>
                  </a:lnTo>
                  <a:lnTo>
                    <a:pt x="283433" y="10857"/>
                  </a:lnTo>
                  <a:lnTo>
                    <a:pt x="227920" y="29352"/>
                  </a:lnTo>
                  <a:lnTo>
                    <a:pt x="176642" y="55952"/>
                  </a:lnTo>
                  <a:lnTo>
                    <a:pt x="130372" y="89881"/>
                  </a:lnTo>
                  <a:lnTo>
                    <a:pt x="89885" y="130366"/>
                  </a:lnTo>
                  <a:lnTo>
                    <a:pt x="55955" y="176634"/>
                  </a:lnTo>
                  <a:lnTo>
                    <a:pt x="29354" y="227911"/>
                  </a:lnTo>
                  <a:lnTo>
                    <a:pt x="10857" y="283423"/>
                  </a:lnTo>
                  <a:lnTo>
                    <a:pt x="1238" y="342398"/>
                  </a:lnTo>
                  <a:lnTo>
                    <a:pt x="0" y="372941"/>
                  </a:lnTo>
                  <a:lnTo>
                    <a:pt x="1238" y="403483"/>
                  </a:lnTo>
                  <a:lnTo>
                    <a:pt x="10857" y="462455"/>
                  </a:lnTo>
                  <a:lnTo>
                    <a:pt x="29354" y="517967"/>
                  </a:lnTo>
                  <a:lnTo>
                    <a:pt x="55955" y="569243"/>
                  </a:lnTo>
                  <a:lnTo>
                    <a:pt x="89885" y="615512"/>
                  </a:lnTo>
                  <a:lnTo>
                    <a:pt x="130372" y="655998"/>
                  </a:lnTo>
                  <a:lnTo>
                    <a:pt x="176642" y="689928"/>
                  </a:lnTo>
                  <a:lnTo>
                    <a:pt x="227920" y="716528"/>
                  </a:lnTo>
                  <a:lnTo>
                    <a:pt x="283433" y="735025"/>
                  </a:lnTo>
                  <a:lnTo>
                    <a:pt x="342408" y="744644"/>
                  </a:lnTo>
                  <a:lnTo>
                    <a:pt x="372951" y="745883"/>
                  </a:lnTo>
                  <a:lnTo>
                    <a:pt x="2739372" y="745883"/>
                  </a:lnTo>
                  <a:lnTo>
                    <a:pt x="2799786" y="740992"/>
                  </a:lnTo>
                  <a:lnTo>
                    <a:pt x="2857126" y="726838"/>
                  </a:lnTo>
                  <a:lnTo>
                    <a:pt x="2910618" y="704193"/>
                  </a:lnTo>
                  <a:lnTo>
                    <a:pt x="2959487" y="673831"/>
                  </a:lnTo>
                  <a:lnTo>
                    <a:pt x="3002960" y="636526"/>
                  </a:lnTo>
                  <a:lnTo>
                    <a:pt x="3040264" y="593052"/>
                  </a:lnTo>
                  <a:lnTo>
                    <a:pt x="3070625" y="544183"/>
                  </a:lnTo>
                  <a:lnTo>
                    <a:pt x="3093269" y="490692"/>
                  </a:lnTo>
                  <a:lnTo>
                    <a:pt x="3107423" y="433353"/>
                  </a:lnTo>
                  <a:lnTo>
                    <a:pt x="3112313" y="372941"/>
                  </a:lnTo>
                  <a:lnTo>
                    <a:pt x="3111075" y="342398"/>
                  </a:lnTo>
                  <a:lnTo>
                    <a:pt x="3101456" y="283423"/>
                  </a:lnTo>
                  <a:lnTo>
                    <a:pt x="3082960" y="227911"/>
                  </a:lnTo>
                  <a:lnTo>
                    <a:pt x="3056361" y="176634"/>
                  </a:lnTo>
                  <a:lnTo>
                    <a:pt x="3022432" y="130366"/>
                  </a:lnTo>
                  <a:lnTo>
                    <a:pt x="2981947" y="89881"/>
                  </a:lnTo>
                  <a:lnTo>
                    <a:pt x="2935679" y="55952"/>
                  </a:lnTo>
                  <a:lnTo>
                    <a:pt x="2884402" y="29352"/>
                  </a:lnTo>
                  <a:lnTo>
                    <a:pt x="2828889" y="10857"/>
                  </a:lnTo>
                  <a:lnTo>
                    <a:pt x="2769915" y="1238"/>
                  </a:lnTo>
                  <a:lnTo>
                    <a:pt x="2739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4">
              <a:extLst>
                <a:ext uri="{FF2B5EF4-FFF2-40B4-BE49-F238E27FC236}">
                  <a16:creationId xmlns:a16="http://schemas.microsoft.com/office/drawing/2014/main" id="{CD38C7F0-8AED-40EB-B996-883EDF8A9754}"/>
                </a:ext>
              </a:extLst>
            </p:cNvPr>
            <p:cNvSpPr/>
            <p:nvPr/>
          </p:nvSpPr>
          <p:spPr>
            <a:xfrm>
              <a:off x="8481417" y="7717548"/>
              <a:ext cx="3141345" cy="775335"/>
            </a:xfrm>
            <a:custGeom>
              <a:avLst/>
              <a:gdLst/>
              <a:ahLst/>
              <a:cxnLst/>
              <a:rect l="l" t="t" r="r" b="b"/>
              <a:pathLst>
                <a:path w="3141345" h="775334">
                  <a:moveTo>
                    <a:pt x="2753842" y="0"/>
                  </a:moveTo>
                  <a:lnTo>
                    <a:pt x="387422" y="0"/>
                  </a:lnTo>
                  <a:lnTo>
                    <a:pt x="355647" y="1284"/>
                  </a:lnTo>
                  <a:lnTo>
                    <a:pt x="294319" y="11259"/>
                  </a:lnTo>
                  <a:lnTo>
                    <a:pt x="236618" y="30444"/>
                  </a:lnTo>
                  <a:lnTo>
                    <a:pt x="183342" y="58043"/>
                  </a:lnTo>
                  <a:lnTo>
                    <a:pt x="135290" y="93257"/>
                  </a:lnTo>
                  <a:lnTo>
                    <a:pt x="93257" y="135290"/>
                  </a:lnTo>
                  <a:lnTo>
                    <a:pt x="58043" y="183342"/>
                  </a:lnTo>
                  <a:lnTo>
                    <a:pt x="30444" y="236618"/>
                  </a:lnTo>
                  <a:lnTo>
                    <a:pt x="11259" y="294319"/>
                  </a:lnTo>
                  <a:lnTo>
                    <a:pt x="1284" y="355647"/>
                  </a:lnTo>
                  <a:lnTo>
                    <a:pt x="0" y="387422"/>
                  </a:lnTo>
                  <a:lnTo>
                    <a:pt x="1284" y="419198"/>
                  </a:lnTo>
                  <a:lnTo>
                    <a:pt x="11259" y="480526"/>
                  </a:lnTo>
                  <a:lnTo>
                    <a:pt x="30444" y="538227"/>
                  </a:lnTo>
                  <a:lnTo>
                    <a:pt x="58043" y="591502"/>
                  </a:lnTo>
                  <a:lnTo>
                    <a:pt x="93257" y="639555"/>
                  </a:lnTo>
                  <a:lnTo>
                    <a:pt x="135290" y="681587"/>
                  </a:lnTo>
                  <a:lnTo>
                    <a:pt x="183342" y="716801"/>
                  </a:lnTo>
                  <a:lnTo>
                    <a:pt x="236618" y="744400"/>
                  </a:lnTo>
                  <a:lnTo>
                    <a:pt x="294319" y="763586"/>
                  </a:lnTo>
                  <a:lnTo>
                    <a:pt x="355647" y="773561"/>
                  </a:lnTo>
                  <a:lnTo>
                    <a:pt x="387422" y="774845"/>
                  </a:lnTo>
                  <a:lnTo>
                    <a:pt x="2753842" y="774845"/>
                  </a:lnTo>
                  <a:lnTo>
                    <a:pt x="2816686" y="769774"/>
                  </a:lnTo>
                  <a:lnTo>
                    <a:pt x="2876300" y="755094"/>
                  </a:lnTo>
                  <a:lnTo>
                    <a:pt x="2900690" y="745893"/>
                  </a:lnTo>
                  <a:lnTo>
                    <a:pt x="387422" y="745893"/>
                  </a:lnTo>
                  <a:lnTo>
                    <a:pt x="358065" y="744702"/>
                  </a:lnTo>
                  <a:lnTo>
                    <a:pt x="301381" y="735457"/>
                  </a:lnTo>
                  <a:lnTo>
                    <a:pt x="248024" y="717678"/>
                  </a:lnTo>
                  <a:lnTo>
                    <a:pt x="198737" y="692110"/>
                  </a:lnTo>
                  <a:lnTo>
                    <a:pt x="154264" y="659496"/>
                  </a:lnTo>
                  <a:lnTo>
                    <a:pt x="115348" y="620581"/>
                  </a:lnTo>
                  <a:lnTo>
                    <a:pt x="82735" y="576108"/>
                  </a:lnTo>
                  <a:lnTo>
                    <a:pt x="57167" y="526821"/>
                  </a:lnTo>
                  <a:lnTo>
                    <a:pt x="39388" y="473463"/>
                  </a:lnTo>
                  <a:lnTo>
                    <a:pt x="30142" y="416779"/>
                  </a:lnTo>
                  <a:lnTo>
                    <a:pt x="28951" y="387422"/>
                  </a:lnTo>
                  <a:lnTo>
                    <a:pt x="30142" y="358065"/>
                  </a:lnTo>
                  <a:lnTo>
                    <a:pt x="39388" y="301381"/>
                  </a:lnTo>
                  <a:lnTo>
                    <a:pt x="57167" y="248024"/>
                  </a:lnTo>
                  <a:lnTo>
                    <a:pt x="82735" y="198737"/>
                  </a:lnTo>
                  <a:lnTo>
                    <a:pt x="115348" y="154264"/>
                  </a:lnTo>
                  <a:lnTo>
                    <a:pt x="154264" y="115348"/>
                  </a:lnTo>
                  <a:lnTo>
                    <a:pt x="198737" y="82735"/>
                  </a:lnTo>
                  <a:lnTo>
                    <a:pt x="248024" y="57167"/>
                  </a:lnTo>
                  <a:lnTo>
                    <a:pt x="301381" y="39388"/>
                  </a:lnTo>
                  <a:lnTo>
                    <a:pt x="358065" y="30142"/>
                  </a:lnTo>
                  <a:lnTo>
                    <a:pt x="387422" y="28951"/>
                  </a:lnTo>
                  <a:lnTo>
                    <a:pt x="2900690" y="28951"/>
                  </a:lnTo>
                  <a:lnTo>
                    <a:pt x="2876300" y="19750"/>
                  </a:lnTo>
                  <a:lnTo>
                    <a:pt x="2846946" y="11259"/>
                  </a:lnTo>
                  <a:lnTo>
                    <a:pt x="2816686" y="5070"/>
                  </a:lnTo>
                  <a:lnTo>
                    <a:pt x="2785618" y="1284"/>
                  </a:lnTo>
                  <a:lnTo>
                    <a:pt x="2753842" y="0"/>
                  </a:lnTo>
                  <a:close/>
                </a:path>
                <a:path w="3141345" h="775334">
                  <a:moveTo>
                    <a:pt x="2900690" y="28951"/>
                  </a:moveTo>
                  <a:lnTo>
                    <a:pt x="2753842" y="28951"/>
                  </a:lnTo>
                  <a:lnTo>
                    <a:pt x="2783199" y="30142"/>
                  </a:lnTo>
                  <a:lnTo>
                    <a:pt x="2811911" y="33652"/>
                  </a:lnTo>
                  <a:lnTo>
                    <a:pt x="2867024" y="47257"/>
                  </a:lnTo>
                  <a:lnTo>
                    <a:pt x="2918440" y="69024"/>
                  </a:lnTo>
                  <a:lnTo>
                    <a:pt x="2965413" y="98207"/>
                  </a:lnTo>
                  <a:lnTo>
                    <a:pt x="3007200" y="134065"/>
                  </a:lnTo>
                  <a:lnTo>
                    <a:pt x="3043057" y="175852"/>
                  </a:lnTo>
                  <a:lnTo>
                    <a:pt x="3072241" y="222825"/>
                  </a:lnTo>
                  <a:lnTo>
                    <a:pt x="3094007" y="274240"/>
                  </a:lnTo>
                  <a:lnTo>
                    <a:pt x="3107613" y="329354"/>
                  </a:lnTo>
                  <a:lnTo>
                    <a:pt x="3112313" y="387422"/>
                  </a:lnTo>
                  <a:lnTo>
                    <a:pt x="3111123" y="416779"/>
                  </a:lnTo>
                  <a:lnTo>
                    <a:pt x="3101877" y="473463"/>
                  </a:lnTo>
                  <a:lnTo>
                    <a:pt x="3084098" y="526821"/>
                  </a:lnTo>
                  <a:lnTo>
                    <a:pt x="3058530" y="576108"/>
                  </a:lnTo>
                  <a:lnTo>
                    <a:pt x="3025916" y="620581"/>
                  </a:lnTo>
                  <a:lnTo>
                    <a:pt x="2987001" y="659496"/>
                  </a:lnTo>
                  <a:lnTo>
                    <a:pt x="2942528" y="692110"/>
                  </a:lnTo>
                  <a:lnTo>
                    <a:pt x="2893241" y="717678"/>
                  </a:lnTo>
                  <a:lnTo>
                    <a:pt x="2839883" y="735457"/>
                  </a:lnTo>
                  <a:lnTo>
                    <a:pt x="2783199" y="744702"/>
                  </a:lnTo>
                  <a:lnTo>
                    <a:pt x="2753842" y="745893"/>
                  </a:lnTo>
                  <a:lnTo>
                    <a:pt x="2900690" y="745893"/>
                  </a:lnTo>
                  <a:lnTo>
                    <a:pt x="2957922" y="716801"/>
                  </a:lnTo>
                  <a:lnTo>
                    <a:pt x="3005975" y="681587"/>
                  </a:lnTo>
                  <a:lnTo>
                    <a:pt x="3048007" y="639555"/>
                  </a:lnTo>
                  <a:lnTo>
                    <a:pt x="3083221" y="591502"/>
                  </a:lnTo>
                  <a:lnTo>
                    <a:pt x="3110820" y="538227"/>
                  </a:lnTo>
                  <a:lnTo>
                    <a:pt x="3130006" y="480526"/>
                  </a:lnTo>
                  <a:lnTo>
                    <a:pt x="3139981" y="419198"/>
                  </a:lnTo>
                  <a:lnTo>
                    <a:pt x="3141265" y="387422"/>
                  </a:lnTo>
                  <a:lnTo>
                    <a:pt x="3139981" y="355647"/>
                  </a:lnTo>
                  <a:lnTo>
                    <a:pt x="3130006" y="294319"/>
                  </a:lnTo>
                  <a:lnTo>
                    <a:pt x="3110820" y="236618"/>
                  </a:lnTo>
                  <a:lnTo>
                    <a:pt x="3083221" y="183342"/>
                  </a:lnTo>
                  <a:lnTo>
                    <a:pt x="3048007" y="135290"/>
                  </a:lnTo>
                  <a:lnTo>
                    <a:pt x="3005975" y="93257"/>
                  </a:lnTo>
                  <a:lnTo>
                    <a:pt x="2957922" y="58043"/>
                  </a:lnTo>
                  <a:lnTo>
                    <a:pt x="2904647" y="30444"/>
                  </a:lnTo>
                  <a:lnTo>
                    <a:pt x="2900690" y="28951"/>
                  </a:lnTo>
                  <a:close/>
                </a:path>
              </a:pathLst>
            </a:custGeom>
            <a:solidFill>
              <a:srgbClr val="9C63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0F35FAA-6A5D-11DF-A336-64ECDD7777DA}"/>
              </a:ext>
            </a:extLst>
          </p:cNvPr>
          <p:cNvSpPr txBox="1"/>
          <p:nvPr/>
        </p:nvSpPr>
        <p:spPr>
          <a:xfrm>
            <a:off x="2379713" y="2705209"/>
            <a:ext cx="74135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400" dirty="0">
                <a:latin typeface="맑은 고딕" panose="020B0503020000020004" pitchFamily="50" charset="-127"/>
              </a:rPr>
              <a:t>신명 나는 사물놀이</a:t>
            </a:r>
            <a:endParaRPr lang="ko-KR" altLang="en-US" sz="4400" b="1" spc="-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7682091-3F51-8EB8-AECB-5C67C1FA456E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9" name="사각형: 둥근 모서리 8">
              <a:hlinkClick r:id="rId3" action="ppaction://hlinksldjump"/>
              <a:extLst>
                <a:ext uri="{FF2B5EF4-FFF2-40B4-BE49-F238E27FC236}">
                  <a16:creationId xmlns:a16="http://schemas.microsoft.com/office/drawing/2014/main" id="{8D55B1E8-1077-12A2-9FB4-D553988407B0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9" name="사각형: 둥근 모서리 18">
              <a:hlinkClick r:id="rId4" action="ppaction://hlinksldjump"/>
              <a:extLst>
                <a:ext uri="{FF2B5EF4-FFF2-40B4-BE49-F238E27FC236}">
                  <a16:creationId xmlns:a16="http://schemas.microsoft.com/office/drawing/2014/main" id="{7F966C97-8858-03A6-2C9A-AF51A252D7B0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20" name="사각형: 둥근 모서리 19">
              <a:hlinkClick r:id="rId5" action="ppaction://hlinksldjump"/>
              <a:extLst>
                <a:ext uri="{FF2B5EF4-FFF2-40B4-BE49-F238E27FC236}">
                  <a16:creationId xmlns:a16="http://schemas.microsoft.com/office/drawing/2014/main" id="{1B1B0135-C584-F497-C5DA-5F70E9568D89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27" name="사각형: 둥근 모서리 26">
              <a:hlinkClick r:id="rId6" action="ppaction://hlinksldjump"/>
              <a:extLst>
                <a:ext uri="{FF2B5EF4-FFF2-40B4-BE49-F238E27FC236}">
                  <a16:creationId xmlns:a16="http://schemas.microsoft.com/office/drawing/2014/main" id="{F17CEBAE-460B-2D70-BFC7-2D1A2C6C4741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8" name="사각형: 둥근 모서리 27">
              <a:hlinkClick r:id="rId7" action="ppaction://hlinksldjump"/>
              <a:extLst>
                <a:ext uri="{FF2B5EF4-FFF2-40B4-BE49-F238E27FC236}">
                  <a16:creationId xmlns:a16="http://schemas.microsoft.com/office/drawing/2014/main" id="{FF2C0825-DF36-69A7-EF38-83F848DD8616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9" name="사각형: 둥근 모서리 28">
              <a:hlinkClick r:id="rId8" action="ppaction://hlinksldjump"/>
              <a:extLst>
                <a:ext uri="{FF2B5EF4-FFF2-40B4-BE49-F238E27FC236}">
                  <a16:creationId xmlns:a16="http://schemas.microsoft.com/office/drawing/2014/main" id="{4167C540-E618-21C9-90CD-F3A1AA5F4BB9}"/>
                </a:ext>
              </a:extLst>
            </p:cNvPr>
            <p:cNvSpPr/>
            <p:nvPr/>
          </p:nvSpPr>
          <p:spPr>
            <a:xfrm>
              <a:off x="3233406" y="6467205"/>
              <a:ext cx="580984" cy="38264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31" name="사각형: 둥근 모서리 30">
              <a:hlinkClick r:id="rId9" action="ppaction://hlinksldjump"/>
              <a:extLst>
                <a:ext uri="{FF2B5EF4-FFF2-40B4-BE49-F238E27FC236}">
                  <a16:creationId xmlns:a16="http://schemas.microsoft.com/office/drawing/2014/main" id="{E5A26151-5EEA-7D60-9BF0-968BF40AFE34}"/>
                </a:ext>
              </a:extLst>
            </p:cNvPr>
            <p:cNvSpPr/>
            <p:nvPr/>
          </p:nvSpPr>
          <p:spPr>
            <a:xfrm>
              <a:off x="3816227" y="6464192"/>
              <a:ext cx="654820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7BC5E9C-1C28-E501-259F-14D58230921E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7E476635-C5A1-ABAE-B251-59B1EFCDD301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10</a:t>
                </a:r>
              </a:p>
            </p:txBody>
          </p:sp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B743ADA0-2458-4272-FA6B-F76CEFB7773E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10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07198D0-39A3-4C84-9E2C-C442318F3A58}"/>
              </a:ext>
            </a:extLst>
          </p:cNvPr>
          <p:cNvSpPr txBox="1"/>
          <p:nvPr/>
        </p:nvSpPr>
        <p:spPr>
          <a:xfrm>
            <a:off x="2203574" y="3592906"/>
            <a:ext cx="7816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spc="-300" dirty="0">
                <a:solidFill>
                  <a:srgbClr val="F06794"/>
                </a:solidFill>
                <a:latin typeface="맑은 고딕" panose="020B0503020000020004" pitchFamily="50" charset="-127"/>
              </a:rPr>
              <a:t>사물놀이</a:t>
            </a:r>
            <a:endParaRPr lang="ko-KR" altLang="en-US" sz="4000" b="1" spc="-300" dirty="0">
              <a:solidFill>
                <a:srgbClr val="F067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object 119">
            <a:extLst>
              <a:ext uri="{FF2B5EF4-FFF2-40B4-BE49-F238E27FC236}">
                <a16:creationId xmlns:a16="http://schemas.microsoft.com/office/drawing/2014/main" id="{B5969DB9-1B7B-4125-B887-20DDB660FC6A}"/>
              </a:ext>
            </a:extLst>
          </p:cNvPr>
          <p:cNvSpPr/>
          <p:nvPr/>
        </p:nvSpPr>
        <p:spPr>
          <a:xfrm>
            <a:off x="5175964" y="4334208"/>
            <a:ext cx="1873740" cy="39532"/>
          </a:xfrm>
          <a:custGeom>
            <a:avLst/>
            <a:gdLst/>
            <a:ahLst/>
            <a:cxnLst/>
            <a:rect l="l" t="t" r="r" b="b"/>
            <a:pathLst>
              <a:path w="4010659">
                <a:moveTo>
                  <a:pt x="0" y="0"/>
                </a:moveTo>
                <a:lnTo>
                  <a:pt x="4010349" y="0"/>
                </a:lnTo>
              </a:path>
            </a:pathLst>
          </a:custGeom>
          <a:ln w="38100">
            <a:solidFill>
              <a:srgbClr val="F7C4C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3A5851-81A2-49F9-927C-2C41597379BE}"/>
              </a:ext>
            </a:extLst>
          </p:cNvPr>
          <p:cNvSpPr txBox="1"/>
          <p:nvPr/>
        </p:nvSpPr>
        <p:spPr>
          <a:xfrm>
            <a:off x="9235440" y="3116847"/>
            <a:ext cx="2487168" cy="489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준비물 있어요</a:t>
            </a:r>
            <a:r>
              <a:rPr lang="en-US" altLang="ko-KR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!</a:t>
            </a:r>
            <a:endParaRPr lang="ko-KR" altLang="en-US" sz="2400" b="1" spc="-150" dirty="0">
              <a:solidFill>
                <a:srgbClr val="D13B2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06ED8-761A-765B-F41F-062900CB8E0C}"/>
              </a:ext>
            </a:extLst>
          </p:cNvPr>
          <p:cNvSpPr txBox="1"/>
          <p:nvPr/>
        </p:nvSpPr>
        <p:spPr>
          <a:xfrm>
            <a:off x="5176261" y="4702857"/>
            <a:ext cx="182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rgbClr val="8F6543"/>
                </a:solidFill>
                <a:latin typeface="맑은 고딕" panose="020B0503020000020004" pitchFamily="50" charset="-127"/>
              </a:rPr>
              <a:t>78~79</a:t>
            </a:r>
            <a:r>
              <a:rPr lang="ko-KR" altLang="en-US" sz="2400" b="1" spc="-150" dirty="0">
                <a:solidFill>
                  <a:srgbClr val="8F6543"/>
                </a:solidFill>
                <a:latin typeface="맑은 고딕" panose="020B0503020000020004" pitchFamily="50" charset="-127"/>
              </a:rPr>
              <a:t>쪽</a:t>
            </a:r>
            <a:endParaRPr lang="ko-KR" altLang="en-US" sz="2400" b="1" spc="-150" dirty="0">
              <a:solidFill>
                <a:srgbClr val="8F654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C68AF5-47B5-4A68-80FA-BC445516B1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910" y="3676849"/>
            <a:ext cx="448925" cy="54000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47679E13-766E-42BC-A937-DF0DBB2AEF18}"/>
              </a:ext>
            </a:extLst>
          </p:cNvPr>
          <p:cNvGrpSpPr/>
          <p:nvPr/>
        </p:nvGrpSpPr>
        <p:grpSpPr>
          <a:xfrm>
            <a:off x="9129411" y="2047340"/>
            <a:ext cx="2649514" cy="4384800"/>
            <a:chOff x="9129411" y="2047340"/>
            <a:chExt cx="2649514" cy="43848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0DF09B46-A30D-485C-AF5B-5CD391DAE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129411" y="2047340"/>
              <a:ext cx="2649514" cy="43848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0853F7-F77A-4159-89F8-F707BB889C6A}"/>
                </a:ext>
              </a:extLst>
            </p:cNvPr>
            <p:cNvSpPr txBox="1"/>
            <p:nvPr/>
          </p:nvSpPr>
          <p:spPr>
            <a:xfrm>
              <a:off x="9167511" y="2477739"/>
              <a:ext cx="2567277" cy="928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색연필 </a:t>
              </a:r>
              <a:endParaRPr lang="en-US" altLang="ko-KR" sz="2400" b="1" spc="-150" dirty="0">
                <a:solidFill>
                  <a:srgbClr val="D13B27"/>
                </a:solidFill>
                <a:latin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가져오세요</a:t>
              </a:r>
              <a:r>
                <a:rPr lang="en-US" altLang="ko-KR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419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2539</TotalTime>
  <Words>420</Words>
  <Application>Microsoft Office PowerPoint</Application>
  <PresentationFormat>와이드스크린</PresentationFormat>
  <Paragraphs>189</Paragraphs>
  <Slides>14</Slides>
  <Notes>13</Notes>
  <HiddenSlides>0</HiddenSlides>
  <MMClips>7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빙그레 싸만코체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고은나래 통합실용2 Cell</dc:creator>
  <cp:lastModifiedBy>KOREAN</cp:lastModifiedBy>
  <cp:revision>224</cp:revision>
  <dcterms:created xsi:type="dcterms:W3CDTF">2025-02-28T03:00:49Z</dcterms:created>
  <dcterms:modified xsi:type="dcterms:W3CDTF">2026-09-21T15:19:37Z</dcterms:modified>
</cp:coreProperties>
</file>