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7" r:id="rId1"/>
  </p:sldMasterIdLst>
  <p:notesMasterIdLst>
    <p:notesMasterId r:id="rId18"/>
  </p:notesMasterIdLst>
  <p:sldIdLst>
    <p:sldId id="371" r:id="rId2"/>
    <p:sldId id="373" r:id="rId3"/>
    <p:sldId id="476" r:id="rId4"/>
    <p:sldId id="411" r:id="rId5"/>
    <p:sldId id="591" r:id="rId6"/>
    <p:sldId id="597" r:id="rId7"/>
    <p:sldId id="598" r:id="rId8"/>
    <p:sldId id="601" r:id="rId9"/>
    <p:sldId id="603" r:id="rId10"/>
    <p:sldId id="602" r:id="rId11"/>
    <p:sldId id="600" r:id="rId12"/>
    <p:sldId id="604" r:id="rId13"/>
    <p:sldId id="485" r:id="rId14"/>
    <p:sldId id="580" r:id="rId15"/>
    <p:sldId id="581" r:id="rId16"/>
    <p:sldId id="468" r:id="rId17"/>
  </p:sldIdLst>
  <p:sldSz cx="18291175" cy="9715500"/>
  <p:notesSz cx="6858000" cy="9144000"/>
  <p:embeddedFontLst>
    <p:embeddedFont>
      <p:font typeface="CookieRun Regular" panose="020B0600000101010101" pitchFamily="50" charset="-127"/>
      <p:regular r:id="rId19"/>
    </p:embeddedFont>
    <p:embeddedFont>
      <p:font typeface="HU남자친구 140" panose="02020603020101020101" pitchFamily="18" charset="-127"/>
      <p:regular r:id="rId20"/>
    </p:embeddedFont>
    <p:embeddedFont>
      <p:font typeface="KoPub돋움체 Bold" panose="00000800000000000000" pitchFamily="2" charset="-127"/>
      <p:bold r:id="rId21"/>
    </p:embeddedFont>
    <p:embeddedFont>
      <p:font typeface="레시피코리아 Medium" panose="02020603020101020101" pitchFamily="18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</p:embeddedFontLst>
  <p:defaultTextStyle>
    <a:defPPr>
      <a:defRPr lang="ko-KR"/>
    </a:defPPr>
    <a:lvl1pPr marL="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B0245F5-6053-4241-86C0-FA442083A7DE}">
          <p14:sldIdLst>
            <p14:sldId id="371"/>
            <p14:sldId id="373"/>
            <p14:sldId id="476"/>
            <p14:sldId id="411"/>
            <p14:sldId id="591"/>
            <p14:sldId id="597"/>
            <p14:sldId id="598"/>
            <p14:sldId id="601"/>
            <p14:sldId id="603"/>
            <p14:sldId id="602"/>
            <p14:sldId id="600"/>
            <p14:sldId id="604"/>
            <p14:sldId id="485"/>
            <p14:sldId id="580"/>
            <p14:sldId id="581"/>
            <p14:sldId id="468"/>
          </p14:sldIdLst>
        </p14:section>
      </p14:sectionLst>
    </p:ext>
    <p:ext uri="{EFAFB233-063F-42B5-8137-9DF3F51BA10A}">
      <p15:sldGuideLst xmlns:p15="http://schemas.microsoft.com/office/powerpoint/2012/main">
        <p15:guide id="1" pos="11340" userDrawn="1">
          <p15:clr>
            <a:srgbClr val="A4A3A4"/>
          </p15:clr>
        </p15:guide>
        <p15:guide id="2" pos="409" userDrawn="1">
          <p15:clr>
            <a:srgbClr val="F26B43"/>
          </p15:clr>
        </p15:guide>
        <p15:guide id="3" orient="horz" pos="724" userDrawn="1">
          <p15:clr>
            <a:srgbClr val="C35EA4"/>
          </p15:clr>
        </p15:guide>
        <p15:guide id="4" orient="horz" pos="5918" userDrawn="1">
          <p15:clr>
            <a:srgbClr val="A4A3A4"/>
          </p15:clr>
        </p15:guide>
        <p15:guide id="8" orient="horz" pos="6122" userDrawn="1">
          <p15:clr>
            <a:srgbClr val="A4A3A4"/>
          </p15:clr>
        </p15:guide>
        <p15:guide id="9" pos="11409">
          <p15:clr>
            <a:srgbClr val="A4A3A4"/>
          </p15:clr>
        </p15:guide>
        <p15:guide id="10" pos="1679" userDrawn="1">
          <p15:clr>
            <a:srgbClr val="F26B43"/>
          </p15:clr>
        </p15:guide>
        <p15:guide id="11" orient="horz" pos="5328" userDrawn="1">
          <p15:clr>
            <a:srgbClr val="A4A3A4"/>
          </p15:clr>
        </p15:guide>
        <p15:guide id="12" orient="horz" pos="1314" userDrawn="1">
          <p15:clr>
            <a:srgbClr val="F26B43"/>
          </p15:clr>
        </p15:guide>
        <p15:guide id="13" pos="635" userDrawn="1">
          <p15:clr>
            <a:srgbClr val="5ACBF0"/>
          </p15:clr>
        </p15:guide>
        <p15:guide id="14" pos="1293" userDrawn="1">
          <p15:clr>
            <a:srgbClr val="5ACBF0"/>
          </p15:clr>
        </p15:guide>
        <p15:guide id="15" pos="1928" userDrawn="1">
          <p15:clr>
            <a:srgbClr val="F26B43"/>
          </p15:clr>
        </p15:guide>
        <p15:guide id="16" orient="horz" pos="1110" userDrawn="1">
          <p15:clr>
            <a:srgbClr val="F26B43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B40C46-B72E-AC23-11D5-2670D3F42502}" name="Jisun Nam" initials="JN" userId="90936f573e67a72e" providerId="Windows Live"/>
  <p188:author id="{6FF85482-0F43-B7A4-4A17-379A54198B97}" name="김가희 창의융합콘텐츠 Cell" initials="가김" userId="S::kimgh3@visang.com::0e886d2d-1874-4913-bc94-24ac64d52d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5777"/>
    <a:srgbClr val="00B0CD"/>
    <a:srgbClr val="BDC2CC"/>
    <a:srgbClr val="FFFFFF"/>
    <a:srgbClr val="A6A6A6"/>
    <a:srgbClr val="EFEFEF"/>
    <a:srgbClr val="E4F1F7"/>
    <a:srgbClr val="F1FAE9"/>
    <a:srgbClr val="FFEFE0"/>
    <a:srgbClr val="B2B3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0562" autoAdjust="0"/>
  </p:normalViewPr>
  <p:slideViewPr>
    <p:cSldViewPr snapToGrid="0" showGuides="1">
      <p:cViewPr varScale="1">
        <p:scale>
          <a:sx n="65" d="100"/>
          <a:sy n="65" d="100"/>
        </p:scale>
        <p:origin x="1032" y="72"/>
      </p:cViewPr>
      <p:guideLst>
        <p:guide pos="11340"/>
        <p:guide pos="409"/>
        <p:guide orient="horz" pos="724"/>
        <p:guide orient="horz" pos="5918"/>
        <p:guide orient="horz" pos="6122"/>
        <p:guide pos="11409"/>
        <p:guide pos="1679"/>
        <p:guide orient="horz" pos="5328"/>
        <p:guide orient="horz" pos="1314"/>
        <p:guide pos="635"/>
        <p:guide pos="1293"/>
        <p:guide pos="1928"/>
        <p:guide orient="horz" pos="11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세연 최" userId="37fe0d38e8fa14ae" providerId="LiveId" clId="{010AC12D-96A2-43E0-AA67-8D9D5473C2E4}"/>
    <pc:docChg chg="undo custSel addSld modSld">
      <pc:chgData name="세연 최" userId="37fe0d38e8fa14ae" providerId="LiveId" clId="{010AC12D-96A2-43E0-AA67-8D9D5473C2E4}" dt="2024-07-22T07:02:11.474" v="91"/>
      <pc:docMkLst>
        <pc:docMk/>
      </pc:docMkLst>
      <pc:sldChg chg="addSp modSp">
        <pc:chgData name="세연 최" userId="37fe0d38e8fa14ae" providerId="LiveId" clId="{010AC12D-96A2-43E0-AA67-8D9D5473C2E4}" dt="2024-07-22T06:45:26.924" v="0"/>
        <pc:sldMkLst>
          <pc:docMk/>
          <pc:sldMk cId="1323211852" sldId="371"/>
        </pc:sldMkLst>
        <pc:picChg chg="add mod">
          <ac:chgData name="세연 최" userId="37fe0d38e8fa14ae" providerId="LiveId" clId="{010AC12D-96A2-43E0-AA67-8D9D5473C2E4}" dt="2024-07-22T06:45:26.924" v="0"/>
          <ac:picMkLst>
            <pc:docMk/>
            <pc:sldMk cId="1323211852" sldId="371"/>
            <ac:picMk id="3" creationId="{0D1EF34A-9053-A683-85EA-B2DCBE24913A}"/>
          </ac:picMkLst>
        </pc:picChg>
      </pc:sldChg>
      <pc:sldChg chg="addSp delSp modSp mod">
        <pc:chgData name="세연 최" userId="37fe0d38e8fa14ae" providerId="LiveId" clId="{010AC12D-96A2-43E0-AA67-8D9D5473C2E4}" dt="2024-07-22T06:45:35.875" v="4" actId="732"/>
        <pc:sldMkLst>
          <pc:docMk/>
          <pc:sldMk cId="2628653559" sldId="411"/>
        </pc:sldMkLst>
        <pc:picChg chg="add del mod modCrop">
          <ac:chgData name="세연 최" userId="37fe0d38e8fa14ae" providerId="LiveId" clId="{010AC12D-96A2-43E0-AA67-8D9D5473C2E4}" dt="2024-07-22T06:45:35.875" v="4" actId="732"/>
          <ac:picMkLst>
            <pc:docMk/>
            <pc:sldMk cId="2628653559" sldId="411"/>
            <ac:picMk id="3" creationId="{00000000-0000-0000-0000-000000000000}"/>
          </ac:picMkLst>
        </pc:picChg>
      </pc:sldChg>
      <pc:sldChg chg="add">
        <pc:chgData name="세연 최" userId="37fe0d38e8fa14ae" providerId="LiveId" clId="{010AC12D-96A2-43E0-AA67-8D9D5473C2E4}" dt="2024-07-22T07:02:11.474" v="91"/>
        <pc:sldMkLst>
          <pc:docMk/>
          <pc:sldMk cId="1302778938" sldId="468"/>
        </pc:sldMkLst>
      </pc:sldChg>
      <pc:sldChg chg="addSp delSp modSp mod modAnim">
        <pc:chgData name="세연 최" userId="37fe0d38e8fa14ae" providerId="LiveId" clId="{010AC12D-96A2-43E0-AA67-8D9D5473C2E4}" dt="2024-07-22T06:49:22.347" v="26" actId="1076"/>
        <pc:sldMkLst>
          <pc:docMk/>
          <pc:sldMk cId="3077300462" sldId="476"/>
        </pc:sldMkLst>
        <pc:picChg chg="add mod">
          <ac:chgData name="세연 최" userId="37fe0d38e8fa14ae" providerId="LiveId" clId="{010AC12D-96A2-43E0-AA67-8D9D5473C2E4}" dt="2024-07-22T06:48:59.627" v="23" actId="1076"/>
          <ac:picMkLst>
            <pc:docMk/>
            <pc:sldMk cId="3077300462" sldId="476"/>
            <ac:picMk id="2" creationId="{830D0533-36B5-219F-703D-AF6693A8C079}"/>
          </ac:picMkLst>
        </pc:picChg>
        <pc:picChg chg="add mod">
          <ac:chgData name="세연 최" userId="37fe0d38e8fa14ae" providerId="LiveId" clId="{010AC12D-96A2-43E0-AA67-8D9D5473C2E4}" dt="2024-07-22T06:48:55.890" v="22" actId="1076"/>
          <ac:picMkLst>
            <pc:docMk/>
            <pc:sldMk cId="3077300462" sldId="476"/>
            <ac:picMk id="3" creationId="{62DA307E-7319-232F-E406-20E9E7243A2F}"/>
          </ac:picMkLst>
        </pc:picChg>
        <pc:picChg chg="add mod">
          <ac:chgData name="세연 최" userId="37fe0d38e8fa14ae" providerId="LiveId" clId="{010AC12D-96A2-43E0-AA67-8D9D5473C2E4}" dt="2024-07-22T06:49:22.347" v="26" actId="1076"/>
          <ac:picMkLst>
            <pc:docMk/>
            <pc:sldMk cId="3077300462" sldId="476"/>
            <ac:picMk id="4" creationId="{DB324F74-FC8A-72B0-4953-A295669D0E25}"/>
          </ac:picMkLst>
        </pc:picChg>
        <pc:picChg chg="del">
          <ac:chgData name="세연 최" userId="37fe0d38e8fa14ae" providerId="LiveId" clId="{010AC12D-96A2-43E0-AA67-8D9D5473C2E4}" dt="2024-07-22T06:45:29.436" v="1" actId="478"/>
          <ac:picMkLst>
            <pc:docMk/>
            <pc:sldMk cId="3077300462" sldId="476"/>
            <ac:picMk id="23" creationId="{C14F0166-46B3-2000-CFAA-39877D9EBC30}"/>
          </ac:picMkLst>
        </pc:picChg>
        <pc:picChg chg="mod">
          <ac:chgData name="세연 최" userId="37fe0d38e8fa14ae" providerId="LiveId" clId="{010AC12D-96A2-43E0-AA67-8D9D5473C2E4}" dt="2024-07-22T06:48:28.453" v="17" actId="1076"/>
          <ac:picMkLst>
            <pc:docMk/>
            <pc:sldMk cId="3077300462" sldId="476"/>
            <ac:picMk id="26" creationId="{A8E9D0DF-0257-885A-8203-36C562CDB0EA}"/>
          </ac:picMkLst>
        </pc:picChg>
      </pc:sldChg>
      <pc:sldChg chg="modSp mod">
        <pc:chgData name="세연 최" userId="37fe0d38e8fa14ae" providerId="LiveId" clId="{010AC12D-96A2-43E0-AA67-8D9D5473C2E4}" dt="2024-07-22T07:01:57.218" v="90" actId="1076"/>
        <pc:sldMkLst>
          <pc:docMk/>
          <pc:sldMk cId="2946246949" sldId="486"/>
        </pc:sldMkLst>
        <pc:picChg chg="mod">
          <ac:chgData name="세연 최" userId="37fe0d38e8fa14ae" providerId="LiveId" clId="{010AC12D-96A2-43E0-AA67-8D9D5473C2E4}" dt="2024-07-22T06:59:13.268" v="88" actId="1076"/>
          <ac:picMkLst>
            <pc:docMk/>
            <pc:sldMk cId="2946246949" sldId="486"/>
            <ac:picMk id="2" creationId="{77C50A52-CABD-220A-067E-4C9BD35ADE55}"/>
          </ac:picMkLst>
        </pc:picChg>
        <pc:picChg chg="mod">
          <ac:chgData name="세연 최" userId="37fe0d38e8fa14ae" providerId="LiveId" clId="{010AC12D-96A2-43E0-AA67-8D9D5473C2E4}" dt="2024-07-22T07:01:57.218" v="90" actId="1076"/>
          <ac:picMkLst>
            <pc:docMk/>
            <pc:sldMk cId="2946246949" sldId="486"/>
            <ac:picMk id="4" creationId="{BD717A04-50B1-0A95-1345-CE575CFE105F}"/>
          </ac:picMkLst>
        </pc:picChg>
      </pc:sldChg>
      <pc:sldChg chg="addSp delSp modSp mod modAnim">
        <pc:chgData name="세연 최" userId="37fe0d38e8fa14ae" providerId="LiveId" clId="{010AC12D-96A2-43E0-AA67-8D9D5473C2E4}" dt="2024-07-22T06:50:48.691" v="37" actId="1076"/>
        <pc:sldMkLst>
          <pc:docMk/>
          <pc:sldMk cId="1416159830" sldId="581"/>
        </pc:sldMkLst>
        <pc:picChg chg="add mod">
          <ac:chgData name="세연 최" userId="37fe0d38e8fa14ae" providerId="LiveId" clId="{010AC12D-96A2-43E0-AA67-8D9D5473C2E4}" dt="2024-07-22T06:50:08.395" v="29" actId="1076"/>
          <ac:picMkLst>
            <pc:docMk/>
            <pc:sldMk cId="1416159830" sldId="581"/>
            <ac:picMk id="2" creationId="{F3AD3941-B6ED-D05D-6B02-1A36D97FCFF6}"/>
          </ac:picMkLst>
        </pc:picChg>
        <pc:picChg chg="add mod">
          <ac:chgData name="세연 최" userId="37fe0d38e8fa14ae" providerId="LiveId" clId="{010AC12D-96A2-43E0-AA67-8D9D5473C2E4}" dt="2024-07-22T06:50:28.291" v="32" actId="1076"/>
          <ac:picMkLst>
            <pc:docMk/>
            <pc:sldMk cId="1416159830" sldId="581"/>
            <ac:picMk id="3" creationId="{9BBD896E-6A0B-A234-A430-CC250C91116F}"/>
          </ac:picMkLst>
        </pc:picChg>
        <pc:picChg chg="add mod">
          <ac:chgData name="세연 최" userId="37fe0d38e8fa14ae" providerId="LiveId" clId="{010AC12D-96A2-43E0-AA67-8D9D5473C2E4}" dt="2024-07-22T06:50:35.984" v="34"/>
          <ac:picMkLst>
            <pc:docMk/>
            <pc:sldMk cId="1416159830" sldId="581"/>
            <ac:picMk id="5" creationId="{2EE29F88-8DBE-E142-A806-F0313197AAFD}"/>
          </ac:picMkLst>
        </pc:picChg>
        <pc:picChg chg="add mod">
          <ac:chgData name="세연 최" userId="37fe0d38e8fa14ae" providerId="LiveId" clId="{010AC12D-96A2-43E0-AA67-8D9D5473C2E4}" dt="2024-07-22T06:50:48.691" v="37" actId="1076"/>
          <ac:picMkLst>
            <pc:docMk/>
            <pc:sldMk cId="1416159830" sldId="581"/>
            <ac:picMk id="7" creationId="{DFABB72D-E113-8549-4B83-C8C585C21450}"/>
          </ac:picMkLst>
        </pc:picChg>
        <pc:picChg chg="del">
          <ac:chgData name="세연 최" userId="37fe0d38e8fa14ae" providerId="LiveId" clId="{010AC12D-96A2-43E0-AA67-8D9D5473C2E4}" dt="2024-07-22T06:47:17.948" v="10" actId="478"/>
          <ac:picMkLst>
            <pc:docMk/>
            <pc:sldMk cId="1416159830" sldId="581"/>
            <ac:picMk id="23" creationId="{C14F0166-46B3-2000-CFAA-39877D9EBC30}"/>
          </ac:picMkLst>
        </pc:picChg>
      </pc:sldChg>
      <pc:sldChg chg="modSp">
        <pc:chgData name="세연 최" userId="37fe0d38e8fa14ae" providerId="LiveId" clId="{010AC12D-96A2-43E0-AA67-8D9D5473C2E4}" dt="2024-07-22T06:47:27.240" v="12"/>
        <pc:sldMkLst>
          <pc:docMk/>
          <pc:sldMk cId="2874694697" sldId="582"/>
        </pc:sldMkLst>
        <pc:picChg chg="mod">
          <ac:chgData name="세연 최" userId="37fe0d38e8fa14ae" providerId="LiveId" clId="{010AC12D-96A2-43E0-AA67-8D9D5473C2E4}" dt="2024-07-22T06:47:27.240" v="12"/>
          <ac:picMkLst>
            <pc:docMk/>
            <pc:sldMk cId="2874694697" sldId="582"/>
            <ac:picMk id="16" creationId="{FA844CC8-373F-A931-85E2-AFB596F3BB1F}"/>
          </ac:picMkLst>
        </pc:picChg>
        <pc:picChg chg="mod">
          <ac:chgData name="세연 최" userId="37fe0d38e8fa14ae" providerId="LiveId" clId="{010AC12D-96A2-43E0-AA67-8D9D5473C2E4}" dt="2024-07-22T06:47:24.823" v="11"/>
          <ac:picMkLst>
            <pc:docMk/>
            <pc:sldMk cId="2874694697" sldId="582"/>
            <ac:picMk id="1026" creationId="{DD455717-AFE7-75CF-DDC6-44E4829069A8}"/>
          </ac:picMkLst>
        </pc:picChg>
      </pc:sldChg>
      <pc:sldChg chg="addSp delSp modSp mod modAnim">
        <pc:chgData name="세연 최" userId="37fe0d38e8fa14ae" providerId="LiveId" clId="{010AC12D-96A2-43E0-AA67-8D9D5473C2E4}" dt="2024-07-22T06:58:50.266" v="86" actId="1076"/>
        <pc:sldMkLst>
          <pc:docMk/>
          <pc:sldMk cId="4163719908" sldId="591"/>
        </pc:sldMkLst>
        <pc:spChg chg="mod">
          <ac:chgData name="세연 최" userId="37fe0d38e8fa14ae" providerId="LiveId" clId="{010AC12D-96A2-43E0-AA67-8D9D5473C2E4}" dt="2024-07-22T06:56:41.223" v="41" actId="1076"/>
          <ac:spMkLst>
            <pc:docMk/>
            <pc:sldMk cId="4163719908" sldId="591"/>
            <ac:spMk id="4" creationId="{A381C770-B7C9-BE30-6E17-475411A14AEB}"/>
          </ac:spMkLst>
        </pc:spChg>
        <pc:spChg chg="add mod">
          <ac:chgData name="세연 최" userId="37fe0d38e8fa14ae" providerId="LiveId" clId="{010AC12D-96A2-43E0-AA67-8D9D5473C2E4}" dt="2024-07-22T06:56:59.219" v="45"/>
          <ac:spMkLst>
            <pc:docMk/>
            <pc:sldMk cId="4163719908" sldId="591"/>
            <ac:spMk id="6" creationId="{0394EA21-1EA9-87BF-713F-8414F23A6FE9}"/>
          </ac:spMkLst>
        </pc:spChg>
        <pc:spChg chg="add mod">
          <ac:chgData name="세연 최" userId="37fe0d38e8fa14ae" providerId="LiveId" clId="{010AC12D-96A2-43E0-AA67-8D9D5473C2E4}" dt="2024-07-22T06:56:59.219" v="45"/>
          <ac:spMkLst>
            <pc:docMk/>
            <pc:sldMk cId="4163719908" sldId="591"/>
            <ac:spMk id="8" creationId="{A5313907-3358-3B80-23DC-85694929566D}"/>
          </ac:spMkLst>
        </pc:spChg>
        <pc:spChg chg="add mod">
          <ac:chgData name="세연 최" userId="37fe0d38e8fa14ae" providerId="LiveId" clId="{010AC12D-96A2-43E0-AA67-8D9D5473C2E4}" dt="2024-07-22T06:57:23.523" v="77" actId="20577"/>
          <ac:spMkLst>
            <pc:docMk/>
            <pc:sldMk cId="4163719908" sldId="591"/>
            <ac:spMk id="9" creationId="{3AEDA82F-5F86-7B69-0821-1BE25FC1B139}"/>
          </ac:spMkLst>
        </pc:spChg>
        <pc:picChg chg="add mod ord">
          <ac:chgData name="세연 최" userId="37fe0d38e8fa14ae" providerId="LiveId" clId="{010AC12D-96A2-43E0-AA67-8D9D5473C2E4}" dt="2024-07-22T06:58:47.090" v="85" actId="1076"/>
          <ac:picMkLst>
            <pc:docMk/>
            <pc:sldMk cId="4163719908" sldId="591"/>
            <ac:picMk id="2" creationId="{1F6FA466-52AD-18CE-065F-2D29D877D184}"/>
          </ac:picMkLst>
        </pc:picChg>
        <pc:picChg chg="del">
          <ac:chgData name="세연 최" userId="37fe0d38e8fa14ae" providerId="LiveId" clId="{010AC12D-96A2-43E0-AA67-8D9D5473C2E4}" dt="2024-07-22T06:56:43.604" v="42" actId="478"/>
          <ac:picMkLst>
            <pc:docMk/>
            <pc:sldMk cId="4163719908" sldId="591"/>
            <ac:picMk id="5" creationId="{C88A79EB-6263-2EDE-505E-8810F4EBC167}"/>
          </ac:picMkLst>
        </pc:picChg>
        <pc:picChg chg="add mod">
          <ac:chgData name="세연 최" userId="37fe0d38e8fa14ae" providerId="LiveId" clId="{010AC12D-96A2-43E0-AA67-8D9D5473C2E4}" dt="2024-07-22T06:58:33.219" v="81" actId="1076"/>
          <ac:picMkLst>
            <pc:docMk/>
            <pc:sldMk cId="4163719908" sldId="591"/>
            <ac:picMk id="10" creationId="{5ECAC002-6F01-0D2F-5583-E0FFA6D0C6A2}"/>
          </ac:picMkLst>
        </pc:picChg>
        <pc:picChg chg="add mod">
          <ac:chgData name="세연 최" userId="37fe0d38e8fa14ae" providerId="LiveId" clId="{010AC12D-96A2-43E0-AA67-8D9D5473C2E4}" dt="2024-07-22T06:58:50.266" v="86" actId="1076"/>
          <ac:picMkLst>
            <pc:docMk/>
            <pc:sldMk cId="4163719908" sldId="591"/>
            <ac:picMk id="11" creationId="{8AEB66CD-146F-9E50-54F6-D44F192C7FBD}"/>
          </ac:picMkLst>
        </pc:picChg>
      </pc:sldChg>
      <pc:sldChg chg="delSp mod">
        <pc:chgData name="세연 최" userId="37fe0d38e8fa14ae" providerId="LiveId" clId="{010AC12D-96A2-43E0-AA67-8D9D5473C2E4}" dt="2024-07-22T06:47:16.124" v="9" actId="478"/>
        <pc:sldMkLst>
          <pc:docMk/>
          <pc:sldMk cId="4198727150" sldId="600"/>
        </pc:sldMkLst>
        <pc:picChg chg="del">
          <ac:chgData name="세연 최" userId="37fe0d38e8fa14ae" providerId="LiveId" clId="{010AC12D-96A2-43E0-AA67-8D9D5473C2E4}" dt="2024-07-22T06:47:16.124" v="9" actId="478"/>
          <ac:picMkLst>
            <pc:docMk/>
            <pc:sldMk cId="4198727150" sldId="600"/>
            <ac:picMk id="19" creationId="{3A4F064D-E2BF-944E-C7CC-3426C251C0E4}"/>
          </ac:picMkLst>
        </pc:picChg>
      </pc:sldChg>
      <pc:sldChg chg="delSp modSp mod">
        <pc:chgData name="세연 최" userId="37fe0d38e8fa14ae" providerId="LiveId" clId="{010AC12D-96A2-43E0-AA67-8D9D5473C2E4}" dt="2024-07-22T06:47:14.774" v="8" actId="478"/>
        <pc:sldMkLst>
          <pc:docMk/>
          <pc:sldMk cId="3870928893" sldId="603"/>
        </pc:sldMkLst>
        <pc:picChg chg="del mod">
          <ac:chgData name="세연 최" userId="37fe0d38e8fa14ae" providerId="LiveId" clId="{010AC12D-96A2-43E0-AA67-8D9D5473C2E4}" dt="2024-07-22T06:47:14.774" v="8" actId="478"/>
          <ac:picMkLst>
            <pc:docMk/>
            <pc:sldMk cId="3870928893" sldId="603"/>
            <ac:picMk id="9" creationId="{1835E8BE-2C31-3A8D-2C4E-92232593E2CB}"/>
          </ac:picMkLst>
        </pc:picChg>
      </pc:sldChg>
    </pc:docChg>
  </pc:docChgLst>
  <pc:docChgLst>
    <pc:chgData name="세연 최" userId="37fe0d38e8fa14ae" providerId="LiveId" clId="{0E324735-0649-4640-AE8D-2FCC08321D6F}"/>
    <pc:docChg chg="modSld">
      <pc:chgData name="세연 최" userId="37fe0d38e8fa14ae" providerId="LiveId" clId="{0E324735-0649-4640-AE8D-2FCC08321D6F}" dt="2024-07-25T08:02:57.128" v="0"/>
      <pc:docMkLst>
        <pc:docMk/>
      </pc:docMkLst>
      <pc:sldChg chg="modSp">
        <pc:chgData name="세연 최" userId="37fe0d38e8fa14ae" providerId="LiveId" clId="{0E324735-0649-4640-AE8D-2FCC08321D6F}" dt="2024-07-25T08:02:57.128" v="0"/>
        <pc:sldMkLst>
          <pc:docMk/>
          <pc:sldMk cId="1323211852" sldId="371"/>
        </pc:sldMkLst>
        <pc:picChg chg="mod">
          <ac:chgData name="세연 최" userId="37fe0d38e8fa14ae" providerId="LiveId" clId="{0E324735-0649-4640-AE8D-2FCC08321D6F}" dt="2024-07-25T08:02:57.128" v="0"/>
          <ac:picMkLst>
            <pc:docMk/>
            <pc:sldMk cId="1323211852" sldId="371"/>
            <ac:picMk id="3" creationId="{0D1EF34A-9053-A683-85EA-B2DCBE24913A}"/>
          </ac:picMkLst>
        </pc:picChg>
      </pc:sldChg>
    </pc:docChg>
  </pc:docChgLst>
  <pc:docChgLst>
    <pc:chgData name="세연 최" userId="37fe0d38e8fa14ae" providerId="LiveId" clId="{5483515A-EDB2-473A-B120-B94F1ABA7CDC}"/>
    <pc:docChg chg="custSel delSld modSld modSection">
      <pc:chgData name="세연 최" userId="37fe0d38e8fa14ae" providerId="LiveId" clId="{5483515A-EDB2-473A-B120-B94F1ABA7CDC}" dt="2024-07-23T05:13:28.266" v="25" actId="368"/>
      <pc:docMkLst>
        <pc:docMk/>
      </pc:docMkLst>
      <pc:sldChg chg="modSp mod">
        <pc:chgData name="세연 최" userId="37fe0d38e8fa14ae" providerId="LiveId" clId="{5483515A-EDB2-473A-B120-B94F1ABA7CDC}" dt="2024-07-23T05:10:30.658" v="0" actId="3626"/>
        <pc:sldMkLst>
          <pc:docMk/>
          <pc:sldMk cId="1323211852" sldId="371"/>
        </pc:sldMkLst>
        <pc:picChg chg="mod">
          <ac:chgData name="세연 최" userId="37fe0d38e8fa14ae" providerId="LiveId" clId="{5483515A-EDB2-473A-B120-B94F1ABA7CDC}" dt="2024-07-23T05:10:30.658" v="0" actId="3626"/>
          <ac:picMkLst>
            <pc:docMk/>
            <pc:sldMk cId="1323211852" sldId="371"/>
            <ac:picMk id="3" creationId="{0D1EF34A-9053-A683-85EA-B2DCBE24913A}"/>
          </ac:picMkLst>
        </pc:picChg>
      </pc:sldChg>
      <pc:sldChg chg="modSp mod">
        <pc:chgData name="세연 최" userId="37fe0d38e8fa14ae" providerId="LiveId" clId="{5483515A-EDB2-473A-B120-B94F1ABA7CDC}" dt="2024-07-23T05:10:39.106" v="3" actId="1037"/>
        <pc:sldMkLst>
          <pc:docMk/>
          <pc:sldMk cId="3077300462" sldId="476"/>
        </pc:sldMkLst>
        <pc:picChg chg="mod">
          <ac:chgData name="세연 최" userId="37fe0d38e8fa14ae" providerId="LiveId" clId="{5483515A-EDB2-473A-B120-B94F1ABA7CDC}" dt="2024-07-23T05:10:39.106" v="3" actId="1037"/>
          <ac:picMkLst>
            <pc:docMk/>
            <pc:sldMk cId="3077300462" sldId="476"/>
            <ac:picMk id="3" creationId="{62DA307E-7319-232F-E406-20E9E7243A2F}"/>
          </ac:picMkLst>
        </pc:picChg>
      </pc:sldChg>
      <pc:sldChg chg="del">
        <pc:chgData name="세연 최" userId="37fe0d38e8fa14ae" providerId="LiveId" clId="{5483515A-EDB2-473A-B120-B94F1ABA7CDC}" dt="2024-07-23T05:10:43.847" v="4" actId="47"/>
        <pc:sldMkLst>
          <pc:docMk/>
          <pc:sldMk cId="2946246949" sldId="486"/>
        </pc:sldMkLst>
      </pc:sldChg>
      <pc:sldChg chg="modSp mod">
        <pc:chgData name="세연 최" userId="37fe0d38e8fa14ae" providerId="LiveId" clId="{5483515A-EDB2-473A-B120-B94F1ABA7CDC}" dt="2024-07-23T05:12:38.611" v="16" actId="1038"/>
        <pc:sldMkLst>
          <pc:docMk/>
          <pc:sldMk cId="1416159830" sldId="581"/>
        </pc:sldMkLst>
        <pc:picChg chg="mod">
          <ac:chgData name="세연 최" userId="37fe0d38e8fa14ae" providerId="LiveId" clId="{5483515A-EDB2-473A-B120-B94F1ABA7CDC}" dt="2024-07-23T05:12:38.611" v="16" actId="1038"/>
          <ac:picMkLst>
            <pc:docMk/>
            <pc:sldMk cId="1416159830" sldId="581"/>
            <ac:picMk id="2" creationId="{F3AD3941-B6ED-D05D-6B02-1A36D97FCFF6}"/>
          </ac:picMkLst>
        </pc:picChg>
        <pc:picChg chg="mod">
          <ac:chgData name="세연 최" userId="37fe0d38e8fa14ae" providerId="LiveId" clId="{5483515A-EDB2-473A-B120-B94F1ABA7CDC}" dt="2024-07-23T05:12:31.248" v="11" actId="1076"/>
          <ac:picMkLst>
            <pc:docMk/>
            <pc:sldMk cId="1416159830" sldId="581"/>
            <ac:picMk id="3" creationId="{9BBD896E-6A0B-A234-A430-CC250C91116F}"/>
          </ac:picMkLst>
        </pc:picChg>
        <pc:picChg chg="mod">
          <ac:chgData name="세연 최" userId="37fe0d38e8fa14ae" providerId="LiveId" clId="{5483515A-EDB2-473A-B120-B94F1ABA7CDC}" dt="2024-07-23T05:12:28.203" v="10" actId="1076"/>
          <ac:picMkLst>
            <pc:docMk/>
            <pc:sldMk cId="1416159830" sldId="581"/>
            <ac:picMk id="7" creationId="{DFABB72D-E113-8549-4B83-C8C585C21450}"/>
          </ac:picMkLst>
        </pc:picChg>
      </pc:sldChg>
      <pc:sldChg chg="modNotes">
        <pc:chgData name="세연 최" userId="37fe0d38e8fa14ae" providerId="LiveId" clId="{5483515A-EDB2-473A-B120-B94F1ABA7CDC}" dt="2024-07-23T05:13:28.266" v="25" actId="368"/>
        <pc:sldMkLst>
          <pc:docMk/>
          <pc:sldMk cId="2874694697" sldId="582"/>
        </pc:sldMkLst>
      </pc:sldChg>
      <pc:sldChg chg="modNotes">
        <pc:chgData name="세연 최" userId="37fe0d38e8fa14ae" providerId="LiveId" clId="{5483515A-EDB2-473A-B120-B94F1ABA7CDC}" dt="2024-07-23T05:13:28.235" v="23" actId="368"/>
        <pc:sldMkLst>
          <pc:docMk/>
          <pc:sldMk cId="4163719908" sldId="591"/>
        </pc:sldMkLst>
      </pc:sldChg>
      <pc:sldChg chg="addSp delSp modSp mod delAnim modAnim">
        <pc:chgData name="세연 최" userId="37fe0d38e8fa14ae" providerId="LiveId" clId="{5483515A-EDB2-473A-B120-B94F1ABA7CDC}" dt="2024-07-23T05:13:12.928" v="19" actId="1076"/>
        <pc:sldMkLst>
          <pc:docMk/>
          <pc:sldMk cId="808210435" sldId="597"/>
        </pc:sldMkLst>
        <pc:picChg chg="add del mod">
          <ac:chgData name="세연 최" userId="37fe0d38e8fa14ae" providerId="LiveId" clId="{5483515A-EDB2-473A-B120-B94F1ABA7CDC}" dt="2024-07-23T05:13:09.757" v="17" actId="478"/>
          <ac:picMkLst>
            <pc:docMk/>
            <pc:sldMk cId="808210435" sldId="597"/>
            <ac:picMk id="3" creationId="{31FB92B7-12DD-2F3C-47D6-71455EE92731}"/>
          </ac:picMkLst>
        </pc:picChg>
        <pc:picChg chg="add mod">
          <ac:chgData name="세연 최" userId="37fe0d38e8fa14ae" providerId="LiveId" clId="{5483515A-EDB2-473A-B120-B94F1ABA7CDC}" dt="2024-07-23T05:13:12.928" v="19" actId="1076"/>
          <ac:picMkLst>
            <pc:docMk/>
            <pc:sldMk cId="808210435" sldId="597"/>
            <ac:picMk id="4" creationId="{2A9594BB-69AE-24A9-A6B8-1287F4FD9747}"/>
          </ac:picMkLst>
        </pc:picChg>
        <pc:picChg chg="del">
          <ac:chgData name="세연 최" userId="37fe0d38e8fa14ae" providerId="LiveId" clId="{5483515A-EDB2-473A-B120-B94F1ABA7CDC}" dt="2024-07-23T05:10:48.117" v="5" actId="478"/>
          <ac:picMkLst>
            <pc:docMk/>
            <pc:sldMk cId="808210435" sldId="597"/>
            <ac:picMk id="8" creationId="{902F5B54-EE3F-F463-59B8-8A10E139137F}"/>
          </ac:picMkLst>
        </pc:picChg>
      </pc:sldChg>
      <pc:sldChg chg="addSp delSp modSp mod delAnim modAnim">
        <pc:chgData name="세연 최" userId="37fe0d38e8fa14ae" providerId="LiveId" clId="{5483515A-EDB2-473A-B120-B94F1ABA7CDC}" dt="2024-07-23T05:13:16.618" v="21"/>
        <pc:sldMkLst>
          <pc:docMk/>
          <pc:sldMk cId="3348071263" sldId="598"/>
        </pc:sldMkLst>
        <pc:picChg chg="del">
          <ac:chgData name="세연 최" userId="37fe0d38e8fa14ae" providerId="LiveId" clId="{5483515A-EDB2-473A-B120-B94F1ABA7CDC}" dt="2024-07-23T05:12:09.535" v="8" actId="478"/>
          <ac:picMkLst>
            <pc:docMk/>
            <pc:sldMk cId="3348071263" sldId="598"/>
            <ac:picMk id="8" creationId="{902F5B54-EE3F-F463-59B8-8A10E139137F}"/>
          </ac:picMkLst>
        </pc:picChg>
        <pc:picChg chg="add del mod">
          <ac:chgData name="세연 최" userId="37fe0d38e8fa14ae" providerId="LiveId" clId="{5483515A-EDB2-473A-B120-B94F1ABA7CDC}" dt="2024-07-23T05:13:16.430" v="20" actId="478"/>
          <ac:picMkLst>
            <pc:docMk/>
            <pc:sldMk cId="3348071263" sldId="598"/>
            <ac:picMk id="13" creationId="{59363612-1161-C6E9-4788-D4461DB85116}"/>
          </ac:picMkLst>
        </pc:picChg>
        <pc:picChg chg="add mod">
          <ac:chgData name="세연 최" userId="37fe0d38e8fa14ae" providerId="LiveId" clId="{5483515A-EDB2-473A-B120-B94F1ABA7CDC}" dt="2024-07-23T05:13:16.618" v="21"/>
          <ac:picMkLst>
            <pc:docMk/>
            <pc:sldMk cId="3348071263" sldId="598"/>
            <ac:picMk id="20" creationId="{3E9B6617-FEAE-05F5-3AD5-60139166B806}"/>
          </ac:picMkLst>
        </pc:picChg>
      </pc:sldChg>
    </pc:docChg>
  </pc:docChgLst>
  <pc:docChgLst>
    <pc:chgData name="세연 최" userId="37fe0d38e8fa14ae" providerId="LiveId" clId="{3FE04DC0-B6AE-41BA-A41D-50D06B5E8D12}"/>
    <pc:docChg chg="delSld modSld sldOrd delSection modSection">
      <pc:chgData name="세연 최" userId="37fe0d38e8fa14ae" providerId="LiveId" clId="{3FE04DC0-B6AE-41BA-A41D-50D06B5E8D12}" dt="2024-07-26T00:04:46.717" v="3" actId="47"/>
      <pc:docMkLst>
        <pc:docMk/>
      </pc:docMkLst>
      <pc:sldChg chg="ord">
        <pc:chgData name="세연 최" userId="37fe0d38e8fa14ae" providerId="LiveId" clId="{3FE04DC0-B6AE-41BA-A41D-50D06B5E8D12}" dt="2024-07-26T00:04:42.101" v="1"/>
        <pc:sldMkLst>
          <pc:docMk/>
          <pc:sldMk cId="1302778938" sldId="468"/>
        </pc:sldMkLst>
      </pc:sldChg>
      <pc:sldChg chg="del">
        <pc:chgData name="세연 최" userId="37fe0d38e8fa14ae" providerId="LiveId" clId="{3FE04DC0-B6AE-41BA-A41D-50D06B5E8D12}" dt="2024-07-26T00:04:44.378" v="2" actId="47"/>
        <pc:sldMkLst>
          <pc:docMk/>
          <pc:sldMk cId="2874694697" sldId="5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ED6A68-5309-4BC1-B5F2-BC3D13279EFB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1143000"/>
            <a:ext cx="580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55445-EA9E-4E50-91D9-95EA81E52A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70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074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226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385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3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0C87-2FC0-D503-9269-C327CD26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F8C82-D407-F999-C7AF-0FDAE8CE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E65AFB-60E6-F3FC-43CE-E7EEF8C84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4D9FF-333A-48F2-5CBF-518E529F9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471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0C87-2FC0-D503-9269-C327CD260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F8C82-D407-F999-C7AF-0FDAE8CE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E65AFB-60E6-F3FC-43CE-E7EEF8C84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4D9FF-333A-48F2-5CBF-518E529F9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0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4D4-614C-B070-52E5-E2BC77C9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A8F668-4756-7C5D-205E-53C83AC78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F77F7-EA26-6AE9-7794-090397DB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7E5A5-701E-F992-51BE-0AAEDD903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232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4D4-614C-B070-52E5-E2BC77C9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A8F668-4756-7C5D-205E-53C83AC78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F77F7-EA26-6AE9-7794-090397DB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7E5A5-701E-F992-51BE-0AAEDD903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000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4D4-614C-B070-52E5-E2BC77C9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A8F668-4756-7C5D-205E-53C83AC78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F77F7-EA26-6AE9-7794-090397DB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7E5A5-701E-F992-51BE-0AAEDD903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923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4D4-614C-B070-52E5-E2BC77C9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A8F668-4756-7C5D-205E-53C83AC78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9F77F7-EA26-6AE9-7794-090397DB6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7E5A5-701E-F992-51BE-0AAEDD903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558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87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07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499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555445-EA9E-4E50-91D9-95EA81E52A2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519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그림 개체 틀 7"/>
          <p:cNvSpPr>
            <a:spLocks noGrp="1"/>
          </p:cNvSpPr>
          <p:nvPr>
            <p:ph type="pic" sz="quarter" idx="10"/>
          </p:nvPr>
        </p:nvSpPr>
        <p:spPr>
          <a:xfrm>
            <a:off x="196187" y="1573565"/>
            <a:ext cx="12576485" cy="6680099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2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AC1008-1873-439C-9705-8A7FC7CD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1642A-869A-4022-8AEE-C46F8F9BA3E9}" type="datetimeFigureOut">
              <a:rPr lang="ko-KR" altLang="en-US" smtClean="0"/>
              <a:t>2024-07-26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74F89B-CD0A-4864-B7FC-EAF4D07D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B1701C-C614-44BB-93AA-FF201199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91EC1-04C6-43D3-8A15-A3B09032272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219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519" y="517262"/>
            <a:ext cx="15776138" cy="1877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519" y="2586302"/>
            <a:ext cx="15776138" cy="6164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518" y="9004830"/>
            <a:ext cx="4115514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05AD-33B4-47FE-AD95-38609980956E}" type="datetimeFigureOut">
              <a:rPr lang="ko-KR" altLang="en-US" smtClean="0"/>
              <a:t>2024-07-26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8952" y="9004830"/>
            <a:ext cx="6173272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8143" y="9004830"/>
            <a:ext cx="4115514" cy="5172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14108-E299-489D-B7DF-1CB46F3FB3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92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defTabSz="1295430" rtl="0" eaLnBrk="1" latinLnBrk="1" hangingPunct="1">
        <a:lnSpc>
          <a:spcPct val="90000"/>
        </a:lnSpc>
        <a:spcBef>
          <a:spcPct val="0"/>
        </a:spcBef>
        <a:buNone/>
        <a:defRPr sz="62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858" indent="-323858" algn="l" defTabSz="1295430" rtl="0" eaLnBrk="1" latinLnBrk="1" hangingPunct="1">
        <a:lnSpc>
          <a:spcPct val="90000"/>
        </a:lnSpc>
        <a:spcBef>
          <a:spcPts val="1417"/>
        </a:spcBef>
        <a:buFont typeface="Arial" panose="020B0604020202020204" pitchFamily="34" charset="0"/>
        <a:buChar char="•"/>
        <a:defRPr sz="3967" kern="1200">
          <a:solidFill>
            <a:schemeClr val="tx1"/>
          </a:solidFill>
          <a:latin typeface="+mn-lt"/>
          <a:ea typeface="+mn-ea"/>
          <a:cs typeface="+mn-cs"/>
        </a:defRPr>
      </a:lvl1pPr>
      <a:lvl2pPr marL="971573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619288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3pPr>
      <a:lvl4pPr marL="2267003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914719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562434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0149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57864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5580" indent="-323858" algn="l" defTabSz="1295430" rtl="0" eaLnBrk="1" latinLnBrk="1" hangingPunct="1">
        <a:lnSpc>
          <a:spcPct val="90000"/>
        </a:lnSpc>
        <a:spcBef>
          <a:spcPts val="708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15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5430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146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0861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8576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6291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4007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722" algn="l" defTabSz="1295430" rtl="0" eaLnBrk="1" latinLnBrk="1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e.vivasam.com/textbook/list?eduClsCode=2022&amp;textbookCd=106526&amp;term=108002&amp;contGroup=2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3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7.png"/><Relationship Id="rId2" Type="http://schemas.openxmlformats.org/officeDocument/2006/relationships/audio" Target="../media/media1.mp3"/><Relationship Id="rId16" Type="http://schemas.openxmlformats.org/officeDocument/2006/relationships/image" Target="../media/image16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6.png"/><Relationship Id="rId5" Type="http://schemas.microsoft.com/office/2007/relationships/media" Target="../media/media3.mp3"/><Relationship Id="rId1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audio" Target="../media/media2.mp3"/><Relationship Id="rId9" Type="http://schemas.openxmlformats.org/officeDocument/2006/relationships/image" Target="../media/image4.jp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microsoft.com/office/2007/relationships/media" Target="../media/media5.mp3"/><Relationship Id="rId7" Type="http://schemas.openxmlformats.org/officeDocument/2006/relationships/image" Target="../media/image20.jp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5.mp3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23.png"/><Relationship Id="rId11" Type="http://schemas.openxmlformats.org/officeDocument/2006/relationships/image" Target="../media/image16.png"/><Relationship Id="rId5" Type="http://schemas.openxmlformats.org/officeDocument/2006/relationships/image" Target="../media/image22.jpg"/><Relationship Id="rId10" Type="http://schemas.openxmlformats.org/officeDocument/2006/relationships/image" Target="../media/image28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13.png"/><Relationship Id="rId3" Type="http://schemas.microsoft.com/office/2007/relationships/media" Target="../media/media7.mp3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7.png"/><Relationship Id="rId2" Type="http://schemas.openxmlformats.org/officeDocument/2006/relationships/audio" Target="../media/media6.mp3"/><Relationship Id="rId16" Type="http://schemas.openxmlformats.org/officeDocument/2006/relationships/image" Target="../media/image16.png"/><Relationship Id="rId1" Type="http://schemas.microsoft.com/office/2007/relationships/media" Target="../media/media6.mp3"/><Relationship Id="rId6" Type="http://schemas.openxmlformats.org/officeDocument/2006/relationships/audio" Target="../media/media8.mp3"/><Relationship Id="rId11" Type="http://schemas.openxmlformats.org/officeDocument/2006/relationships/image" Target="../media/image6.png"/><Relationship Id="rId5" Type="http://schemas.microsoft.com/office/2007/relationships/media" Target="../media/media8.mp3"/><Relationship Id="rId1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audio" Target="../media/media7.mp3"/><Relationship Id="rId9" Type="http://schemas.openxmlformats.org/officeDocument/2006/relationships/image" Target="../media/image41.jpg"/><Relationship Id="rId1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15095" y="988133"/>
            <a:ext cx="75383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[</a:t>
            </a:r>
            <a:r>
              <a:rPr lang="ko-KR" altLang="en-US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주제</a:t>
            </a:r>
            <a:r>
              <a:rPr lang="en-US" altLang="ko-KR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] </a:t>
            </a:r>
            <a:r>
              <a:rPr lang="ko-KR" altLang="en-US" sz="5600" spc="100" dirty="0">
                <a:solidFill>
                  <a:schemeClr val="bg1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함께 골라요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5588" y="6689150"/>
            <a:ext cx="29194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067B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56~57</a:t>
            </a:r>
            <a:r>
              <a:rPr lang="ko-KR" altLang="en-US" sz="4000" dirty="0">
                <a:solidFill>
                  <a:srgbClr val="2067B5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쪽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9769" y="1358590"/>
            <a:ext cx="1107088" cy="6489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4723" y="746250"/>
            <a:ext cx="189718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700">
                <a:solidFill>
                  <a:srgbClr val="535FAB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계절</a:t>
            </a:r>
            <a:endParaRPr lang="ko-KR" altLang="en-US" sz="3700" dirty="0">
              <a:solidFill>
                <a:srgbClr val="535FAB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2348" y="4257586"/>
            <a:ext cx="148264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spc="150" dirty="0"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15. </a:t>
            </a:r>
            <a:r>
              <a:rPr lang="ko-KR" altLang="en-US" sz="7200" spc="150" err="1"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랄랄라</a:t>
            </a:r>
            <a:r>
              <a:rPr lang="ko-KR" altLang="en-US" sz="7200" spc="150"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사계절</a:t>
            </a:r>
            <a:endParaRPr lang="ko-KR" altLang="en-US" sz="7200" spc="150" dirty="0"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  <p:pic>
        <p:nvPicPr>
          <p:cNvPr id="3" name="그림 2">
            <a:hlinkClick r:id="rId5"/>
            <a:extLst>
              <a:ext uri="{FF2B5EF4-FFF2-40B4-BE49-F238E27FC236}">
                <a16:creationId xmlns:a16="http://schemas.microsoft.com/office/drawing/2014/main" id="{0D1EF34A-9053-A683-85EA-B2DCBE2491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498" y="5887465"/>
            <a:ext cx="2939514" cy="16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1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988A8-A4D9-6158-5325-A23CE2FBD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5B9E588-1A65-50A0-B527-F07AA727C7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84" y="5273048"/>
            <a:ext cx="987537" cy="4333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0ED87BA-6D2D-8B56-9701-D9BE9C46C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287" y="5309125"/>
            <a:ext cx="781642" cy="3972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F7853C1-B58B-9DEC-ACCA-8FF9F5DE9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338" y="5327300"/>
            <a:ext cx="874859" cy="3435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6C9B46-36FD-6A41-3E47-ED64C1F69A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439" y="8482238"/>
            <a:ext cx="2684122" cy="929823"/>
          </a:xfrm>
          <a:prstGeom prst="rect">
            <a:avLst/>
          </a:prstGeom>
        </p:spPr>
      </p:pic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2C7ED1F5-0729-CC3D-4023-F2FD74AAFB05}"/>
              </a:ext>
            </a:extLst>
          </p:cNvPr>
          <p:cNvSpPr/>
          <p:nvPr/>
        </p:nvSpPr>
        <p:spPr>
          <a:xfrm>
            <a:off x="337917" y="2385132"/>
            <a:ext cx="5572976" cy="2952000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A7659D2A-D600-4169-0A03-7B300EF57DA5}"/>
              </a:ext>
            </a:extLst>
          </p:cNvPr>
          <p:cNvSpPr/>
          <p:nvPr/>
        </p:nvSpPr>
        <p:spPr>
          <a:xfrm>
            <a:off x="6343882" y="2385132"/>
            <a:ext cx="5572800" cy="2952000"/>
          </a:xfrm>
          <a:prstGeom prst="roundRect">
            <a:avLst>
              <a:gd name="adj" fmla="val 20062"/>
            </a:avLst>
          </a:prstGeom>
          <a:solidFill>
            <a:srgbClr val="D2F9E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2FA792A-CB28-1D36-68BC-F4C539C6D17A}"/>
              </a:ext>
            </a:extLst>
          </p:cNvPr>
          <p:cNvSpPr/>
          <p:nvPr/>
        </p:nvSpPr>
        <p:spPr>
          <a:xfrm>
            <a:off x="12349672" y="2385132"/>
            <a:ext cx="5592254" cy="2952000"/>
          </a:xfrm>
          <a:prstGeom prst="roundRect">
            <a:avLst>
              <a:gd name="adj" fmla="val 20062"/>
            </a:avLst>
          </a:prstGeom>
          <a:solidFill>
            <a:srgbClr val="E3F7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47FDD6-5154-D772-E09B-28C5EBE5F6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8" y="2995435"/>
            <a:ext cx="1648948" cy="17313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65E9B9-B8E3-676B-2531-BEFD221B1D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931" y="2995435"/>
            <a:ext cx="1648948" cy="17313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7C8BFF-B6AA-F51D-B377-25C518CE2F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325" y="2995435"/>
            <a:ext cx="1648948" cy="173139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8E8ECA-C17D-7CC6-0173-9D600E5DAF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15709" y="5455827"/>
            <a:ext cx="3967752" cy="39677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E9285D8-4A2C-C7AE-0519-000ACE22C6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997" y="5455827"/>
            <a:ext cx="3967752" cy="396775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C178A07-6803-E4BF-DED5-9E4A2E012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4354" y="5455827"/>
            <a:ext cx="3967752" cy="39677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385B8D-C761-7C04-FC02-66E684984319}"/>
              </a:ext>
            </a:extLst>
          </p:cNvPr>
          <p:cNvSpPr txBox="1"/>
          <p:nvPr/>
        </p:nvSpPr>
        <p:spPr>
          <a:xfrm>
            <a:off x="2665184" y="218927"/>
            <a:ext cx="15250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‘가을 </a:t>
            </a:r>
            <a:r>
              <a:rPr lang="ko-KR" altLang="en-US" dirty="0" err="1"/>
              <a:t>길’의</a:t>
            </a:r>
            <a:r>
              <a:rPr lang="ko-KR" altLang="en-US" dirty="0"/>
              <a:t> 노랫말을 보고 계절과 관련된 내용을 찾아봅시다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7381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F988A8-A4D9-6158-5325-A23CE2FBD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0AB687-6229-198C-EFFF-C8C23AA328EA}"/>
              </a:ext>
            </a:extLst>
          </p:cNvPr>
          <p:cNvSpPr txBox="1"/>
          <p:nvPr/>
        </p:nvSpPr>
        <p:spPr>
          <a:xfrm>
            <a:off x="2665184" y="218927"/>
            <a:ext cx="15250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‘가을 </a:t>
            </a:r>
            <a:r>
              <a:rPr lang="ko-KR" altLang="en-US" dirty="0" err="1"/>
              <a:t>길’의</a:t>
            </a:r>
            <a:r>
              <a:rPr lang="ko-KR" altLang="en-US" dirty="0"/>
              <a:t> 노랫말을 보고 계절과 관련된 내용을 찾아봅시다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63903B5-D5A5-4254-5E2A-510F154F2D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84" y="5273048"/>
            <a:ext cx="987537" cy="43330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250A7B-BB6E-3E96-2C8D-3482F2C173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287" y="5309125"/>
            <a:ext cx="781642" cy="39722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698CF6B-320C-82AC-7D64-4D653B82CC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338" y="5327300"/>
            <a:ext cx="874859" cy="343532"/>
          </a:xfrm>
          <a:prstGeom prst="rect">
            <a:avLst/>
          </a:prstGeom>
        </p:spPr>
      </p:pic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7FA1A92-B4AF-0AA4-E78A-588834F4E4E1}"/>
              </a:ext>
            </a:extLst>
          </p:cNvPr>
          <p:cNvSpPr/>
          <p:nvPr/>
        </p:nvSpPr>
        <p:spPr>
          <a:xfrm>
            <a:off x="337917" y="2385132"/>
            <a:ext cx="5572976" cy="2952000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8">
            <a:extLst>
              <a:ext uri="{FF2B5EF4-FFF2-40B4-BE49-F238E27FC236}">
                <a16:creationId xmlns:a16="http://schemas.microsoft.com/office/drawing/2014/main" id="{18B105CF-01AD-6811-2C4D-29488FEE7C10}"/>
              </a:ext>
            </a:extLst>
          </p:cNvPr>
          <p:cNvSpPr/>
          <p:nvPr/>
        </p:nvSpPr>
        <p:spPr>
          <a:xfrm>
            <a:off x="6343882" y="2385132"/>
            <a:ext cx="5572800" cy="2952000"/>
          </a:xfrm>
          <a:prstGeom prst="roundRect">
            <a:avLst>
              <a:gd name="adj" fmla="val 20062"/>
            </a:avLst>
          </a:prstGeom>
          <a:solidFill>
            <a:srgbClr val="D2F9E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30">
            <a:extLst>
              <a:ext uri="{FF2B5EF4-FFF2-40B4-BE49-F238E27FC236}">
                <a16:creationId xmlns:a16="http://schemas.microsoft.com/office/drawing/2014/main" id="{7443AE40-0E27-6ED2-3E17-78C4C5ED9407}"/>
              </a:ext>
            </a:extLst>
          </p:cNvPr>
          <p:cNvSpPr/>
          <p:nvPr/>
        </p:nvSpPr>
        <p:spPr>
          <a:xfrm>
            <a:off x="12349672" y="2385132"/>
            <a:ext cx="5592254" cy="2952000"/>
          </a:xfrm>
          <a:prstGeom prst="roundRect">
            <a:avLst>
              <a:gd name="adj" fmla="val 20062"/>
            </a:avLst>
          </a:prstGeom>
          <a:solidFill>
            <a:srgbClr val="E3F7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488BB9A-604A-63C4-CD48-5DCF333159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15709" y="5455827"/>
            <a:ext cx="3967752" cy="396775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EAFFFE4-1D13-E7DB-E67B-698B91254E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997" y="5455827"/>
            <a:ext cx="3967752" cy="396775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E9D0DF-0257-885A-8203-36C562CDB0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4354" y="5455827"/>
            <a:ext cx="3967752" cy="39677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F60D90-FD02-4780-93D0-6185E98CB9F0}"/>
              </a:ext>
            </a:extLst>
          </p:cNvPr>
          <p:cNvSpPr txBox="1"/>
          <p:nvPr/>
        </p:nvSpPr>
        <p:spPr>
          <a:xfrm>
            <a:off x="6343882" y="2872889"/>
            <a:ext cx="5572799" cy="204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5100"/>
              </a:lnSpc>
              <a:defRPr sz="400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defRPr>
            </a:lvl1pPr>
          </a:lstStyle>
          <a:p>
            <a:r>
              <a:rPr lang="en-US" altLang="ko-KR" dirty="0">
                <a:solidFill>
                  <a:srgbClr val="216E5C"/>
                </a:solidFill>
              </a:rPr>
              <a:t>‘</a:t>
            </a:r>
            <a:r>
              <a:rPr lang="ko-KR" altLang="en-US" dirty="0">
                <a:solidFill>
                  <a:srgbClr val="216E5C"/>
                </a:solidFill>
              </a:rPr>
              <a:t>빨갛게 </a:t>
            </a:r>
            <a:r>
              <a:rPr lang="ko-KR" altLang="en-US" dirty="0" err="1">
                <a:solidFill>
                  <a:srgbClr val="216E5C"/>
                </a:solidFill>
              </a:rPr>
              <a:t>빨갛게</a:t>
            </a:r>
            <a:r>
              <a:rPr lang="ko-KR" altLang="en-US" dirty="0">
                <a:solidFill>
                  <a:srgbClr val="216E5C"/>
                </a:solidFill>
              </a:rPr>
              <a:t> 물들었네’ 노랫말은 가을 단풍을</a:t>
            </a:r>
            <a:endParaRPr lang="en-US" altLang="ko-KR" dirty="0">
              <a:solidFill>
                <a:srgbClr val="216E5C"/>
              </a:solidFill>
            </a:endParaRPr>
          </a:p>
          <a:p>
            <a:r>
              <a:rPr lang="ko-KR" altLang="en-US" dirty="0">
                <a:solidFill>
                  <a:srgbClr val="216E5C"/>
                </a:solidFill>
              </a:rPr>
              <a:t>표현한 것 같아요</a:t>
            </a:r>
            <a:r>
              <a:rPr lang="en-US" altLang="ko-KR" dirty="0">
                <a:solidFill>
                  <a:srgbClr val="216E5C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71A40-3B61-EA70-1179-E269FFBA6D8A}"/>
              </a:ext>
            </a:extLst>
          </p:cNvPr>
          <p:cNvSpPr txBox="1"/>
          <p:nvPr/>
        </p:nvSpPr>
        <p:spPr>
          <a:xfrm>
            <a:off x="12349671" y="2839859"/>
            <a:ext cx="5592256" cy="204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5100"/>
              </a:lnSpc>
              <a:defRPr sz="400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234F70"/>
                </a:solidFill>
              </a:rPr>
              <a:t> ‘파랗게 </a:t>
            </a:r>
            <a:r>
              <a:rPr lang="ko-KR" altLang="en-US" dirty="0" err="1">
                <a:solidFill>
                  <a:srgbClr val="234F70"/>
                </a:solidFill>
              </a:rPr>
              <a:t>파랗게</a:t>
            </a:r>
            <a:r>
              <a:rPr lang="ko-KR" altLang="en-US" dirty="0">
                <a:solidFill>
                  <a:srgbClr val="234F70"/>
                </a:solidFill>
              </a:rPr>
              <a:t> 높은 하늘</a:t>
            </a:r>
            <a:r>
              <a:rPr lang="en-US" altLang="ko-KR" dirty="0">
                <a:solidFill>
                  <a:srgbClr val="234F70"/>
                </a:solidFill>
              </a:rPr>
              <a:t>’</a:t>
            </a:r>
            <a:r>
              <a:rPr lang="ko-KR" altLang="en-US" dirty="0">
                <a:solidFill>
                  <a:srgbClr val="234F70"/>
                </a:solidFill>
              </a:rPr>
              <a:t>이라고 하니 뜨거운</a:t>
            </a:r>
            <a:endParaRPr lang="en-US" altLang="ko-KR" dirty="0">
              <a:solidFill>
                <a:srgbClr val="234F70"/>
              </a:solidFill>
            </a:endParaRPr>
          </a:p>
          <a:p>
            <a:r>
              <a:rPr lang="ko-KR" altLang="en-US" dirty="0">
                <a:solidFill>
                  <a:srgbClr val="234F70"/>
                </a:solidFill>
              </a:rPr>
              <a:t>여름의 하늘이 떠올라요</a:t>
            </a:r>
            <a:r>
              <a:rPr lang="en-US" altLang="ko-KR" dirty="0">
                <a:solidFill>
                  <a:srgbClr val="234F70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16BEE3-7C93-41D0-9550-801EA6830FC9}"/>
              </a:ext>
            </a:extLst>
          </p:cNvPr>
          <p:cNvSpPr txBox="1"/>
          <p:nvPr/>
        </p:nvSpPr>
        <p:spPr>
          <a:xfrm>
            <a:off x="366826" y="2846623"/>
            <a:ext cx="5544068" cy="20425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altLang="ko-KR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‘</a:t>
            </a: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노랗게 </a:t>
            </a:r>
            <a:r>
              <a:rPr lang="ko-KR" altLang="en-US" sz="4000" dirty="0" err="1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노랗게</a:t>
            </a: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물들었네’ 노랫말을 들으면 봄에</a:t>
            </a:r>
            <a:endParaRPr lang="en-US" altLang="ko-KR" sz="4000" dirty="0">
              <a:solidFill>
                <a:srgbClr val="7A413D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ctr">
              <a:lnSpc>
                <a:spcPts val="5100"/>
              </a:lnSpc>
            </a:pP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피는 개나리가 생각나요</a:t>
            </a:r>
            <a:r>
              <a:rPr lang="en-US" altLang="ko-KR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</a:p>
        </p:txBody>
      </p:sp>
      <p:pic>
        <p:nvPicPr>
          <p:cNvPr id="2" name="계-주15-3-1">
            <a:hlinkClick r:id="" action="ppaction://media"/>
            <a:extLst>
              <a:ext uri="{FF2B5EF4-FFF2-40B4-BE49-F238E27FC236}">
                <a16:creationId xmlns:a16="http://schemas.microsoft.com/office/drawing/2014/main" id="{830D0533-36B5-219F-703D-AF6693A8C0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870873" y="4807547"/>
            <a:ext cx="486000" cy="486000"/>
          </a:xfrm>
          <a:prstGeom prst="rect">
            <a:avLst/>
          </a:prstGeom>
        </p:spPr>
      </p:pic>
      <p:pic>
        <p:nvPicPr>
          <p:cNvPr id="3" name="계-주15-3-2">
            <a:hlinkClick r:id="" action="ppaction://media"/>
            <a:extLst>
              <a:ext uri="{FF2B5EF4-FFF2-40B4-BE49-F238E27FC236}">
                <a16:creationId xmlns:a16="http://schemas.microsoft.com/office/drawing/2014/main" id="{62DA307E-7319-232F-E406-20E9E7243A2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982110" y="4287343"/>
            <a:ext cx="486000" cy="486000"/>
          </a:xfrm>
          <a:prstGeom prst="rect">
            <a:avLst/>
          </a:prstGeom>
        </p:spPr>
      </p:pic>
      <p:pic>
        <p:nvPicPr>
          <p:cNvPr id="4" name="계-주15-3-3">
            <a:hlinkClick r:id="" action="ppaction://media"/>
            <a:extLst>
              <a:ext uri="{FF2B5EF4-FFF2-40B4-BE49-F238E27FC236}">
                <a16:creationId xmlns:a16="http://schemas.microsoft.com/office/drawing/2014/main" id="{DB324F74-FC8A-72B0-4953-A295669D0E2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4934302" y="4788091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0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77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83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79"/>
          <a:stretch/>
        </p:blipFill>
        <p:spPr>
          <a:xfrm>
            <a:off x="1587" y="0"/>
            <a:ext cx="18288000" cy="83475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5FB3078-CEE3-EF6E-A271-DE9A324F7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8" y="4090628"/>
            <a:ext cx="714544" cy="95730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6BE22F-A5C2-CDBA-305C-83D437AF6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062" y="4023805"/>
            <a:ext cx="2995448" cy="10241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B69F42-B935-3DB6-2CB8-BF381154D176}"/>
              </a:ext>
            </a:extLst>
          </p:cNvPr>
          <p:cNvSpPr txBox="1"/>
          <p:nvPr/>
        </p:nvSpPr>
        <p:spPr>
          <a:xfrm>
            <a:off x="2142173" y="3867711"/>
            <a:ext cx="15020464" cy="264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ts val="10200"/>
              </a:lnSpc>
            </a:pPr>
            <a:r>
              <a:rPr lang="ko-KR" altLang="en-US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‘가을 길’ 노래를 부르며 노랫말에</a:t>
            </a:r>
            <a:endParaRPr lang="en-US" altLang="ko-KR" sz="7600" spc="-3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lnSpc>
                <a:spcPts val="10200"/>
              </a:lnSpc>
            </a:pPr>
            <a:r>
              <a:rPr lang="ko-KR" altLang="en-US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어울리는 신체 표현을 해 봅시다</a:t>
            </a:r>
            <a:r>
              <a:rPr lang="en-US" altLang="ko-KR" sz="7600" spc="-3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8653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43406E1-97A2-2DAF-4937-21BC5D2F4A2C}"/>
              </a:ext>
            </a:extLst>
          </p:cNvPr>
          <p:cNvSpPr/>
          <p:nvPr/>
        </p:nvSpPr>
        <p:spPr>
          <a:xfrm>
            <a:off x="2665414" y="1720595"/>
            <a:ext cx="15336836" cy="767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81C770-B7C9-BE30-6E17-475411A14AEB}"/>
              </a:ext>
            </a:extLst>
          </p:cNvPr>
          <p:cNvSpPr/>
          <p:nvPr/>
        </p:nvSpPr>
        <p:spPr>
          <a:xfrm>
            <a:off x="460375" y="3899915"/>
            <a:ext cx="8043545" cy="5190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6FA466-52AD-18CE-065F-2D29D877D1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66"/>
            <a:ext cx="18288000" cy="9715500"/>
          </a:xfrm>
          <a:prstGeom prst="rect">
            <a:avLst/>
          </a:prstGeom>
        </p:spPr>
      </p:pic>
      <p:pic>
        <p:nvPicPr>
          <p:cNvPr id="7" name="그림 6" descr="텍스트, 일러스트레이션이(가) 표시된 사진&#10;&#10;자동 생성된 설명">
            <a:extLst>
              <a:ext uri="{FF2B5EF4-FFF2-40B4-BE49-F238E27FC236}">
                <a16:creationId xmlns:a16="http://schemas.microsoft.com/office/drawing/2014/main" id="{AAA7A1F0-7F14-A379-FE2B-4BEA56A7C13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691" y="2008868"/>
            <a:ext cx="6187791" cy="7385957"/>
          </a:xfrm>
          <a:prstGeom prst="rect">
            <a:avLst/>
          </a:prstGeom>
        </p:spPr>
      </p:pic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0394EA21-1EA9-87BF-713F-8414F23A6FE9}"/>
              </a:ext>
            </a:extLst>
          </p:cNvPr>
          <p:cNvSpPr/>
          <p:nvPr/>
        </p:nvSpPr>
        <p:spPr>
          <a:xfrm>
            <a:off x="14599412" y="1466619"/>
            <a:ext cx="969485" cy="542925"/>
          </a:xfrm>
          <a:prstGeom prst="roundRect">
            <a:avLst>
              <a:gd name="adj" fmla="val 50000"/>
            </a:avLst>
          </a:prstGeom>
          <a:solidFill>
            <a:srgbClr val="F6D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노래</a:t>
            </a: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A5313907-3358-3B80-23DC-85694929566D}"/>
              </a:ext>
            </a:extLst>
          </p:cNvPr>
          <p:cNvSpPr/>
          <p:nvPr/>
        </p:nvSpPr>
        <p:spPr>
          <a:xfrm>
            <a:off x="16298328" y="1466619"/>
            <a:ext cx="969485" cy="542925"/>
          </a:xfrm>
          <a:prstGeom prst="roundRect">
            <a:avLst>
              <a:gd name="adj" fmla="val 50000"/>
            </a:avLst>
          </a:prstGeom>
          <a:solidFill>
            <a:srgbClr val="F6D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반주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DA82F-5F86-7B69-0821-1BE25FC1B139}"/>
              </a:ext>
            </a:extLst>
          </p:cNvPr>
          <p:cNvSpPr txBox="1"/>
          <p:nvPr/>
        </p:nvSpPr>
        <p:spPr>
          <a:xfrm>
            <a:off x="2538185" y="218927"/>
            <a:ext cx="136543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en-US" altLang="ko-KR" dirty="0"/>
              <a:t>‘</a:t>
            </a:r>
            <a:r>
              <a:rPr lang="ko-KR" altLang="en-US" dirty="0"/>
              <a:t>가을 길</a:t>
            </a:r>
            <a:r>
              <a:rPr lang="en-US" altLang="ko-KR" dirty="0"/>
              <a:t>’ </a:t>
            </a:r>
            <a:r>
              <a:rPr lang="ko-KR" altLang="en-US" dirty="0"/>
              <a:t>노래를 익혀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[비상교육] 초등_계절 2-2_3단원-15_56~57p_01 가을 길(반주)">
            <a:hlinkClick r:id="" action="ppaction://media"/>
            <a:extLst>
              <a:ext uri="{FF2B5EF4-FFF2-40B4-BE49-F238E27FC236}">
                <a16:creationId xmlns:a16="http://schemas.microsoft.com/office/drawing/2014/main" id="{5ECAC002-6F01-0D2F-5583-E0FFA6D0C6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416125" y="1495081"/>
            <a:ext cx="486000" cy="486000"/>
          </a:xfrm>
          <a:prstGeom prst="rect">
            <a:avLst/>
          </a:prstGeom>
        </p:spPr>
      </p:pic>
      <p:pic>
        <p:nvPicPr>
          <p:cNvPr id="11" name="[비상교육] 초등_계절 2-2_3단원-15_56~57p_01 가을 길">
            <a:hlinkClick r:id="" action="ppaction://media"/>
            <a:extLst>
              <a:ext uri="{FF2B5EF4-FFF2-40B4-BE49-F238E27FC236}">
                <a16:creationId xmlns:a16="http://schemas.microsoft.com/office/drawing/2014/main" id="{8AEB66CD-146F-9E50-54F6-D44F192C7FB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5717209" y="1509286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1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6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806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A14C-B560-B2C9-E560-88217671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3E8420D-09B2-FA50-C3DE-FA84EBAA7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1F2E4B-CDA3-1F7A-8CE1-46F93816C53C}"/>
              </a:ext>
            </a:extLst>
          </p:cNvPr>
          <p:cNvSpPr txBox="1"/>
          <p:nvPr/>
        </p:nvSpPr>
        <p:spPr>
          <a:xfrm>
            <a:off x="2945600" y="218927"/>
            <a:ext cx="14203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노랫말 끝에 한 글자의 감탄 의성어를 넣어 </a:t>
            </a:r>
            <a:endParaRPr lang="en-US" altLang="ko-KR" dirty="0"/>
          </a:p>
          <a:p>
            <a:r>
              <a:rPr lang="ko-KR" altLang="en-US" dirty="0"/>
              <a:t>노래를 다시 불러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77C37-50EB-9D73-FE82-4D9ECD91465B}"/>
              </a:ext>
            </a:extLst>
          </p:cNvPr>
          <p:cNvSpPr txBox="1"/>
          <p:nvPr/>
        </p:nvSpPr>
        <p:spPr>
          <a:xfrm>
            <a:off x="13367657" y="1880181"/>
            <a:ext cx="43640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spc="10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※ </a:t>
            </a:r>
            <a:r>
              <a:rPr lang="ko-KR" altLang="en-US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스피커를 클릭하세요</a:t>
            </a:r>
            <a:r>
              <a:rPr lang="en-US" altLang="ko-KR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46C14-C7FA-6AB5-4CA5-A0D5780D8650}"/>
              </a:ext>
            </a:extLst>
          </p:cNvPr>
          <p:cNvSpPr txBox="1"/>
          <p:nvPr/>
        </p:nvSpPr>
        <p:spPr>
          <a:xfrm>
            <a:off x="1181782" y="2874347"/>
            <a:ext cx="9585106" cy="5495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dirty="0"/>
              <a:t>노랗게 </a:t>
            </a:r>
            <a:r>
              <a:rPr lang="ko-KR" altLang="en-US" dirty="0" err="1"/>
              <a:t>노랗게</a:t>
            </a:r>
            <a:r>
              <a:rPr lang="ko-KR" altLang="en-US" dirty="0"/>
              <a:t> 물들었네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빨갛게 </a:t>
            </a:r>
            <a:r>
              <a:rPr lang="ko-KR" altLang="en-US" dirty="0" err="1"/>
              <a:t>빨갛게</a:t>
            </a:r>
            <a:r>
              <a:rPr lang="ko-KR" altLang="en-US" dirty="0"/>
              <a:t> 물들었네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파랗게 </a:t>
            </a:r>
            <a:r>
              <a:rPr lang="ko-KR" altLang="en-US" dirty="0" err="1"/>
              <a:t>파랗게</a:t>
            </a:r>
            <a:r>
              <a:rPr lang="ko-KR" altLang="en-US" dirty="0"/>
              <a:t> 높은 하늘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가을 길은 고운 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7346BD-ACDA-6538-DBA2-FB9855A98BBD}"/>
              </a:ext>
            </a:extLst>
          </p:cNvPr>
          <p:cNvSpPr/>
          <p:nvPr/>
        </p:nvSpPr>
        <p:spPr>
          <a:xfrm>
            <a:off x="8758673" y="3124277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91575D-1218-5A76-24E8-E5EB31CBE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165" y="3304489"/>
            <a:ext cx="1048603" cy="8535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D7043-5330-FD3C-83CE-2A31426E8B2D}"/>
              </a:ext>
            </a:extLst>
          </p:cNvPr>
          <p:cNvSpPr/>
          <p:nvPr/>
        </p:nvSpPr>
        <p:spPr>
          <a:xfrm>
            <a:off x="8758673" y="4517011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A86177-05BC-2255-0E49-E717BA508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165" y="4697223"/>
            <a:ext cx="1048603" cy="85351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EDFDCD-B65F-FD80-3EDF-96549AE0724A}"/>
              </a:ext>
            </a:extLst>
          </p:cNvPr>
          <p:cNvSpPr/>
          <p:nvPr/>
        </p:nvSpPr>
        <p:spPr>
          <a:xfrm>
            <a:off x="8949166" y="5917160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A958D72-E259-4413-F954-8EA46D4830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658" y="6097372"/>
            <a:ext cx="1048603" cy="85351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ADBE19-6FDA-60F7-A222-A2061AE07562}"/>
              </a:ext>
            </a:extLst>
          </p:cNvPr>
          <p:cNvSpPr/>
          <p:nvPr/>
        </p:nvSpPr>
        <p:spPr>
          <a:xfrm>
            <a:off x="6956242" y="7242886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42246FC-B958-CCF3-1981-FA83EE73C1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734" y="7423098"/>
            <a:ext cx="1048603" cy="853514"/>
          </a:xfrm>
          <a:prstGeom prst="rect">
            <a:avLst/>
          </a:prstGeom>
        </p:spPr>
      </p:pic>
      <p:pic>
        <p:nvPicPr>
          <p:cNvPr id="1028" name="Picture 4" descr="秋 | かわいいフリー素材集 いらすとや">
            <a:extLst>
              <a:ext uri="{FF2B5EF4-FFF2-40B4-BE49-F238E27FC236}">
                <a16:creationId xmlns:a16="http://schemas.microsoft.com/office/drawing/2014/main" id="{52A428FA-7DB8-BEDD-CC17-71F810B36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1629" y="5730950"/>
            <a:ext cx="3196058" cy="319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09EE4C-41C4-AFE9-697D-BA0999287E2A}"/>
              </a:ext>
            </a:extLst>
          </p:cNvPr>
          <p:cNvSpPr/>
          <p:nvPr/>
        </p:nvSpPr>
        <p:spPr>
          <a:xfrm>
            <a:off x="649288" y="2716606"/>
            <a:ext cx="13742773" cy="6102391"/>
          </a:xfrm>
          <a:prstGeom prst="roundRect">
            <a:avLst>
              <a:gd name="adj" fmla="val 6523"/>
            </a:avLst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6050B8D-E831-B0EC-2819-731EA9076F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500" y="7721600"/>
            <a:ext cx="2736000" cy="1710567"/>
          </a:xfrm>
          <a:prstGeom prst="rect">
            <a:avLst/>
          </a:prstGeom>
        </p:spPr>
      </p:pic>
      <p:pic>
        <p:nvPicPr>
          <p:cNvPr id="4" name="[비상교육] 초등_계절 2-2_3단원-15_56~57p_01 가을 길">
            <a:hlinkClick r:id="" action="ppaction://media"/>
            <a:extLst>
              <a:ext uri="{FF2B5EF4-FFF2-40B4-BE49-F238E27FC236}">
                <a16:creationId xmlns:a16="http://schemas.microsoft.com/office/drawing/2014/main" id="{2A9594BB-69AE-24A9-A6B8-1287F4FD97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7109393" y="2631347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1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A14C-B560-B2C9-E560-88217671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3E8420D-09B2-FA50-C3DE-FA84EBAA7C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577C37-50EB-9D73-FE82-4D9ECD91465B}"/>
              </a:ext>
            </a:extLst>
          </p:cNvPr>
          <p:cNvSpPr txBox="1"/>
          <p:nvPr/>
        </p:nvSpPr>
        <p:spPr>
          <a:xfrm>
            <a:off x="13367657" y="1880181"/>
            <a:ext cx="43640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400" spc="10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※ </a:t>
            </a:r>
            <a:r>
              <a:rPr lang="ko-KR" altLang="en-US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스피커를 클릭하세요</a:t>
            </a:r>
            <a:r>
              <a:rPr lang="en-US" altLang="ko-KR" sz="3400" spc="100" dirty="0">
                <a:solidFill>
                  <a:srgbClr val="B2B3B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46C14-C7FA-6AB5-4CA5-A0D5780D8650}"/>
              </a:ext>
            </a:extLst>
          </p:cNvPr>
          <p:cNvSpPr txBox="1"/>
          <p:nvPr/>
        </p:nvSpPr>
        <p:spPr>
          <a:xfrm>
            <a:off x="1181782" y="2874347"/>
            <a:ext cx="9585106" cy="5495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dirty="0"/>
              <a:t>노랗게 </a:t>
            </a:r>
            <a:r>
              <a:rPr lang="ko-KR" altLang="en-US" dirty="0" err="1"/>
              <a:t>노랗게</a:t>
            </a:r>
            <a:r>
              <a:rPr lang="ko-KR" altLang="en-US" dirty="0"/>
              <a:t> 물들었네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빨갛게 </a:t>
            </a:r>
            <a:r>
              <a:rPr lang="ko-KR" altLang="en-US" dirty="0" err="1"/>
              <a:t>빨갛게</a:t>
            </a:r>
            <a:r>
              <a:rPr lang="ko-KR" altLang="en-US" dirty="0"/>
              <a:t> 물들었네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파랗게 </a:t>
            </a:r>
            <a:r>
              <a:rPr lang="ko-KR" altLang="en-US" dirty="0" err="1"/>
              <a:t>파랗게</a:t>
            </a:r>
            <a:r>
              <a:rPr lang="ko-KR" altLang="en-US" dirty="0"/>
              <a:t> 높은 하늘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가을 길은 고운 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7346BD-ACDA-6538-DBA2-FB9855A98BBD}"/>
              </a:ext>
            </a:extLst>
          </p:cNvPr>
          <p:cNvSpPr/>
          <p:nvPr/>
        </p:nvSpPr>
        <p:spPr>
          <a:xfrm>
            <a:off x="8758673" y="3124277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D91575D-1218-5A76-24E8-E5EB31CBE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165" y="3304489"/>
            <a:ext cx="1048603" cy="8535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D7043-5330-FD3C-83CE-2A31426E8B2D}"/>
              </a:ext>
            </a:extLst>
          </p:cNvPr>
          <p:cNvSpPr/>
          <p:nvPr/>
        </p:nvSpPr>
        <p:spPr>
          <a:xfrm>
            <a:off x="8758673" y="4517011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A86177-05BC-2255-0E49-E717BA508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165" y="4697223"/>
            <a:ext cx="1048603" cy="85351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EDFDCD-B65F-FD80-3EDF-96549AE0724A}"/>
              </a:ext>
            </a:extLst>
          </p:cNvPr>
          <p:cNvSpPr/>
          <p:nvPr/>
        </p:nvSpPr>
        <p:spPr>
          <a:xfrm>
            <a:off x="8949166" y="5917160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A958D72-E259-4413-F954-8EA46D4830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9658" y="6097372"/>
            <a:ext cx="1048603" cy="85351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ADBE19-6FDA-60F7-A222-A2061AE07562}"/>
              </a:ext>
            </a:extLst>
          </p:cNvPr>
          <p:cNvSpPr/>
          <p:nvPr/>
        </p:nvSpPr>
        <p:spPr>
          <a:xfrm>
            <a:off x="6956242" y="7242886"/>
            <a:ext cx="1429588" cy="121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42246FC-B958-CCF3-1981-FA83EE73C1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734" y="7423098"/>
            <a:ext cx="1048603" cy="853514"/>
          </a:xfrm>
          <a:prstGeom prst="rect">
            <a:avLst/>
          </a:prstGeom>
        </p:spPr>
      </p:pic>
      <p:pic>
        <p:nvPicPr>
          <p:cNvPr id="1028" name="Picture 4" descr="秋 | かわいいフリー素材集 いらすとや">
            <a:extLst>
              <a:ext uri="{FF2B5EF4-FFF2-40B4-BE49-F238E27FC236}">
                <a16:creationId xmlns:a16="http://schemas.microsoft.com/office/drawing/2014/main" id="{52A428FA-7DB8-BEDD-CC17-71F810B36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1629" y="5730950"/>
            <a:ext cx="3196058" cy="319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09EE4C-41C4-AFE9-697D-BA0999287E2A}"/>
              </a:ext>
            </a:extLst>
          </p:cNvPr>
          <p:cNvSpPr/>
          <p:nvPr/>
        </p:nvSpPr>
        <p:spPr>
          <a:xfrm>
            <a:off x="649288" y="2716606"/>
            <a:ext cx="13742773" cy="6102391"/>
          </a:xfrm>
          <a:prstGeom prst="roundRect">
            <a:avLst>
              <a:gd name="adj" fmla="val 6523"/>
            </a:avLst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41E93B-E0FF-AACA-9AA5-0BCF88B1CB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066" y="5168901"/>
            <a:ext cx="6720285" cy="3174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3D4614-B508-A996-D9F6-989805837AB9}"/>
              </a:ext>
            </a:extLst>
          </p:cNvPr>
          <p:cNvSpPr txBox="1"/>
          <p:nvPr/>
        </p:nvSpPr>
        <p:spPr>
          <a:xfrm>
            <a:off x="11404600" y="5346700"/>
            <a:ext cx="62357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‘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톡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, 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와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, 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꺅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, 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오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’ </a:t>
            </a:r>
            <a:r>
              <a:rPr lang="ko-KR" altLang="en-US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등 한 글자 의성어를 사용하면 더욱 신나게 노래할 수 있어요</a:t>
            </a:r>
            <a:r>
              <a:rPr lang="en-US" altLang="ko-KR" sz="5200" dirty="0">
                <a:latin typeface="HU남자친구 140" panose="02020603020101020101" pitchFamily="18" charset="-127"/>
                <a:ea typeface="HU남자친구 140" panose="02020603020101020101" pitchFamily="18" charset="-127"/>
              </a:rPr>
              <a:t>!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E47A3A0-9AF2-3A08-A676-EC63B0B578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500" y="7721600"/>
            <a:ext cx="2736000" cy="171056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0D7A0B1-AE49-29DC-B903-AC6206480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445" y="4857750"/>
            <a:ext cx="769509" cy="8153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ADFFA1-AD4C-288E-07B1-00AF21415969}"/>
              </a:ext>
            </a:extLst>
          </p:cNvPr>
          <p:cNvSpPr txBox="1"/>
          <p:nvPr/>
        </p:nvSpPr>
        <p:spPr>
          <a:xfrm>
            <a:off x="2945600" y="218927"/>
            <a:ext cx="14203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노랫말 끝에 한 글자의 감탄 의성어를 넣어 </a:t>
            </a:r>
            <a:endParaRPr lang="en-US" altLang="ko-KR" dirty="0"/>
          </a:p>
          <a:p>
            <a:r>
              <a:rPr lang="ko-KR" altLang="en-US" dirty="0"/>
              <a:t>노래를 다시 불러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0" name="[비상교육] 초등_계절 2-2_3단원-15_56~57p_01 가을 길">
            <a:hlinkClick r:id="" action="ppaction://media"/>
            <a:extLst>
              <a:ext uri="{FF2B5EF4-FFF2-40B4-BE49-F238E27FC236}">
                <a16:creationId xmlns:a16="http://schemas.microsoft.com/office/drawing/2014/main" id="{3E9B6617-FEAE-05F5-3AD5-60139166B8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109393" y="2631347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7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6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3ABF-93CD-50F2-22AB-89CBCBAE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5F22082-8EC5-C9D0-E8B2-165465F4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9715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964308-CD25-5B9F-AB73-721738D903DC}"/>
              </a:ext>
            </a:extLst>
          </p:cNvPr>
          <p:cNvSpPr txBox="1"/>
          <p:nvPr/>
        </p:nvSpPr>
        <p:spPr>
          <a:xfrm>
            <a:off x="2945601" y="218927"/>
            <a:ext cx="13320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</a:t>
            </a:r>
            <a:r>
              <a:rPr lang="en-US" altLang="ko-KR" dirty="0"/>
              <a:t>‘</a:t>
            </a:r>
            <a:r>
              <a:rPr lang="ko-KR" altLang="en-US" dirty="0"/>
              <a:t>가을 길</a:t>
            </a:r>
            <a:r>
              <a:rPr lang="en-US" altLang="ko-KR" dirty="0"/>
              <a:t>’ </a:t>
            </a:r>
            <a:r>
              <a:rPr lang="ko-KR" altLang="en-US" dirty="0"/>
              <a:t>노랫말에 어울리는 동작을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모서리가 둥근 직사각형 20">
            <a:extLst>
              <a:ext uri="{FF2B5EF4-FFF2-40B4-BE49-F238E27FC236}">
                <a16:creationId xmlns:a16="http://schemas.microsoft.com/office/drawing/2014/main" id="{AA3575B2-0348-62CC-C10B-6AB446248CD8}"/>
              </a:ext>
            </a:extLst>
          </p:cNvPr>
          <p:cNvSpPr/>
          <p:nvPr/>
        </p:nvSpPr>
        <p:spPr>
          <a:xfrm>
            <a:off x="537474" y="5918064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DAA37D-0854-9D8B-3480-00CA9AAD5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662" y="9129206"/>
            <a:ext cx="1600676" cy="586294"/>
          </a:xfrm>
          <a:prstGeom prst="rect">
            <a:avLst/>
          </a:prstGeom>
        </p:spPr>
      </p:pic>
      <p:sp>
        <p:nvSpPr>
          <p:cNvPr id="4" name="모서리가 둥근 직사각형 20">
            <a:extLst>
              <a:ext uri="{FF2B5EF4-FFF2-40B4-BE49-F238E27FC236}">
                <a16:creationId xmlns:a16="http://schemas.microsoft.com/office/drawing/2014/main" id="{C7F5D4D5-54B1-30F4-094C-0C17ECEC6028}"/>
              </a:ext>
            </a:extLst>
          </p:cNvPr>
          <p:cNvSpPr/>
          <p:nvPr/>
        </p:nvSpPr>
        <p:spPr>
          <a:xfrm>
            <a:off x="9494565" y="5918071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BE2FA6-9B56-122B-2102-1C82E2F374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439" y="8482238"/>
            <a:ext cx="2684122" cy="9298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692D96-CEFC-B2AC-A8CD-99085068F3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152" y="6201400"/>
            <a:ext cx="1648662" cy="17310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9CD277-4FA1-AF9C-80AC-9B0A968E05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3243" y="6201407"/>
            <a:ext cx="1648662" cy="1731094"/>
          </a:xfrm>
          <a:prstGeom prst="rect">
            <a:avLst/>
          </a:prstGeom>
        </p:spPr>
      </p:pic>
      <p:pic>
        <p:nvPicPr>
          <p:cNvPr id="13" name="그림 12" descr="의류, 만화 영화, 클립아트, 일러스트레이션이(가) 표시된 사진&#10;&#10;자동 생성된 설명">
            <a:extLst>
              <a:ext uri="{FF2B5EF4-FFF2-40B4-BE49-F238E27FC236}">
                <a16:creationId xmlns:a16="http://schemas.microsoft.com/office/drawing/2014/main" id="{94D1A8FF-2582-5F7C-AAD6-70B02B58A9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609" y="2202327"/>
            <a:ext cx="3513748" cy="3513748"/>
          </a:xfrm>
          <a:prstGeom prst="rect">
            <a:avLst/>
          </a:prstGeom>
        </p:spPr>
      </p:pic>
      <p:pic>
        <p:nvPicPr>
          <p:cNvPr id="15" name="그림 14" descr="클립아트, 만화 영화, 일러스트레이션, 애니메이션이(가) 표시된 사진&#10;&#10;자동 생성된 설명">
            <a:extLst>
              <a:ext uri="{FF2B5EF4-FFF2-40B4-BE49-F238E27FC236}">
                <a16:creationId xmlns:a16="http://schemas.microsoft.com/office/drawing/2014/main" id="{ACC7AD26-CAF5-FEEF-CF98-63887C3756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0700" y="2281117"/>
            <a:ext cx="3513748" cy="35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2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3ABF-93CD-50F2-22AB-89CBCBAE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5F22082-8EC5-C9D0-E8B2-165465F4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9715500"/>
          </a:xfrm>
          <a:prstGeom prst="rect">
            <a:avLst/>
          </a:prstGeom>
        </p:spPr>
      </p:pic>
      <p:sp>
        <p:nvSpPr>
          <p:cNvPr id="7" name="모서리가 둥근 직사각형 20">
            <a:extLst>
              <a:ext uri="{FF2B5EF4-FFF2-40B4-BE49-F238E27FC236}">
                <a16:creationId xmlns:a16="http://schemas.microsoft.com/office/drawing/2014/main" id="{AA3575B2-0348-62CC-C10B-6AB446248CD8}"/>
              </a:ext>
            </a:extLst>
          </p:cNvPr>
          <p:cNvSpPr/>
          <p:nvPr/>
        </p:nvSpPr>
        <p:spPr>
          <a:xfrm>
            <a:off x="537474" y="5918064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693FD-7CAA-104D-6007-35C5F109D4DD}"/>
              </a:ext>
            </a:extLst>
          </p:cNvPr>
          <p:cNvSpPr txBox="1"/>
          <p:nvPr/>
        </p:nvSpPr>
        <p:spPr>
          <a:xfrm>
            <a:off x="870860" y="6205173"/>
            <a:ext cx="757924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5300" spc="100" dirty="0">
                <a:latin typeface="KoPub돋움체 Bold"/>
                <a:ea typeface="KoPub돋움체 Bold"/>
                <a:cs typeface="+mn-cs"/>
              </a:rPr>
              <a:t>천을 위아래 또는 좌우로 흔들어요</a:t>
            </a:r>
            <a:r>
              <a:rPr lang="en-US" altLang="ko-KR" sz="5300" spc="100" dirty="0">
                <a:latin typeface="KoPub돋움체 Bold"/>
                <a:ea typeface="KoPub돋움체 Bold"/>
                <a:cs typeface="+mn-cs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DAA37D-0854-9D8B-3480-00CA9AAD5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662" y="9129206"/>
            <a:ext cx="1600676" cy="586294"/>
          </a:xfrm>
          <a:prstGeom prst="rect">
            <a:avLst/>
          </a:prstGeom>
        </p:spPr>
      </p:pic>
      <p:sp>
        <p:nvSpPr>
          <p:cNvPr id="4" name="모서리가 둥근 직사각형 20">
            <a:extLst>
              <a:ext uri="{FF2B5EF4-FFF2-40B4-BE49-F238E27FC236}">
                <a16:creationId xmlns:a16="http://schemas.microsoft.com/office/drawing/2014/main" id="{C7F5D4D5-54B1-30F4-094C-0C17ECEC6028}"/>
              </a:ext>
            </a:extLst>
          </p:cNvPr>
          <p:cNvSpPr/>
          <p:nvPr/>
        </p:nvSpPr>
        <p:spPr>
          <a:xfrm>
            <a:off x="9494565" y="5918071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4C705-91EB-1817-59E8-9F505EDA566C}"/>
              </a:ext>
            </a:extLst>
          </p:cNvPr>
          <p:cNvSpPr txBox="1"/>
          <p:nvPr/>
        </p:nvSpPr>
        <p:spPr>
          <a:xfrm>
            <a:off x="9827951" y="6612983"/>
            <a:ext cx="757924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5300" spc="100" dirty="0">
                <a:latin typeface="KoPub돋움체 Bold"/>
                <a:ea typeface="KoPub돋움체 Bold"/>
              </a:rPr>
              <a:t>천을 높이 던지고 받아요</a:t>
            </a:r>
            <a:r>
              <a:rPr lang="en-US" altLang="ko-KR" sz="5300" spc="100" dirty="0">
                <a:latin typeface="KoPub돋움체 Bold"/>
                <a:ea typeface="KoPub돋움체 Bold"/>
              </a:rPr>
              <a:t>.</a:t>
            </a:r>
            <a:endParaRPr lang="en-US" altLang="ko-KR" sz="5300" spc="100" dirty="0"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F1795-B9A4-C9BC-B529-89AA349D5BF6}"/>
              </a:ext>
            </a:extLst>
          </p:cNvPr>
          <p:cNvSpPr txBox="1"/>
          <p:nvPr/>
        </p:nvSpPr>
        <p:spPr>
          <a:xfrm>
            <a:off x="2945601" y="218927"/>
            <a:ext cx="13320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</a:t>
            </a:r>
            <a:r>
              <a:rPr lang="en-US" altLang="ko-KR" dirty="0"/>
              <a:t>‘</a:t>
            </a:r>
            <a:r>
              <a:rPr lang="ko-KR" altLang="en-US" dirty="0"/>
              <a:t>가을 길</a:t>
            </a:r>
            <a:r>
              <a:rPr lang="en-US" altLang="ko-KR" dirty="0"/>
              <a:t>’ </a:t>
            </a:r>
            <a:r>
              <a:rPr lang="ko-KR" altLang="en-US" dirty="0"/>
              <a:t>노랫말에 어울리는 동작을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 descr="의류, 만화 영화, 클립아트, 일러스트레이션이(가) 표시된 사진&#10;&#10;자동 생성된 설명">
            <a:extLst>
              <a:ext uri="{FF2B5EF4-FFF2-40B4-BE49-F238E27FC236}">
                <a16:creationId xmlns:a16="http://schemas.microsoft.com/office/drawing/2014/main" id="{CF34C8A3-A3AE-30AF-87E1-34E7878648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609" y="2202327"/>
            <a:ext cx="3513748" cy="3513748"/>
          </a:xfrm>
          <a:prstGeom prst="rect">
            <a:avLst/>
          </a:prstGeom>
        </p:spPr>
      </p:pic>
      <p:pic>
        <p:nvPicPr>
          <p:cNvPr id="14" name="그림 13" descr="클립아트, 만화 영화, 일러스트레이션, 애니메이션이(가) 표시된 사진&#10;&#10;자동 생성된 설명">
            <a:extLst>
              <a:ext uri="{FF2B5EF4-FFF2-40B4-BE49-F238E27FC236}">
                <a16:creationId xmlns:a16="http://schemas.microsoft.com/office/drawing/2014/main" id="{7F35B508-1F72-1B6C-1367-0B64DB2702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0700" y="2281117"/>
            <a:ext cx="3513748" cy="35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2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3ABF-93CD-50F2-22AB-89CBCBAE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5F22082-8EC5-C9D0-E8B2-165465F4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9715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A47C82-2532-7851-A275-3C6CE33B6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662" y="9129206"/>
            <a:ext cx="1600676" cy="58629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BC736B-6690-6988-1F46-804093D44B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439" y="8482238"/>
            <a:ext cx="2684122" cy="929823"/>
          </a:xfrm>
          <a:prstGeom prst="rect">
            <a:avLst/>
          </a:prstGeom>
        </p:spPr>
      </p:pic>
      <p:sp>
        <p:nvSpPr>
          <p:cNvPr id="13" name="모서리가 둥근 직사각형 20">
            <a:extLst>
              <a:ext uri="{FF2B5EF4-FFF2-40B4-BE49-F238E27FC236}">
                <a16:creationId xmlns:a16="http://schemas.microsoft.com/office/drawing/2014/main" id="{91047EA5-C163-850F-9759-01E64D19F65A}"/>
              </a:ext>
            </a:extLst>
          </p:cNvPr>
          <p:cNvSpPr/>
          <p:nvPr/>
        </p:nvSpPr>
        <p:spPr>
          <a:xfrm>
            <a:off x="537474" y="5918064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모서리가 둥근 직사각형 20">
            <a:extLst>
              <a:ext uri="{FF2B5EF4-FFF2-40B4-BE49-F238E27FC236}">
                <a16:creationId xmlns:a16="http://schemas.microsoft.com/office/drawing/2014/main" id="{E9AC13D9-1834-383E-B2AA-A41A1BADBB25}"/>
              </a:ext>
            </a:extLst>
          </p:cNvPr>
          <p:cNvSpPr/>
          <p:nvPr/>
        </p:nvSpPr>
        <p:spPr>
          <a:xfrm>
            <a:off x="9494565" y="5918071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785C460-C157-2EAA-94F0-F83A67C7A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152" y="6201400"/>
            <a:ext cx="1648662" cy="17310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735C18C-3144-D3AA-1A90-9408612F01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3243" y="6201407"/>
            <a:ext cx="1648662" cy="17310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F70029-A446-592F-9CC3-8A0E8E749CBB}"/>
              </a:ext>
            </a:extLst>
          </p:cNvPr>
          <p:cNvSpPr txBox="1"/>
          <p:nvPr/>
        </p:nvSpPr>
        <p:spPr>
          <a:xfrm>
            <a:off x="2945601" y="218927"/>
            <a:ext cx="13320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</a:t>
            </a:r>
            <a:r>
              <a:rPr lang="en-US" altLang="ko-KR" dirty="0"/>
              <a:t>‘</a:t>
            </a:r>
            <a:r>
              <a:rPr lang="ko-KR" altLang="en-US" dirty="0"/>
              <a:t>가을 길</a:t>
            </a:r>
            <a:r>
              <a:rPr lang="en-US" altLang="ko-KR" dirty="0"/>
              <a:t>’ </a:t>
            </a:r>
            <a:r>
              <a:rPr lang="ko-KR" altLang="en-US" dirty="0"/>
              <a:t>노랫말에 어울리는 동작을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DF84FC-7CF4-DB6C-EF5D-96F40CA70F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3609" y="2202327"/>
            <a:ext cx="3513748" cy="35137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755A885-161C-D949-612D-250D338574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60700" y="2281117"/>
            <a:ext cx="3513748" cy="35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8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3ABF-93CD-50F2-22AB-89CBCBAE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5F22082-8EC5-C9D0-E8B2-165465F4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9715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A47C82-2532-7851-A275-3C6CE33B6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3662" y="9129206"/>
            <a:ext cx="1600676" cy="586293"/>
          </a:xfrm>
          <a:prstGeom prst="rect">
            <a:avLst/>
          </a:prstGeom>
        </p:spPr>
      </p:pic>
      <p:sp>
        <p:nvSpPr>
          <p:cNvPr id="12" name="모서리가 둥근 직사각형 20">
            <a:extLst>
              <a:ext uri="{FF2B5EF4-FFF2-40B4-BE49-F238E27FC236}">
                <a16:creationId xmlns:a16="http://schemas.microsoft.com/office/drawing/2014/main" id="{80257FCC-AEB2-48CF-E681-C5EFE1F836C5}"/>
              </a:ext>
            </a:extLst>
          </p:cNvPr>
          <p:cNvSpPr/>
          <p:nvPr/>
        </p:nvSpPr>
        <p:spPr>
          <a:xfrm>
            <a:off x="537474" y="5918059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D53A9-E453-357A-0246-E841980EE408}"/>
              </a:ext>
            </a:extLst>
          </p:cNvPr>
          <p:cNvSpPr txBox="1"/>
          <p:nvPr/>
        </p:nvSpPr>
        <p:spPr>
          <a:xfrm>
            <a:off x="870860" y="6205168"/>
            <a:ext cx="757924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5300" spc="100" dirty="0">
                <a:latin typeface="KoPub돋움체 Bold"/>
                <a:ea typeface="KoPub돋움체 Bold"/>
                <a:cs typeface="+mn-cs"/>
              </a:rPr>
              <a:t>천을 어깨에 둘러</a:t>
            </a:r>
            <a:endParaRPr lang="en-US" altLang="ko-KR" sz="5300" spc="100" dirty="0">
              <a:latin typeface="KoPub돋움체 Bold"/>
              <a:ea typeface="KoPub돋움체 Bold"/>
              <a:cs typeface="+mn-cs"/>
            </a:endParaRPr>
          </a:p>
          <a:p>
            <a:pPr algn="ctr" latinLnBrk="0">
              <a:defRPr/>
            </a:pPr>
            <a:r>
              <a:rPr lang="ko-KR" altLang="en-US" sz="5300" spc="100" dirty="0">
                <a:latin typeface="KoPub돋움체 Bold"/>
                <a:ea typeface="KoPub돋움체 Bold"/>
              </a:rPr>
              <a:t>망토를 만들어요</a:t>
            </a:r>
            <a:r>
              <a:rPr lang="en-US" altLang="ko-KR" sz="5300" spc="100" dirty="0">
                <a:latin typeface="KoPub돋움체 Bold"/>
                <a:ea typeface="KoPub돋움체 Bold"/>
              </a:rPr>
              <a:t>.</a:t>
            </a:r>
            <a:endParaRPr lang="en-US" altLang="ko-KR" sz="5300" spc="100" dirty="0"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14" name="모서리가 둥근 직사각형 20">
            <a:extLst>
              <a:ext uri="{FF2B5EF4-FFF2-40B4-BE49-F238E27FC236}">
                <a16:creationId xmlns:a16="http://schemas.microsoft.com/office/drawing/2014/main" id="{C7704B6E-CDC0-5A0C-13DF-5F7CA22643BE}"/>
              </a:ext>
            </a:extLst>
          </p:cNvPr>
          <p:cNvSpPr/>
          <p:nvPr/>
        </p:nvSpPr>
        <p:spPr>
          <a:xfrm>
            <a:off x="9494565" y="5918066"/>
            <a:ext cx="8246018" cy="2297766"/>
          </a:xfrm>
          <a:prstGeom prst="roundRect">
            <a:avLst>
              <a:gd name="adj" fmla="val 12558"/>
            </a:avLst>
          </a:prstGeom>
          <a:solidFill>
            <a:srgbClr val="FEFCE7"/>
          </a:solidFill>
          <a:ln w="76200">
            <a:solidFill>
              <a:srgbClr val="CBCB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D9CAED-DDB4-6B10-E77F-36C5B8DD4A12}"/>
              </a:ext>
            </a:extLst>
          </p:cNvPr>
          <p:cNvSpPr txBox="1"/>
          <p:nvPr/>
        </p:nvSpPr>
        <p:spPr>
          <a:xfrm>
            <a:off x="9827951" y="6205175"/>
            <a:ext cx="757924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5300" spc="100" dirty="0">
                <a:latin typeface="KoPub돋움체 Bold"/>
                <a:ea typeface="KoPub돋움체 Bold"/>
              </a:rPr>
              <a:t>짝과 함께 천을 높이 던지며 주고받아요</a:t>
            </a:r>
            <a:r>
              <a:rPr lang="en-US" altLang="ko-KR" sz="5300" spc="100" dirty="0">
                <a:latin typeface="KoPub돋움체 Bold"/>
                <a:ea typeface="KoPub돋움체 Bold"/>
              </a:rPr>
              <a:t>.</a:t>
            </a:r>
            <a:endParaRPr lang="en-US" altLang="ko-KR" sz="5300" spc="100" dirty="0">
              <a:latin typeface="KoPub돋움체 Bold"/>
              <a:ea typeface="KoPub돋움체 Bold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E5E56-440C-7324-9FB9-8947A386A3CB}"/>
              </a:ext>
            </a:extLst>
          </p:cNvPr>
          <p:cNvSpPr txBox="1"/>
          <p:nvPr/>
        </p:nvSpPr>
        <p:spPr>
          <a:xfrm>
            <a:off x="2945601" y="218927"/>
            <a:ext cx="13320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</a:t>
            </a:r>
            <a:r>
              <a:rPr lang="en-US" altLang="ko-KR" dirty="0"/>
              <a:t>‘</a:t>
            </a:r>
            <a:r>
              <a:rPr lang="ko-KR" altLang="en-US" dirty="0"/>
              <a:t>가을 길</a:t>
            </a:r>
            <a:r>
              <a:rPr lang="en-US" altLang="ko-KR" dirty="0"/>
              <a:t>’ </a:t>
            </a:r>
            <a:r>
              <a:rPr lang="ko-KR" altLang="en-US" dirty="0"/>
              <a:t>노랫말에 어울리는 동작을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52C8B5-64B1-10D2-7292-9FFE0941DA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3609" y="2202327"/>
            <a:ext cx="3513748" cy="35137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CB2A0A-53D9-C0FA-3E9C-0F490D587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60700" y="2281117"/>
            <a:ext cx="3513748" cy="35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27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0E3F21D-8000-9013-1A41-F872B0B20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0"/>
            <a:ext cx="18288000" cy="9715500"/>
          </a:xfrm>
          <a:prstGeom prst="rect">
            <a:avLst/>
          </a:prstGeom>
        </p:spPr>
      </p:pic>
      <p:sp>
        <p:nvSpPr>
          <p:cNvPr id="15" name="모서리가 둥근 직사각형 4">
            <a:extLst>
              <a:ext uri="{FF2B5EF4-FFF2-40B4-BE49-F238E27FC236}">
                <a16:creationId xmlns:a16="http://schemas.microsoft.com/office/drawing/2014/main" id="{FCC93832-9653-7B2B-4888-9A188A9DB9CA}"/>
              </a:ext>
            </a:extLst>
          </p:cNvPr>
          <p:cNvSpPr/>
          <p:nvPr/>
        </p:nvSpPr>
        <p:spPr>
          <a:xfrm>
            <a:off x="406240" y="2343473"/>
            <a:ext cx="17478694" cy="2594260"/>
          </a:xfrm>
          <a:prstGeom prst="roundRect">
            <a:avLst>
              <a:gd name="adj" fmla="val 6399"/>
            </a:avLst>
          </a:prstGeom>
          <a:solidFill>
            <a:srgbClr val="20828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7">
            <a:extLst>
              <a:ext uri="{FF2B5EF4-FFF2-40B4-BE49-F238E27FC236}">
                <a16:creationId xmlns:a16="http://schemas.microsoft.com/office/drawing/2014/main" id="{651F1C33-6E98-8588-0737-B46716F64031}"/>
              </a:ext>
            </a:extLst>
          </p:cNvPr>
          <p:cNvSpPr/>
          <p:nvPr/>
        </p:nvSpPr>
        <p:spPr>
          <a:xfrm>
            <a:off x="406240" y="2459297"/>
            <a:ext cx="17478694" cy="3273288"/>
          </a:xfrm>
          <a:prstGeom prst="roundRect">
            <a:avLst>
              <a:gd name="adj" fmla="val 6203"/>
            </a:avLst>
          </a:prstGeom>
          <a:solidFill>
            <a:srgbClr val="1E8E8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3381E-84A1-F881-907E-BE86555B8FC7}"/>
              </a:ext>
            </a:extLst>
          </p:cNvPr>
          <p:cNvSpPr txBox="1"/>
          <p:nvPr/>
        </p:nvSpPr>
        <p:spPr>
          <a:xfrm>
            <a:off x="2945601" y="218927"/>
            <a:ext cx="128981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계절과 관련된 노래를 찾고 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노랫말을 표현해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01BD-5F77-13DB-095E-A106BC18F43F}"/>
              </a:ext>
            </a:extLst>
          </p:cNvPr>
          <p:cNvSpPr txBox="1"/>
          <p:nvPr/>
        </p:nvSpPr>
        <p:spPr>
          <a:xfrm>
            <a:off x="1770759" y="2730319"/>
            <a:ext cx="102235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눈    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펄</a:t>
            </a:r>
            <a:r>
              <a:rPr lang="en-US" altLang="ko-KR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~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펄</a:t>
            </a:r>
            <a:r>
              <a:rPr lang="en-US" altLang="ko-KR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눈이 옵니다 </a:t>
            </a:r>
          </a:p>
        </p:txBody>
      </p:sp>
      <p:pic>
        <p:nvPicPr>
          <p:cNvPr id="2050" name="Picture 2" descr="いろいろなファイルアイコン（マーク） | かわいいフリー素材集 いらすとや">
            <a:extLst>
              <a:ext uri="{FF2B5EF4-FFF2-40B4-BE49-F238E27FC236}">
                <a16:creationId xmlns:a16="http://schemas.microsoft.com/office/drawing/2014/main" id="{F9788AF7-D100-2548-95A0-4BA7BD756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0" y="2695003"/>
            <a:ext cx="829978" cy="96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모서리가 둥근 직사각형 16">
            <a:extLst>
              <a:ext uri="{FF2B5EF4-FFF2-40B4-BE49-F238E27FC236}">
                <a16:creationId xmlns:a16="http://schemas.microsoft.com/office/drawing/2014/main" id="{A5BF5EE8-91CA-7BB0-0DF4-6D20F606ED0E}"/>
              </a:ext>
            </a:extLst>
          </p:cNvPr>
          <p:cNvSpPr/>
          <p:nvPr/>
        </p:nvSpPr>
        <p:spPr>
          <a:xfrm>
            <a:off x="763140" y="3946649"/>
            <a:ext cx="16768722" cy="1413304"/>
          </a:xfrm>
          <a:prstGeom prst="roundRect">
            <a:avLst>
              <a:gd name="adj" fmla="val 19438"/>
            </a:avLst>
          </a:prstGeom>
          <a:solidFill>
            <a:schemeClr val="bg1"/>
          </a:solidFill>
          <a:ln w="76200">
            <a:noFill/>
          </a:ln>
          <a:effectLst>
            <a:outerShdw dist="50800" dir="2700000" algn="tl" rotWithShape="0">
              <a:srgbClr val="25827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E3DCC2F-FE0E-A722-A7AC-E60A1E7A68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67" y="4242356"/>
            <a:ext cx="504000" cy="5086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003B0E6-8F6C-E04D-D284-E6F1496A9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13" y="2949036"/>
            <a:ext cx="468000" cy="455119"/>
          </a:xfrm>
          <a:prstGeom prst="rect">
            <a:avLst/>
          </a:prstGeom>
        </p:spPr>
      </p:pic>
      <p:sp>
        <p:nvSpPr>
          <p:cNvPr id="44" name="모서리가 둥근 직사각형 4">
            <a:extLst>
              <a:ext uri="{FF2B5EF4-FFF2-40B4-BE49-F238E27FC236}">
                <a16:creationId xmlns:a16="http://schemas.microsoft.com/office/drawing/2014/main" id="{CAFEDE64-351E-A2A6-C61D-8F74B3BA3CCE}"/>
              </a:ext>
            </a:extLst>
          </p:cNvPr>
          <p:cNvSpPr/>
          <p:nvPr/>
        </p:nvSpPr>
        <p:spPr>
          <a:xfrm>
            <a:off x="406240" y="5947638"/>
            <a:ext cx="17478694" cy="2594260"/>
          </a:xfrm>
          <a:prstGeom prst="roundRect">
            <a:avLst>
              <a:gd name="adj" fmla="val 6399"/>
            </a:avLst>
          </a:prstGeom>
          <a:solidFill>
            <a:srgbClr val="20828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7">
            <a:extLst>
              <a:ext uri="{FF2B5EF4-FFF2-40B4-BE49-F238E27FC236}">
                <a16:creationId xmlns:a16="http://schemas.microsoft.com/office/drawing/2014/main" id="{61C5F4F7-1CD4-A9C6-A96E-7F567C5D0ECC}"/>
              </a:ext>
            </a:extLst>
          </p:cNvPr>
          <p:cNvSpPr/>
          <p:nvPr/>
        </p:nvSpPr>
        <p:spPr>
          <a:xfrm>
            <a:off x="406240" y="6063462"/>
            <a:ext cx="17478694" cy="3273288"/>
          </a:xfrm>
          <a:prstGeom prst="roundRect">
            <a:avLst>
              <a:gd name="adj" fmla="val 6203"/>
            </a:avLst>
          </a:prstGeom>
          <a:solidFill>
            <a:srgbClr val="1E8E8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17189A-7634-87B8-CE0C-822A628BA0D8}"/>
              </a:ext>
            </a:extLst>
          </p:cNvPr>
          <p:cNvSpPr txBox="1"/>
          <p:nvPr/>
        </p:nvSpPr>
        <p:spPr>
          <a:xfrm>
            <a:off x="1770759" y="6334484"/>
            <a:ext cx="102235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봄 나들이     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나리나리 개나리</a:t>
            </a:r>
          </a:p>
        </p:txBody>
      </p:sp>
      <p:pic>
        <p:nvPicPr>
          <p:cNvPr id="47" name="Picture 2" descr="いろいろなファイルアイコン（マーク） | かわいいフリー素材集 いらすとや">
            <a:extLst>
              <a:ext uri="{FF2B5EF4-FFF2-40B4-BE49-F238E27FC236}">
                <a16:creationId xmlns:a16="http://schemas.microsoft.com/office/drawing/2014/main" id="{71B7A2E0-0A5F-D8C2-CCD7-571890FC1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0" y="6299168"/>
            <a:ext cx="829978" cy="96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모서리가 둥근 직사각형 16">
            <a:extLst>
              <a:ext uri="{FF2B5EF4-FFF2-40B4-BE49-F238E27FC236}">
                <a16:creationId xmlns:a16="http://schemas.microsoft.com/office/drawing/2014/main" id="{37368801-5AD6-8D4C-BDA5-771936A6A8C7}"/>
              </a:ext>
            </a:extLst>
          </p:cNvPr>
          <p:cNvSpPr/>
          <p:nvPr/>
        </p:nvSpPr>
        <p:spPr>
          <a:xfrm>
            <a:off x="763140" y="7550814"/>
            <a:ext cx="16768722" cy="1413304"/>
          </a:xfrm>
          <a:prstGeom prst="roundRect">
            <a:avLst>
              <a:gd name="adj" fmla="val 19438"/>
            </a:avLst>
          </a:prstGeom>
          <a:solidFill>
            <a:schemeClr val="bg1"/>
          </a:solidFill>
          <a:ln w="76200">
            <a:noFill/>
          </a:ln>
          <a:effectLst>
            <a:outerShdw dist="50800" dir="2700000" algn="tl" rotWithShape="0">
              <a:srgbClr val="25827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C1ADE8CB-AF09-D17A-F1FA-8911FE660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67" y="7846521"/>
            <a:ext cx="504000" cy="508624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22E8D75D-9482-9055-3960-E33FF85C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064" y="6553201"/>
            <a:ext cx="468000" cy="45511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0370377-B3FE-2E32-E242-DCE5AF5B03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689" y="4213467"/>
            <a:ext cx="1775795" cy="9098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479092E-91D5-D03E-7AFA-96CAE75B07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689" y="7815041"/>
            <a:ext cx="1775795" cy="9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9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0E3F21D-8000-9013-1A41-F872B0B20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5" y="0"/>
            <a:ext cx="18288000" cy="9715500"/>
          </a:xfrm>
          <a:prstGeom prst="rect">
            <a:avLst/>
          </a:prstGeom>
        </p:spPr>
      </p:pic>
      <p:sp>
        <p:nvSpPr>
          <p:cNvPr id="15" name="모서리가 둥근 직사각형 4">
            <a:extLst>
              <a:ext uri="{FF2B5EF4-FFF2-40B4-BE49-F238E27FC236}">
                <a16:creationId xmlns:a16="http://schemas.microsoft.com/office/drawing/2014/main" id="{FCC93832-9653-7B2B-4888-9A188A9DB9CA}"/>
              </a:ext>
            </a:extLst>
          </p:cNvPr>
          <p:cNvSpPr/>
          <p:nvPr/>
        </p:nvSpPr>
        <p:spPr>
          <a:xfrm>
            <a:off x="406240" y="2343473"/>
            <a:ext cx="17478694" cy="2594260"/>
          </a:xfrm>
          <a:prstGeom prst="roundRect">
            <a:avLst>
              <a:gd name="adj" fmla="val 6399"/>
            </a:avLst>
          </a:prstGeom>
          <a:solidFill>
            <a:srgbClr val="20828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7">
            <a:extLst>
              <a:ext uri="{FF2B5EF4-FFF2-40B4-BE49-F238E27FC236}">
                <a16:creationId xmlns:a16="http://schemas.microsoft.com/office/drawing/2014/main" id="{651F1C33-6E98-8588-0737-B46716F64031}"/>
              </a:ext>
            </a:extLst>
          </p:cNvPr>
          <p:cNvSpPr/>
          <p:nvPr/>
        </p:nvSpPr>
        <p:spPr>
          <a:xfrm>
            <a:off x="406240" y="2459297"/>
            <a:ext cx="17478694" cy="3273288"/>
          </a:xfrm>
          <a:prstGeom prst="roundRect">
            <a:avLst>
              <a:gd name="adj" fmla="val 6203"/>
            </a:avLst>
          </a:prstGeom>
          <a:solidFill>
            <a:srgbClr val="1E8E8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4F01BD-5F77-13DB-095E-A106BC18F43F}"/>
              </a:ext>
            </a:extLst>
          </p:cNvPr>
          <p:cNvSpPr txBox="1"/>
          <p:nvPr/>
        </p:nvSpPr>
        <p:spPr>
          <a:xfrm>
            <a:off x="1770759" y="2730319"/>
            <a:ext cx="102235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눈    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펄</a:t>
            </a:r>
            <a:r>
              <a:rPr lang="en-US" altLang="ko-KR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~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펄</a:t>
            </a:r>
            <a:r>
              <a:rPr lang="en-US" altLang="ko-KR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눈이 옵니다 </a:t>
            </a:r>
          </a:p>
        </p:txBody>
      </p:sp>
      <p:pic>
        <p:nvPicPr>
          <p:cNvPr id="2050" name="Picture 2" descr="いろいろなファイルアイコン（マーク） | かわいいフリー素材集 いらすとや">
            <a:extLst>
              <a:ext uri="{FF2B5EF4-FFF2-40B4-BE49-F238E27FC236}">
                <a16:creationId xmlns:a16="http://schemas.microsoft.com/office/drawing/2014/main" id="{F9788AF7-D100-2548-95A0-4BA7BD756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0" y="2695003"/>
            <a:ext cx="829978" cy="96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모서리가 둥근 직사각형 16">
            <a:extLst>
              <a:ext uri="{FF2B5EF4-FFF2-40B4-BE49-F238E27FC236}">
                <a16:creationId xmlns:a16="http://schemas.microsoft.com/office/drawing/2014/main" id="{A5BF5EE8-91CA-7BB0-0DF4-6D20F606ED0E}"/>
              </a:ext>
            </a:extLst>
          </p:cNvPr>
          <p:cNvSpPr/>
          <p:nvPr/>
        </p:nvSpPr>
        <p:spPr>
          <a:xfrm>
            <a:off x="763140" y="3946649"/>
            <a:ext cx="16768722" cy="1413304"/>
          </a:xfrm>
          <a:prstGeom prst="roundRect">
            <a:avLst>
              <a:gd name="adj" fmla="val 19438"/>
            </a:avLst>
          </a:prstGeom>
          <a:solidFill>
            <a:schemeClr val="bg1"/>
          </a:solidFill>
          <a:ln w="76200">
            <a:noFill/>
          </a:ln>
          <a:effectLst>
            <a:outerShdw dist="50800" dir="2700000" algn="tl" rotWithShape="0">
              <a:srgbClr val="25827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E3DCC2F-FE0E-A722-A7AC-E60A1E7A68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67" y="4242356"/>
            <a:ext cx="504000" cy="5086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66B9EB-7A38-4586-D0A8-D922826B8AF1}"/>
              </a:ext>
            </a:extLst>
          </p:cNvPr>
          <p:cNvSpPr txBox="1"/>
          <p:nvPr/>
        </p:nvSpPr>
        <p:spPr>
          <a:xfrm>
            <a:off x="2136708" y="4208950"/>
            <a:ext cx="143400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눈이 오는 것처럼 흰색 천을 높은 곳에서 </a:t>
            </a:r>
            <a:r>
              <a:rPr lang="ko-KR" altLang="en-US" sz="52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떨어뜨려요</a:t>
            </a:r>
            <a:r>
              <a:rPr lang="en-US" altLang="ko-KR" sz="5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ko-KR" altLang="en-US" sz="5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003B0E6-8F6C-E04D-D284-E6F1496A96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413" y="2949036"/>
            <a:ext cx="468000" cy="455119"/>
          </a:xfrm>
          <a:prstGeom prst="rect">
            <a:avLst/>
          </a:prstGeom>
        </p:spPr>
      </p:pic>
      <p:sp>
        <p:nvSpPr>
          <p:cNvPr id="44" name="모서리가 둥근 직사각형 4">
            <a:extLst>
              <a:ext uri="{FF2B5EF4-FFF2-40B4-BE49-F238E27FC236}">
                <a16:creationId xmlns:a16="http://schemas.microsoft.com/office/drawing/2014/main" id="{CAFEDE64-351E-A2A6-C61D-8F74B3BA3CCE}"/>
              </a:ext>
            </a:extLst>
          </p:cNvPr>
          <p:cNvSpPr/>
          <p:nvPr/>
        </p:nvSpPr>
        <p:spPr>
          <a:xfrm>
            <a:off x="406240" y="5947638"/>
            <a:ext cx="17478694" cy="2594260"/>
          </a:xfrm>
          <a:prstGeom prst="roundRect">
            <a:avLst>
              <a:gd name="adj" fmla="val 6399"/>
            </a:avLst>
          </a:prstGeom>
          <a:solidFill>
            <a:srgbClr val="20828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7">
            <a:extLst>
              <a:ext uri="{FF2B5EF4-FFF2-40B4-BE49-F238E27FC236}">
                <a16:creationId xmlns:a16="http://schemas.microsoft.com/office/drawing/2014/main" id="{61C5F4F7-1CD4-A9C6-A96E-7F567C5D0ECC}"/>
              </a:ext>
            </a:extLst>
          </p:cNvPr>
          <p:cNvSpPr/>
          <p:nvPr/>
        </p:nvSpPr>
        <p:spPr>
          <a:xfrm>
            <a:off x="406240" y="6063462"/>
            <a:ext cx="17478694" cy="3273288"/>
          </a:xfrm>
          <a:prstGeom prst="roundRect">
            <a:avLst>
              <a:gd name="adj" fmla="val 6203"/>
            </a:avLst>
          </a:prstGeom>
          <a:solidFill>
            <a:srgbClr val="1E8E8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17189A-7634-87B8-CE0C-822A628BA0D8}"/>
              </a:ext>
            </a:extLst>
          </p:cNvPr>
          <p:cNvSpPr txBox="1"/>
          <p:nvPr/>
        </p:nvSpPr>
        <p:spPr>
          <a:xfrm>
            <a:off x="1770759" y="6334484"/>
            <a:ext cx="1022350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봄 나들이      </a:t>
            </a:r>
            <a:r>
              <a:rPr lang="ko-KR" altLang="en-US" sz="5200" dirty="0">
                <a:solidFill>
                  <a:srgbClr val="FFFF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나리나리 개나리</a:t>
            </a:r>
          </a:p>
        </p:txBody>
      </p:sp>
      <p:pic>
        <p:nvPicPr>
          <p:cNvPr id="47" name="Picture 2" descr="いろいろなファイルアイコン（マーク） | かわいいフリー素材集 いらすとや">
            <a:extLst>
              <a:ext uri="{FF2B5EF4-FFF2-40B4-BE49-F238E27FC236}">
                <a16:creationId xmlns:a16="http://schemas.microsoft.com/office/drawing/2014/main" id="{71B7A2E0-0A5F-D8C2-CCD7-571890FC1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0" y="6299168"/>
            <a:ext cx="829978" cy="96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모서리가 둥근 직사각형 16">
            <a:extLst>
              <a:ext uri="{FF2B5EF4-FFF2-40B4-BE49-F238E27FC236}">
                <a16:creationId xmlns:a16="http://schemas.microsoft.com/office/drawing/2014/main" id="{37368801-5AD6-8D4C-BDA5-771936A6A8C7}"/>
              </a:ext>
            </a:extLst>
          </p:cNvPr>
          <p:cNvSpPr/>
          <p:nvPr/>
        </p:nvSpPr>
        <p:spPr>
          <a:xfrm>
            <a:off x="763140" y="7550814"/>
            <a:ext cx="16768722" cy="1413304"/>
          </a:xfrm>
          <a:prstGeom prst="roundRect">
            <a:avLst>
              <a:gd name="adj" fmla="val 19438"/>
            </a:avLst>
          </a:prstGeom>
          <a:solidFill>
            <a:schemeClr val="bg1"/>
          </a:solidFill>
          <a:ln w="76200">
            <a:noFill/>
          </a:ln>
          <a:effectLst>
            <a:outerShdw dist="50800" dir="2700000" algn="tl" rotWithShape="0">
              <a:srgbClr val="25827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C1ADE8CB-AF09-D17A-F1FA-8911FE660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67" y="7846521"/>
            <a:ext cx="504000" cy="50862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1CBDC63-D812-B51C-4BC9-498AFBAFF231}"/>
              </a:ext>
            </a:extLst>
          </p:cNvPr>
          <p:cNvSpPr txBox="1"/>
          <p:nvPr/>
        </p:nvSpPr>
        <p:spPr>
          <a:xfrm>
            <a:off x="2136708" y="7813115"/>
            <a:ext cx="1434007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노란색 천을 움켜쥐고 있다가 손을 펴서 피어나게 해요</a:t>
            </a:r>
            <a:r>
              <a:rPr lang="en-US" altLang="ko-KR" sz="5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.</a:t>
            </a:r>
            <a:endParaRPr lang="ko-KR" altLang="en-US" sz="52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22E8D75D-9482-9055-3960-E33FF85C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064" y="6553201"/>
            <a:ext cx="468000" cy="4551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D0C30F-2D95-D1A8-0CEC-7423E151D8BA}"/>
              </a:ext>
            </a:extLst>
          </p:cNvPr>
          <p:cNvSpPr txBox="1"/>
          <p:nvPr/>
        </p:nvSpPr>
        <p:spPr>
          <a:xfrm>
            <a:off x="2945601" y="218927"/>
            <a:ext cx="128981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계절과 관련된 노래를 찾고 천</a:t>
            </a:r>
            <a:r>
              <a:rPr lang="en-US" altLang="ko-KR" dirty="0"/>
              <a:t>(</a:t>
            </a:r>
            <a:r>
              <a:rPr lang="ko-KR" altLang="en-US" dirty="0"/>
              <a:t>스카프</a:t>
            </a:r>
            <a:r>
              <a:rPr lang="en-US" altLang="ko-KR" dirty="0"/>
              <a:t>)</a:t>
            </a:r>
            <a:r>
              <a:rPr lang="ko-KR" altLang="en-US" dirty="0"/>
              <a:t>을 이용하여 노랫말을 표현해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165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2E73BDD-D56C-2424-4989-8D30C0CAA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5B9E588-1A65-50A0-B527-F07AA727C7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84" y="5273048"/>
            <a:ext cx="987537" cy="4333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0ED87BA-6D2D-8B56-9701-D9BE9C46C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287" y="5309125"/>
            <a:ext cx="781642" cy="3972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F7853C1-B58B-9DEC-ACCA-8FF9F5DE9D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338" y="5327300"/>
            <a:ext cx="874859" cy="3435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6C9B46-36FD-6A41-3E47-ED64C1F69A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439" y="8482238"/>
            <a:ext cx="2684122" cy="929823"/>
          </a:xfrm>
          <a:prstGeom prst="rect">
            <a:avLst/>
          </a:prstGeom>
        </p:spPr>
      </p:pic>
      <p:sp>
        <p:nvSpPr>
          <p:cNvPr id="7" name="모서리가 둥근 직사각형 15">
            <a:extLst>
              <a:ext uri="{FF2B5EF4-FFF2-40B4-BE49-F238E27FC236}">
                <a16:creationId xmlns:a16="http://schemas.microsoft.com/office/drawing/2014/main" id="{2C7ED1F5-0729-CC3D-4023-F2FD74AAFB05}"/>
              </a:ext>
            </a:extLst>
          </p:cNvPr>
          <p:cNvSpPr/>
          <p:nvPr/>
        </p:nvSpPr>
        <p:spPr>
          <a:xfrm>
            <a:off x="337917" y="2385132"/>
            <a:ext cx="5572976" cy="2952000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A7659D2A-D600-4169-0A03-7B300EF57DA5}"/>
              </a:ext>
            </a:extLst>
          </p:cNvPr>
          <p:cNvSpPr/>
          <p:nvPr/>
        </p:nvSpPr>
        <p:spPr>
          <a:xfrm>
            <a:off x="6343882" y="2385132"/>
            <a:ext cx="5572800" cy="2952000"/>
          </a:xfrm>
          <a:prstGeom prst="roundRect">
            <a:avLst>
              <a:gd name="adj" fmla="val 20062"/>
            </a:avLst>
          </a:prstGeom>
          <a:solidFill>
            <a:srgbClr val="D2F9E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2FA792A-CB28-1D36-68BC-F4C539C6D17A}"/>
              </a:ext>
            </a:extLst>
          </p:cNvPr>
          <p:cNvSpPr/>
          <p:nvPr/>
        </p:nvSpPr>
        <p:spPr>
          <a:xfrm>
            <a:off x="12349672" y="2385132"/>
            <a:ext cx="5592254" cy="2952000"/>
          </a:xfrm>
          <a:prstGeom prst="roundRect">
            <a:avLst>
              <a:gd name="adj" fmla="val 20062"/>
            </a:avLst>
          </a:prstGeom>
          <a:solidFill>
            <a:srgbClr val="E3F7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47FDD6-5154-D772-E09B-28C5EBE5F6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8" y="2995435"/>
            <a:ext cx="1648948" cy="173139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A65E9B9-B8E3-676B-2531-BEFD221B1D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931" y="2995435"/>
            <a:ext cx="1648948" cy="17313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7C8BFF-B6AA-F51D-B377-25C518CE2F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325" y="2995435"/>
            <a:ext cx="1648948" cy="173139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8E8ECA-C17D-7CC6-0173-9D600E5DAF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15709" y="5455827"/>
            <a:ext cx="3967752" cy="39677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E9285D8-4A2C-C7AE-0519-000ACE22C6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997" y="5455827"/>
            <a:ext cx="3967752" cy="396775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C178A07-6803-E4BF-DED5-9E4A2E012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4354" y="5455827"/>
            <a:ext cx="3967752" cy="39677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1AE298-EC44-F83F-911A-40662647D4E4}"/>
              </a:ext>
            </a:extLst>
          </p:cNvPr>
          <p:cNvSpPr txBox="1"/>
          <p:nvPr/>
        </p:nvSpPr>
        <p:spPr>
          <a:xfrm>
            <a:off x="2538000" y="218927"/>
            <a:ext cx="142918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활동 후 소감을 이야기해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767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A1E1E5E-FD34-8FB3-C991-ED380BB16B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8288000" cy="9715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63903B5-D5A5-4254-5E2A-510F154F2D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984" y="5273048"/>
            <a:ext cx="987537" cy="43330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250A7B-BB6E-3E96-2C8D-3482F2C173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287" y="5309125"/>
            <a:ext cx="781642" cy="39722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698CF6B-320C-82AC-7D64-4D653B82CC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1338" y="5327300"/>
            <a:ext cx="874859" cy="343532"/>
          </a:xfrm>
          <a:prstGeom prst="rect">
            <a:avLst/>
          </a:prstGeom>
        </p:spPr>
      </p:pic>
      <p:sp>
        <p:nvSpPr>
          <p:cNvPr id="20" name="모서리가 둥근 직사각형 20">
            <a:extLst>
              <a:ext uri="{FF2B5EF4-FFF2-40B4-BE49-F238E27FC236}">
                <a16:creationId xmlns:a16="http://schemas.microsoft.com/office/drawing/2014/main" id="{97FA1A92-B4AF-0AA4-E78A-588834F4E4E1}"/>
              </a:ext>
            </a:extLst>
          </p:cNvPr>
          <p:cNvSpPr/>
          <p:nvPr/>
        </p:nvSpPr>
        <p:spPr>
          <a:xfrm>
            <a:off x="337917" y="2385132"/>
            <a:ext cx="5572976" cy="2952000"/>
          </a:xfrm>
          <a:prstGeom prst="roundRect">
            <a:avLst>
              <a:gd name="adj" fmla="val 20062"/>
            </a:avLst>
          </a:prstGeom>
          <a:solidFill>
            <a:srgbClr val="FFE8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모서리가 둥근 직사각형 28">
            <a:extLst>
              <a:ext uri="{FF2B5EF4-FFF2-40B4-BE49-F238E27FC236}">
                <a16:creationId xmlns:a16="http://schemas.microsoft.com/office/drawing/2014/main" id="{18B105CF-01AD-6811-2C4D-29488FEE7C10}"/>
              </a:ext>
            </a:extLst>
          </p:cNvPr>
          <p:cNvSpPr/>
          <p:nvPr/>
        </p:nvSpPr>
        <p:spPr>
          <a:xfrm>
            <a:off x="6343882" y="2385132"/>
            <a:ext cx="5572800" cy="2952000"/>
          </a:xfrm>
          <a:prstGeom prst="roundRect">
            <a:avLst>
              <a:gd name="adj" fmla="val 20062"/>
            </a:avLst>
          </a:prstGeom>
          <a:solidFill>
            <a:srgbClr val="D2F9E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30">
            <a:extLst>
              <a:ext uri="{FF2B5EF4-FFF2-40B4-BE49-F238E27FC236}">
                <a16:creationId xmlns:a16="http://schemas.microsoft.com/office/drawing/2014/main" id="{7443AE40-0E27-6ED2-3E17-78C4C5ED9407}"/>
              </a:ext>
            </a:extLst>
          </p:cNvPr>
          <p:cNvSpPr/>
          <p:nvPr/>
        </p:nvSpPr>
        <p:spPr>
          <a:xfrm>
            <a:off x="12349672" y="2385132"/>
            <a:ext cx="5592254" cy="2952000"/>
          </a:xfrm>
          <a:prstGeom prst="roundRect">
            <a:avLst>
              <a:gd name="adj" fmla="val 20062"/>
            </a:avLst>
          </a:prstGeom>
          <a:solidFill>
            <a:srgbClr val="E3F7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488BB9A-604A-63C4-CD48-5DCF333159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15709" y="5455827"/>
            <a:ext cx="3967752" cy="396775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EAFFFE4-1D13-E7DB-E67B-698B91254E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2997" y="5455827"/>
            <a:ext cx="3967752" cy="396775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E9D0DF-0257-885A-8203-36C562CDB0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4354" y="5455827"/>
            <a:ext cx="3967752" cy="39677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F60D90-FD02-4780-93D0-6185E98CB9F0}"/>
              </a:ext>
            </a:extLst>
          </p:cNvPr>
          <p:cNvSpPr txBox="1"/>
          <p:nvPr/>
        </p:nvSpPr>
        <p:spPr>
          <a:xfrm>
            <a:off x="6343882" y="2846624"/>
            <a:ext cx="5572799" cy="204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5100"/>
              </a:lnSpc>
              <a:defRPr sz="400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216E5C"/>
                </a:solidFill>
              </a:rPr>
              <a:t>가을 길을 비단 길이라고</a:t>
            </a:r>
            <a:endParaRPr lang="en-US" altLang="ko-KR" dirty="0">
              <a:solidFill>
                <a:srgbClr val="216E5C"/>
              </a:solidFill>
            </a:endParaRPr>
          </a:p>
          <a:p>
            <a:r>
              <a:rPr lang="ko-KR" altLang="en-US" dirty="0">
                <a:solidFill>
                  <a:srgbClr val="216E5C"/>
                </a:solidFill>
              </a:rPr>
              <a:t>표현한 것이</a:t>
            </a:r>
            <a:endParaRPr lang="en-US" altLang="ko-KR" dirty="0">
              <a:solidFill>
                <a:srgbClr val="216E5C"/>
              </a:solidFill>
            </a:endParaRPr>
          </a:p>
          <a:p>
            <a:r>
              <a:rPr lang="ko-KR" altLang="en-US" dirty="0">
                <a:solidFill>
                  <a:srgbClr val="216E5C"/>
                </a:solidFill>
              </a:rPr>
              <a:t>기억에 남아요</a:t>
            </a:r>
            <a:r>
              <a:rPr lang="en-US" altLang="ko-KR" dirty="0">
                <a:solidFill>
                  <a:srgbClr val="216E5C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71A40-3B61-EA70-1179-E269FFBA6D8A}"/>
              </a:ext>
            </a:extLst>
          </p:cNvPr>
          <p:cNvSpPr txBox="1"/>
          <p:nvPr/>
        </p:nvSpPr>
        <p:spPr>
          <a:xfrm>
            <a:off x="12349671" y="2839859"/>
            <a:ext cx="5592256" cy="2042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lnSpc>
                <a:spcPts val="5100"/>
              </a:lnSpc>
              <a:defRPr sz="4000">
                <a:solidFill>
                  <a:srgbClr val="FF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defRPr>
            </a:lvl1pPr>
          </a:lstStyle>
          <a:p>
            <a:r>
              <a:rPr lang="ko-KR" altLang="en-US" dirty="0">
                <a:solidFill>
                  <a:srgbClr val="234F70"/>
                </a:solidFill>
              </a:rPr>
              <a:t>노랫말과 어울리는</a:t>
            </a:r>
            <a:endParaRPr lang="en-US" altLang="ko-KR" dirty="0">
              <a:solidFill>
                <a:srgbClr val="234F70"/>
              </a:solidFill>
            </a:endParaRPr>
          </a:p>
          <a:p>
            <a:r>
              <a:rPr lang="ko-KR" altLang="en-US" dirty="0">
                <a:solidFill>
                  <a:srgbClr val="234F70"/>
                </a:solidFill>
              </a:rPr>
              <a:t>동작을 만드는</a:t>
            </a:r>
            <a:r>
              <a:rPr lang="en-US" altLang="ko-KR" dirty="0">
                <a:solidFill>
                  <a:srgbClr val="234F70"/>
                </a:solidFill>
              </a:rPr>
              <a:t> </a:t>
            </a:r>
            <a:r>
              <a:rPr lang="ko-KR" altLang="en-US" dirty="0">
                <a:solidFill>
                  <a:srgbClr val="234F70"/>
                </a:solidFill>
              </a:rPr>
              <a:t>것이</a:t>
            </a:r>
            <a:endParaRPr lang="en-US" altLang="ko-KR" dirty="0">
              <a:solidFill>
                <a:srgbClr val="234F70"/>
              </a:solidFill>
            </a:endParaRPr>
          </a:p>
          <a:p>
            <a:r>
              <a:rPr lang="ko-KR" altLang="en-US" dirty="0">
                <a:solidFill>
                  <a:srgbClr val="234F70"/>
                </a:solidFill>
              </a:rPr>
              <a:t>재밌었어요</a:t>
            </a:r>
            <a:r>
              <a:rPr lang="en-US" altLang="ko-KR" dirty="0">
                <a:solidFill>
                  <a:srgbClr val="234F70"/>
                </a:solidFill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16BEE3-7C93-41D0-9550-801EA6830FC9}"/>
              </a:ext>
            </a:extLst>
          </p:cNvPr>
          <p:cNvSpPr txBox="1"/>
          <p:nvPr/>
        </p:nvSpPr>
        <p:spPr>
          <a:xfrm>
            <a:off x="366826" y="2846624"/>
            <a:ext cx="5544068" cy="204254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5100"/>
              </a:lnSpc>
            </a:pP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한 </a:t>
            </a:r>
            <a:r>
              <a:rPr lang="ko-KR" altLang="en-US" sz="4000" dirty="0" err="1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글자씩</a:t>
            </a: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넣어서</a:t>
            </a:r>
            <a:endParaRPr lang="en-US" altLang="ko-KR" sz="4000" dirty="0">
              <a:solidFill>
                <a:srgbClr val="7A413D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ctr">
              <a:lnSpc>
                <a:spcPts val="5100"/>
              </a:lnSpc>
            </a:pP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노래할 때</a:t>
            </a:r>
            <a:r>
              <a:rPr lang="en-US" altLang="ko-KR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더 신나게</a:t>
            </a:r>
            <a:endParaRPr lang="en-US" altLang="ko-KR" sz="4000" dirty="0">
              <a:solidFill>
                <a:srgbClr val="7A413D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algn="ctr">
              <a:lnSpc>
                <a:spcPts val="5100"/>
              </a:lnSpc>
            </a:pP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부를 수 있었어요</a:t>
            </a:r>
            <a:r>
              <a:rPr lang="en-US" altLang="ko-KR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.</a:t>
            </a:r>
            <a:r>
              <a:rPr lang="ko-KR" altLang="en-US" sz="4000" dirty="0">
                <a:solidFill>
                  <a:srgbClr val="7A413D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</a:t>
            </a:r>
            <a:endParaRPr lang="en-US" altLang="ko-KR" sz="4000" dirty="0">
              <a:solidFill>
                <a:srgbClr val="7A413D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EEB06-1514-ECD5-D511-3570270B0E14}"/>
              </a:ext>
            </a:extLst>
          </p:cNvPr>
          <p:cNvSpPr txBox="1"/>
          <p:nvPr/>
        </p:nvSpPr>
        <p:spPr>
          <a:xfrm>
            <a:off x="2538000" y="218927"/>
            <a:ext cx="142918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60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활동 후 소감을 이야기해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계-주15-16-1">
            <a:hlinkClick r:id="" action="ppaction://media"/>
            <a:extLst>
              <a:ext uri="{FF2B5EF4-FFF2-40B4-BE49-F238E27FC236}">
                <a16:creationId xmlns:a16="http://schemas.microsoft.com/office/drawing/2014/main" id="{F3AD3941-B6ED-D05D-6B02-1A36D97FCF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913741" y="4270057"/>
            <a:ext cx="486000" cy="486000"/>
          </a:xfrm>
          <a:prstGeom prst="rect">
            <a:avLst/>
          </a:prstGeom>
        </p:spPr>
      </p:pic>
      <p:pic>
        <p:nvPicPr>
          <p:cNvPr id="3" name="계-주15-16-2">
            <a:hlinkClick r:id="" action="ppaction://media"/>
            <a:extLst>
              <a:ext uri="{FF2B5EF4-FFF2-40B4-BE49-F238E27FC236}">
                <a16:creationId xmlns:a16="http://schemas.microsoft.com/office/drawing/2014/main" id="{9BBD896E-6A0B-A234-A430-CC250C91116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762106" y="4278866"/>
            <a:ext cx="486000" cy="486000"/>
          </a:xfrm>
          <a:prstGeom prst="rect">
            <a:avLst/>
          </a:prstGeom>
        </p:spPr>
      </p:pic>
      <p:pic>
        <p:nvPicPr>
          <p:cNvPr id="7" name="계-주15-16-3">
            <a:hlinkClick r:id="" action="ppaction://media"/>
            <a:extLst>
              <a:ext uri="{FF2B5EF4-FFF2-40B4-BE49-F238E27FC236}">
                <a16:creationId xmlns:a16="http://schemas.microsoft.com/office/drawing/2014/main" id="{DFABB72D-E113-8549-4B83-C8C585C2145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6383819" y="4278866"/>
            <a:ext cx="48600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5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1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29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2AC728-C3D1-437C-AA6A-7F5198549A45}"/>
              </a:ext>
            </a:extLst>
          </p:cNvPr>
          <p:cNvSpPr/>
          <p:nvPr/>
        </p:nvSpPr>
        <p:spPr>
          <a:xfrm>
            <a:off x="0" y="0"/>
            <a:ext cx="18291175" cy="9715500"/>
          </a:xfrm>
          <a:prstGeom prst="rect">
            <a:avLst/>
          </a:prstGeom>
          <a:solidFill>
            <a:srgbClr val="F4F1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825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62CE61-791C-4E59-98CE-DE301E17C2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93" y="12853"/>
            <a:ext cx="5494661" cy="5293198"/>
          </a:xfrm>
          <a:prstGeom prst="rect">
            <a:avLst/>
          </a:prstGeom>
          <a:solidFill>
            <a:srgbClr val="F4F1D9"/>
          </a:solidFill>
        </p:spPr>
      </p:pic>
      <p:sp>
        <p:nvSpPr>
          <p:cNvPr id="4" name="TextBox 33">
            <a:extLst>
              <a:ext uri="{FF2B5EF4-FFF2-40B4-BE49-F238E27FC236}">
                <a16:creationId xmlns:a16="http://schemas.microsoft.com/office/drawing/2014/main" id="{54A0FF5C-4E95-464A-B161-7683CE30FF6D}"/>
              </a:ext>
            </a:extLst>
          </p:cNvPr>
          <p:cNvSpPr txBox="1"/>
          <p:nvPr/>
        </p:nvSpPr>
        <p:spPr>
          <a:xfrm>
            <a:off x="2534992" y="2413746"/>
            <a:ext cx="9544408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선생님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, PPT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는 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“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학교 수업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”</a:t>
            </a:r>
            <a:r>
              <a:rPr lang="ko-KR" altLang="en-US" sz="4250" b="1" spc="-213" dirty="0">
                <a:solidFill>
                  <a:srgbClr val="212121"/>
                </a:solidFill>
                <a:latin typeface="+mn-ea"/>
              </a:rPr>
              <a:t>에만 활용해 주세요</a:t>
            </a:r>
            <a:r>
              <a:rPr lang="en-US" altLang="ko-KR" sz="4250" b="1" spc="-213" dirty="0">
                <a:solidFill>
                  <a:srgbClr val="212121"/>
                </a:solidFill>
                <a:latin typeface="+mn-ea"/>
              </a:rPr>
              <a:t>!</a:t>
            </a:r>
            <a:endParaRPr lang="ko-KR" altLang="en-US" sz="4250" b="1" spc="-213" dirty="0">
              <a:solidFill>
                <a:srgbClr val="212121"/>
              </a:solidFill>
              <a:latin typeface="+mn-ea"/>
            </a:endParaRPr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C5746833-B9B8-4AA8-B4D1-1F7BCDB152DE}"/>
              </a:ext>
            </a:extLst>
          </p:cNvPr>
          <p:cNvSpPr txBox="1"/>
          <p:nvPr/>
        </p:nvSpPr>
        <p:spPr>
          <a:xfrm>
            <a:off x="2310828" y="3720680"/>
            <a:ext cx="13975553" cy="179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788" indent="-404788" algn="just">
              <a:buFont typeface="Wingdings" pitchFamily="2" charset="2"/>
              <a:buChar char="§"/>
            </a:pP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본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 PPT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자료는 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‘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학교 수업을 목적으로 선생님의 관리하에 한정된 학생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’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에게만 사용하실 수 있습니다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</a:t>
            </a:r>
          </a:p>
          <a:p>
            <a:pPr marL="404788" indent="-404788" algn="just">
              <a:buFont typeface="Wingdings" pitchFamily="2" charset="2"/>
              <a:buChar char="§"/>
            </a:pPr>
            <a:endParaRPr lang="en-US" altLang="ko-KR" sz="2550" b="1" spc="-213" dirty="0">
              <a:solidFill>
                <a:srgbClr val="1B1464"/>
              </a:solidFill>
              <a:latin typeface="+mn-ea"/>
            </a:endParaRPr>
          </a:p>
          <a:p>
            <a:pPr marL="404788" indent="-404788" algn="just">
              <a:lnSpc>
                <a:spcPts val="3683"/>
              </a:lnSpc>
              <a:buFont typeface="Wingdings" pitchFamily="2" charset="2"/>
              <a:buChar char="§"/>
            </a:pP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본 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PPT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자료는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온라인 수업에 사용하실 수 있습니다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단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, </a:t>
            </a:r>
            <a:r>
              <a:rPr lang="ko-KR" altLang="en-US" sz="2550" b="1" spc="-213" dirty="0">
                <a:solidFill>
                  <a:srgbClr val="1B1464"/>
                </a:solidFill>
                <a:latin typeface="+mn-ea"/>
              </a:rPr>
              <a:t>파일을 업로드할 때마다 출처와 저작권 보호 문구를 꼭 표시해 주세요</a:t>
            </a:r>
            <a:r>
              <a:rPr lang="en-US" altLang="ko-KR" sz="2550" b="1" spc="-213" dirty="0">
                <a:solidFill>
                  <a:srgbClr val="1B1464"/>
                </a:solidFill>
                <a:latin typeface="+mn-ea"/>
              </a:rPr>
              <a:t>.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240138DA-98F3-48A3-A871-E10D3450AD1C}"/>
              </a:ext>
            </a:extLst>
          </p:cNvPr>
          <p:cNvSpPr txBox="1"/>
          <p:nvPr/>
        </p:nvSpPr>
        <p:spPr>
          <a:xfrm>
            <a:off x="2587317" y="6261108"/>
            <a:ext cx="516571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400" b="1" spc="-213" dirty="0">
                <a:solidFill>
                  <a:srgbClr val="7030A0"/>
                </a:solidFill>
                <a:latin typeface="+mj-ea"/>
                <a:ea typeface="+mj-ea"/>
              </a:rPr>
              <a:t>온라인 수업용 저작권 보호 문구</a:t>
            </a:r>
            <a:endParaRPr lang="ko-KR" altLang="en-US" sz="3400" spc="-213" dirty="0">
              <a:solidFill>
                <a:srgbClr val="7030A0"/>
              </a:solidFill>
              <a:latin typeface="+mj-ea"/>
              <a:ea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C43CA91-3EFB-4F38-9C04-BEFDFA8AA9F8}"/>
              </a:ext>
            </a:extLst>
          </p:cNvPr>
          <p:cNvGrpSpPr/>
          <p:nvPr/>
        </p:nvGrpSpPr>
        <p:grpSpPr>
          <a:xfrm>
            <a:off x="3293798" y="1169715"/>
            <a:ext cx="2856317" cy="525802"/>
            <a:chOff x="7670445" y="2449859"/>
            <a:chExt cx="874784" cy="2904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44EDF49-81A3-4529-8BC0-69AA89A760CE}"/>
                </a:ext>
              </a:extLst>
            </p:cNvPr>
            <p:cNvSpPr/>
            <p:nvPr/>
          </p:nvSpPr>
          <p:spPr>
            <a:xfrm>
              <a:off x="7681229" y="2452322"/>
              <a:ext cx="864000" cy="288000"/>
            </a:xfrm>
            <a:prstGeom prst="roundRect">
              <a:avLst/>
            </a:prstGeom>
            <a:solidFill>
              <a:srgbClr val="0094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550"/>
            </a:p>
          </p:txBody>
        </p:sp>
        <p:sp>
          <p:nvSpPr>
            <p:cNvPr id="9" name="TextBox 38">
              <a:extLst>
                <a:ext uri="{FF2B5EF4-FFF2-40B4-BE49-F238E27FC236}">
                  <a16:creationId xmlns:a16="http://schemas.microsoft.com/office/drawing/2014/main" id="{9C25C607-69E7-4468-8C0A-44BA43709752}"/>
                </a:ext>
              </a:extLst>
            </p:cNvPr>
            <p:cNvSpPr txBox="1"/>
            <p:nvPr/>
          </p:nvSpPr>
          <p:spPr>
            <a:xfrm>
              <a:off x="7670445" y="2449859"/>
              <a:ext cx="864096" cy="273674"/>
            </a:xfrm>
            <a:prstGeom prst="rect">
              <a:avLst/>
            </a:prstGeom>
            <a:noFill/>
          </p:spPr>
          <p:txBody>
            <a:bodyPr wrap="square" tIns="51000" bIns="51000" rtlCol="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89890"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2550" b="1" kern="0" spc="-213" dirty="0">
                  <a:solidFill>
                    <a:srgbClr val="FFFF00"/>
                  </a:solidFill>
                  <a:latin typeface="+mn-ea"/>
                </a:rPr>
                <a:t>PPT </a:t>
              </a:r>
              <a:r>
                <a:rPr lang="ko-KR" altLang="en-US" sz="2550" b="1" kern="0" spc="-213" dirty="0">
                  <a:solidFill>
                    <a:srgbClr val="FFFF00"/>
                  </a:solidFill>
                  <a:latin typeface="+mn-ea"/>
                </a:rPr>
                <a:t>활용 안내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DCD16C3-9932-4B10-BF6D-765874575E66}"/>
              </a:ext>
            </a:extLst>
          </p:cNvPr>
          <p:cNvGrpSpPr/>
          <p:nvPr/>
        </p:nvGrpSpPr>
        <p:grpSpPr>
          <a:xfrm>
            <a:off x="2791338" y="7002738"/>
            <a:ext cx="13495042" cy="1862581"/>
            <a:chOff x="755575" y="5363047"/>
            <a:chExt cx="8435089" cy="131476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FBAB7A0-088A-452F-AE94-7C1E4C96290D}"/>
                </a:ext>
              </a:extLst>
            </p:cNvPr>
            <p:cNvSpPr/>
            <p:nvPr/>
          </p:nvSpPr>
          <p:spPr>
            <a:xfrm>
              <a:off x="755575" y="5423551"/>
              <a:ext cx="8435089" cy="1254259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4250"/>
                </a:lnSpc>
              </a:pPr>
              <a:r>
                <a:rPr lang="ko-KR" altLang="en-US" sz="2267" b="1" spc="-213" dirty="0">
                  <a:solidFill>
                    <a:schemeClr val="tx1"/>
                  </a:solidFill>
                  <a:latin typeface="+mn-ea"/>
                </a:rPr>
                <a:t>출처</a:t>
              </a:r>
              <a:r>
                <a:rPr lang="en-US" altLang="ko-KR" sz="2267" b="1" spc="-213" dirty="0">
                  <a:solidFill>
                    <a:schemeClr val="tx1"/>
                  </a:solidFill>
                  <a:latin typeface="+mn-ea"/>
                </a:rPr>
                <a:t>: </a:t>
              </a:r>
              <a:r>
                <a:rPr lang="ko-KR" altLang="en-US" sz="2267" b="1" spc="-213" dirty="0">
                  <a:solidFill>
                    <a:schemeClr val="tx1"/>
                  </a:solidFill>
                  <a:latin typeface="+mn-ea"/>
                </a:rPr>
                <a:t>비상교육 </a:t>
              </a:r>
              <a:r>
                <a:rPr lang="ko-KR" altLang="en-US" sz="2267" b="1" spc="-213" dirty="0" err="1">
                  <a:solidFill>
                    <a:schemeClr val="tx1"/>
                  </a:solidFill>
                  <a:latin typeface="+mn-ea"/>
                </a:rPr>
                <a:t>비바샘</a:t>
              </a:r>
              <a:endParaRPr lang="en-US" altLang="ko-KR" sz="2267" b="1" spc="-213" dirty="0">
                <a:solidFill>
                  <a:schemeClr val="tx1"/>
                </a:solidFill>
                <a:latin typeface="+mn-ea"/>
              </a:endParaRPr>
            </a:p>
            <a:p>
              <a:pPr>
                <a:lnSpc>
                  <a:spcPts val="4250"/>
                </a:lnSpc>
              </a:pPr>
              <a:r>
                <a:rPr lang="ko-KR" altLang="en-US" sz="2267" spc="-213" dirty="0">
                  <a:solidFill>
                    <a:schemeClr val="tx1"/>
                  </a:solidFill>
                  <a:latin typeface="+mn-ea"/>
                </a:rPr>
                <a:t>온라인 개학에 따른 학생들의 수업을 돕기 위한 자료로</a:t>
              </a:r>
              <a:r>
                <a:rPr lang="en-US" altLang="ko-KR" sz="2267" spc="-213" dirty="0">
                  <a:solidFill>
                    <a:schemeClr val="tx1"/>
                  </a:solidFill>
                  <a:latin typeface="+mn-ea"/>
                </a:rPr>
                <a:t>,</a:t>
              </a:r>
            </a:p>
            <a:p>
              <a:pPr>
                <a:lnSpc>
                  <a:spcPts val="4250"/>
                </a:lnSpc>
              </a:pPr>
              <a:r>
                <a:rPr lang="ko-KR" altLang="en-US" sz="2267" spc="-213" dirty="0">
                  <a:solidFill>
                    <a:schemeClr val="tx1"/>
                  </a:solidFill>
                  <a:latin typeface="+mn-ea"/>
                </a:rPr>
                <a:t>다른 목적으로 공유하여 사용하거나 외부에 유출할 수 없습니다</a:t>
              </a:r>
              <a:r>
                <a:rPr lang="en-US" altLang="ko-KR" sz="2267" spc="-213" dirty="0">
                  <a:solidFill>
                    <a:schemeClr val="tx1"/>
                  </a:solidFill>
                  <a:latin typeface="+mn-ea"/>
                </a:rPr>
                <a:t>.</a:t>
              </a:r>
              <a:endParaRPr lang="ko-KR" altLang="en-US" sz="2267" spc="-213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F68B545-8338-4DEC-8424-02089EF173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238"/>
            <a:stretch/>
          </p:blipFill>
          <p:spPr>
            <a:xfrm>
              <a:off x="7938834" y="5363047"/>
              <a:ext cx="1052649" cy="897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277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돋움체 Bold">
      <a:majorFont>
        <a:latin typeface="KoPub돋움체 Bold"/>
        <a:ea typeface="KoPub돋움체 Bold"/>
        <a:cs typeface=""/>
      </a:majorFont>
      <a:minorFont>
        <a:latin typeface="KoPub돋움체 Bold"/>
        <a:ea typeface="KoPub돋움체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3760</TotalTime>
  <Words>465</Words>
  <Application>Microsoft Office PowerPoint</Application>
  <PresentationFormat>사용자 지정</PresentationFormat>
  <Paragraphs>83</Paragraphs>
  <Slides>16</Slides>
  <Notes>14</Notes>
  <HiddenSlides>0</HiddenSlides>
  <MMClips>10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레시피코리아 Medium</vt:lpstr>
      <vt:lpstr>Wingdings</vt:lpstr>
      <vt:lpstr>맑은 고딕</vt:lpstr>
      <vt:lpstr>KoPub돋움체 Bold</vt:lpstr>
      <vt:lpstr>HU남자친구 140</vt:lpstr>
      <vt:lpstr>Arial</vt:lpstr>
      <vt:lpstr>CookieRun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김아름</dc:creator>
  <cp:lastModifiedBy>세연 최</cp:lastModifiedBy>
  <cp:revision>1058</cp:revision>
  <dcterms:created xsi:type="dcterms:W3CDTF">2023-12-13T01:02:30Z</dcterms:created>
  <dcterms:modified xsi:type="dcterms:W3CDTF">2024-07-26T00:04:55Z</dcterms:modified>
</cp:coreProperties>
</file>